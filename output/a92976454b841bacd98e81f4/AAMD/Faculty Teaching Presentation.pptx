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8" r:id="rId3"/>
  </p:sldMasterIdLst>
  <p:notesMasterIdLst>
    <p:notesMasterId r:id="rId25"/>
  </p:notesMasterIdLst>
  <p:sldIdLst>
    <p:sldId id="257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65" r:id="rId20"/>
    <p:sldId id="266" r:id="rId21"/>
    <p:sldId id="267" r:id="rId22"/>
    <p:sldId id="268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66" d="100"/>
          <a:sy n="66" d="100"/>
        </p:scale>
        <p:origin x="59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21.emf"/><Relationship Id="rId7" Type="http://schemas.openxmlformats.org/officeDocument/2006/relationships/image" Target="../media/image13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10" Type="http://schemas.openxmlformats.org/officeDocument/2006/relationships/image" Target="../media/image16.emf"/><Relationship Id="rId4" Type="http://schemas.openxmlformats.org/officeDocument/2006/relationships/image" Target="../media/image22.emf"/><Relationship Id="rId9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image" Target="../media/image33.emf"/><Relationship Id="rId3" Type="http://schemas.openxmlformats.org/officeDocument/2006/relationships/image" Target="../media/image11.emf"/><Relationship Id="rId7" Type="http://schemas.openxmlformats.org/officeDocument/2006/relationships/image" Target="../media/image27.emf"/><Relationship Id="rId12" Type="http://schemas.openxmlformats.org/officeDocument/2006/relationships/image" Target="../media/image32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Relationship Id="rId6" Type="http://schemas.openxmlformats.org/officeDocument/2006/relationships/image" Target="../media/image26.emf"/><Relationship Id="rId11" Type="http://schemas.openxmlformats.org/officeDocument/2006/relationships/image" Target="../media/image31.emf"/><Relationship Id="rId5" Type="http://schemas.openxmlformats.org/officeDocument/2006/relationships/image" Target="../media/image12.emf"/><Relationship Id="rId15" Type="http://schemas.openxmlformats.org/officeDocument/2006/relationships/image" Target="../media/image35.emf"/><Relationship Id="rId10" Type="http://schemas.openxmlformats.org/officeDocument/2006/relationships/image" Target="../media/image30.emf"/><Relationship Id="rId4" Type="http://schemas.openxmlformats.org/officeDocument/2006/relationships/image" Target="../media/image25.emf"/><Relationship Id="rId9" Type="http://schemas.openxmlformats.org/officeDocument/2006/relationships/image" Target="../media/image29.emf"/><Relationship Id="rId14" Type="http://schemas.openxmlformats.org/officeDocument/2006/relationships/image" Target="../media/image34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image" Target="../media/image33.emf"/><Relationship Id="rId3" Type="http://schemas.openxmlformats.org/officeDocument/2006/relationships/image" Target="../media/image38.emf"/><Relationship Id="rId7" Type="http://schemas.openxmlformats.org/officeDocument/2006/relationships/image" Target="../media/image27.emf"/><Relationship Id="rId12" Type="http://schemas.openxmlformats.org/officeDocument/2006/relationships/image" Target="../media/image32.emf"/><Relationship Id="rId2" Type="http://schemas.openxmlformats.org/officeDocument/2006/relationships/image" Target="../media/image37.emf"/><Relationship Id="rId16" Type="http://schemas.openxmlformats.org/officeDocument/2006/relationships/image" Target="../media/image42.emf"/><Relationship Id="rId1" Type="http://schemas.openxmlformats.org/officeDocument/2006/relationships/image" Target="../media/image23.emf"/><Relationship Id="rId6" Type="http://schemas.openxmlformats.org/officeDocument/2006/relationships/image" Target="../media/image26.emf"/><Relationship Id="rId11" Type="http://schemas.openxmlformats.org/officeDocument/2006/relationships/image" Target="../media/image40.emf"/><Relationship Id="rId5" Type="http://schemas.openxmlformats.org/officeDocument/2006/relationships/image" Target="../media/image39.emf"/><Relationship Id="rId15" Type="http://schemas.openxmlformats.org/officeDocument/2006/relationships/image" Target="../media/image35.emf"/><Relationship Id="rId10" Type="http://schemas.openxmlformats.org/officeDocument/2006/relationships/image" Target="../media/image30.emf"/><Relationship Id="rId4" Type="http://schemas.openxmlformats.org/officeDocument/2006/relationships/image" Target="../media/image25.emf"/><Relationship Id="rId9" Type="http://schemas.openxmlformats.org/officeDocument/2006/relationships/image" Target="../media/image29.emf"/><Relationship Id="rId14" Type="http://schemas.openxmlformats.org/officeDocument/2006/relationships/image" Target="../media/image41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image" Target="../media/image32.emf"/><Relationship Id="rId7" Type="http://schemas.openxmlformats.org/officeDocument/2006/relationships/image" Target="../media/image48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Relationship Id="rId6" Type="http://schemas.openxmlformats.org/officeDocument/2006/relationships/image" Target="../media/image47.emf"/><Relationship Id="rId11" Type="http://schemas.openxmlformats.org/officeDocument/2006/relationships/image" Target="../media/image52.emf"/><Relationship Id="rId5" Type="http://schemas.openxmlformats.org/officeDocument/2006/relationships/image" Target="../media/image46.emf"/><Relationship Id="rId10" Type="http://schemas.openxmlformats.org/officeDocument/2006/relationships/image" Target="../media/image51.emf"/><Relationship Id="rId4" Type="http://schemas.openxmlformats.org/officeDocument/2006/relationships/image" Target="../media/image45.emf"/><Relationship Id="rId9" Type="http://schemas.openxmlformats.org/officeDocument/2006/relationships/image" Target="../media/image50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13" Type="http://schemas.openxmlformats.org/officeDocument/2006/relationships/image" Target="../media/image35.emf"/><Relationship Id="rId3" Type="http://schemas.openxmlformats.org/officeDocument/2006/relationships/image" Target="../media/image11.emf"/><Relationship Id="rId7" Type="http://schemas.openxmlformats.org/officeDocument/2006/relationships/image" Target="../media/image28.emf"/><Relationship Id="rId12" Type="http://schemas.openxmlformats.org/officeDocument/2006/relationships/image" Target="../media/image33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Relationship Id="rId6" Type="http://schemas.openxmlformats.org/officeDocument/2006/relationships/image" Target="../media/image27.emf"/><Relationship Id="rId11" Type="http://schemas.openxmlformats.org/officeDocument/2006/relationships/image" Target="../media/image32.emf"/><Relationship Id="rId5" Type="http://schemas.openxmlformats.org/officeDocument/2006/relationships/image" Target="../media/image26.emf"/><Relationship Id="rId15" Type="http://schemas.openxmlformats.org/officeDocument/2006/relationships/image" Target="../media/image55.emf"/><Relationship Id="rId10" Type="http://schemas.openxmlformats.org/officeDocument/2006/relationships/image" Target="../media/image53.emf"/><Relationship Id="rId4" Type="http://schemas.openxmlformats.org/officeDocument/2006/relationships/image" Target="../media/image12.emf"/><Relationship Id="rId9" Type="http://schemas.openxmlformats.org/officeDocument/2006/relationships/image" Target="../media/image30.emf"/><Relationship Id="rId14" Type="http://schemas.openxmlformats.org/officeDocument/2006/relationships/image" Target="../media/image54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23.emf"/><Relationship Id="rId7" Type="http://schemas.openxmlformats.org/officeDocument/2006/relationships/image" Target="../media/image26.emf"/><Relationship Id="rId12" Type="http://schemas.openxmlformats.org/officeDocument/2006/relationships/image" Target="../media/image59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Relationship Id="rId6" Type="http://schemas.openxmlformats.org/officeDocument/2006/relationships/image" Target="../media/image12.emf"/><Relationship Id="rId11" Type="http://schemas.openxmlformats.org/officeDocument/2006/relationships/image" Target="../media/image58.emf"/><Relationship Id="rId5" Type="http://schemas.openxmlformats.org/officeDocument/2006/relationships/image" Target="../media/image11.emf"/><Relationship Id="rId10" Type="http://schemas.openxmlformats.org/officeDocument/2006/relationships/image" Target="../media/image55.emf"/><Relationship Id="rId4" Type="http://schemas.openxmlformats.org/officeDocument/2006/relationships/image" Target="../media/image24.emf"/><Relationship Id="rId9" Type="http://schemas.openxmlformats.org/officeDocument/2006/relationships/image" Target="../media/image54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image" Target="../media/image24.emf"/><Relationship Id="rId7" Type="http://schemas.openxmlformats.org/officeDocument/2006/relationships/image" Target="../media/image61.emf"/><Relationship Id="rId12" Type="http://schemas.openxmlformats.org/officeDocument/2006/relationships/image" Target="../media/image62.emf"/><Relationship Id="rId2" Type="http://schemas.openxmlformats.org/officeDocument/2006/relationships/image" Target="../media/image23.emf"/><Relationship Id="rId1" Type="http://schemas.openxmlformats.org/officeDocument/2006/relationships/image" Target="../media/image60.emf"/><Relationship Id="rId6" Type="http://schemas.openxmlformats.org/officeDocument/2006/relationships/image" Target="../media/image26.emf"/><Relationship Id="rId11" Type="http://schemas.openxmlformats.org/officeDocument/2006/relationships/image" Target="../media/image30.emf"/><Relationship Id="rId5" Type="http://schemas.openxmlformats.org/officeDocument/2006/relationships/image" Target="../media/image12.emf"/><Relationship Id="rId10" Type="http://schemas.openxmlformats.org/officeDocument/2006/relationships/image" Target="../media/image29.emf"/><Relationship Id="rId4" Type="http://schemas.openxmlformats.org/officeDocument/2006/relationships/image" Target="../media/image11.emf"/><Relationship Id="rId9" Type="http://schemas.openxmlformats.org/officeDocument/2006/relationships/image" Target="../media/image2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66FC9-AD20-41D6-B892-C6AA5D3E205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3174E8-332D-46BA-B4E1-0B3B2C024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62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9E3A8BC2-0C83-655C-70E1-80E1CB934717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67A4112D-8CD0-4690-864D-229FC6B6AE09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9325893-21C0-52E4-D151-F9F8926682A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D8954C95-2E00-4C45-A5F2-334BE481BBDA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8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37601" name="Rectangle 1">
            <a:extLst>
              <a:ext uri="{FF2B5EF4-FFF2-40B4-BE49-F238E27FC236}">
                <a16:creationId xmlns:a16="http://schemas.microsoft.com/office/drawing/2014/main" id="{58F90A85-53FF-091E-3D80-5F94642F6AF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84138" y="747713"/>
            <a:ext cx="7259638" cy="40846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7602" name="Text Box 2">
            <a:extLst>
              <a:ext uri="{FF2B5EF4-FFF2-40B4-BE49-F238E27FC236}">
                <a16:creationId xmlns:a16="http://schemas.microsoft.com/office/drawing/2014/main" id="{404C9800-52A4-E793-668C-CC18A7745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5114925"/>
            <a:ext cx="6153150" cy="455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7603" name="Text Box 3">
            <a:extLst>
              <a:ext uri="{FF2B5EF4-FFF2-40B4-BE49-F238E27FC236}">
                <a16:creationId xmlns:a16="http://schemas.microsoft.com/office/drawing/2014/main" id="{89B92B62-ABDE-49B2-1BDA-0DEA18655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1698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43FFDE1-F437-496A-A529-4A1CA9E6B08E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537604" name="Text Box 4">
            <a:extLst>
              <a:ext uri="{FF2B5EF4-FFF2-40B4-BE49-F238E27FC236}">
                <a16:creationId xmlns:a16="http://schemas.microsoft.com/office/drawing/2014/main" id="{7242487D-01E3-E399-BE5D-2C499108E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63" y="9752013"/>
            <a:ext cx="3071812" cy="31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5563F58-4675-4955-93D7-D0800E07EE87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8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9506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23F92B3-D527-246A-C0FA-C03E9A7FF2C9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67A4112D-8CD0-4690-864D-229FC6B6AE09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5B13A2A-1435-1C06-AA16-24D413FEE91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277F580A-4340-48CC-9D05-A0D434C3F527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9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38625" name="Rectangle 1">
            <a:extLst>
              <a:ext uri="{FF2B5EF4-FFF2-40B4-BE49-F238E27FC236}">
                <a16:creationId xmlns:a16="http://schemas.microsoft.com/office/drawing/2014/main" id="{E5F7129A-DA3A-EE95-C13B-0B17A4FD00C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84138" y="747713"/>
            <a:ext cx="7259638" cy="40846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8626" name="Text Box 2">
            <a:extLst>
              <a:ext uri="{FF2B5EF4-FFF2-40B4-BE49-F238E27FC236}">
                <a16:creationId xmlns:a16="http://schemas.microsoft.com/office/drawing/2014/main" id="{AB232F25-0CBA-2921-E8DC-EB715F37D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5114925"/>
            <a:ext cx="6153150" cy="455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8627" name="Text Box 3">
            <a:extLst>
              <a:ext uri="{FF2B5EF4-FFF2-40B4-BE49-F238E27FC236}">
                <a16:creationId xmlns:a16="http://schemas.microsoft.com/office/drawing/2014/main" id="{DDB71F35-E2A1-EF58-9B2E-A8C614E2A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1698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1D0CDCD-BB5E-411A-A63F-781733C31A0D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538628" name="Text Box 4">
            <a:extLst>
              <a:ext uri="{FF2B5EF4-FFF2-40B4-BE49-F238E27FC236}">
                <a16:creationId xmlns:a16="http://schemas.microsoft.com/office/drawing/2014/main" id="{9CDFBBE5-5C95-D9C8-B388-023F216E2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63" y="9752013"/>
            <a:ext cx="3071812" cy="31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969466A-4148-4DE2-87C2-72C6347E4EEF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9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1990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D8E5B42-DB36-CD8C-2B08-0A5C23315C11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67A4112D-8CD0-4690-864D-229FC6B6AE09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E351761-EFF0-54BC-9381-BE089401F1D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9598EC2E-A447-4B08-B2FA-D0CDA50BA441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10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39649" name="Rectangle 1">
            <a:extLst>
              <a:ext uri="{FF2B5EF4-FFF2-40B4-BE49-F238E27FC236}">
                <a16:creationId xmlns:a16="http://schemas.microsoft.com/office/drawing/2014/main" id="{1F65E3A8-2742-EA25-8DCB-6DF10B22EE2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84138" y="747713"/>
            <a:ext cx="7259638" cy="40846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9650" name="Text Box 2">
            <a:extLst>
              <a:ext uri="{FF2B5EF4-FFF2-40B4-BE49-F238E27FC236}">
                <a16:creationId xmlns:a16="http://schemas.microsoft.com/office/drawing/2014/main" id="{65988A48-6FA8-B185-7E31-89C889353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5114925"/>
            <a:ext cx="6153150" cy="455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9651" name="Text Box 3">
            <a:extLst>
              <a:ext uri="{FF2B5EF4-FFF2-40B4-BE49-F238E27FC236}">
                <a16:creationId xmlns:a16="http://schemas.microsoft.com/office/drawing/2014/main" id="{57C66431-2C04-46CB-CBC6-881E4276A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1698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EB368ED-FF85-40CD-AD5E-0EB1159D715D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539652" name="Text Box 4">
            <a:extLst>
              <a:ext uri="{FF2B5EF4-FFF2-40B4-BE49-F238E27FC236}">
                <a16:creationId xmlns:a16="http://schemas.microsoft.com/office/drawing/2014/main" id="{8BD49F6B-937C-ACFE-2263-B520F3FD6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63" y="9752013"/>
            <a:ext cx="3071812" cy="31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0B00CE0-ECAC-4A87-B40F-EDC6E71F3453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26960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02977561-E6AC-0CDD-EF0E-5F7A145AE028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67A4112D-8CD0-4690-864D-229FC6B6AE09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826A947-E641-C230-AF8A-B14E997C364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469DC9C2-E947-4B82-8368-04E332FE5507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11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31457" name="Rectangle 1">
            <a:extLst>
              <a:ext uri="{FF2B5EF4-FFF2-40B4-BE49-F238E27FC236}">
                <a16:creationId xmlns:a16="http://schemas.microsoft.com/office/drawing/2014/main" id="{182E26A0-C684-DCF9-A6D2-5E76E897491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84138" y="747713"/>
            <a:ext cx="7259638" cy="40846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1458" name="Text Box 2">
            <a:extLst>
              <a:ext uri="{FF2B5EF4-FFF2-40B4-BE49-F238E27FC236}">
                <a16:creationId xmlns:a16="http://schemas.microsoft.com/office/drawing/2014/main" id="{5F2B7BC1-6B0B-3255-781C-C602C3546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5114925"/>
            <a:ext cx="6153150" cy="455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1459" name="Text Box 3">
            <a:extLst>
              <a:ext uri="{FF2B5EF4-FFF2-40B4-BE49-F238E27FC236}">
                <a16:creationId xmlns:a16="http://schemas.microsoft.com/office/drawing/2014/main" id="{0FEED3A9-0947-8FDC-6E14-3CEC93371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1698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99C2EC63-5E5D-4FD4-8782-57F80CFCBB1C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531460" name="Text Box 4">
            <a:extLst>
              <a:ext uri="{FF2B5EF4-FFF2-40B4-BE49-F238E27FC236}">
                <a16:creationId xmlns:a16="http://schemas.microsoft.com/office/drawing/2014/main" id="{9598C5BC-DD1B-995F-950A-2037D7C63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63" y="9752013"/>
            <a:ext cx="3071812" cy="31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BCBA9FD-32A0-4AF5-9764-7F0519F5B8BE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11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4037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6D284C97-3836-F86E-649C-71A0F623C923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67A4112D-8CD0-4690-864D-229FC6B6AE09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E1F63C7-6C30-5923-A426-3D084AF877C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F2EFE92F-EC43-498E-9785-5BFAB5EFD873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12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32481" name="Rectangle 1">
            <a:extLst>
              <a:ext uri="{FF2B5EF4-FFF2-40B4-BE49-F238E27FC236}">
                <a16:creationId xmlns:a16="http://schemas.microsoft.com/office/drawing/2014/main" id="{4A2D6466-B11A-88A0-2971-02426917D72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84138" y="747713"/>
            <a:ext cx="7259638" cy="40846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2482" name="Text Box 2">
            <a:extLst>
              <a:ext uri="{FF2B5EF4-FFF2-40B4-BE49-F238E27FC236}">
                <a16:creationId xmlns:a16="http://schemas.microsoft.com/office/drawing/2014/main" id="{150F2D0D-813D-E590-FDAD-0FBAF24CC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5114925"/>
            <a:ext cx="6153150" cy="455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2483" name="Text Box 3">
            <a:extLst>
              <a:ext uri="{FF2B5EF4-FFF2-40B4-BE49-F238E27FC236}">
                <a16:creationId xmlns:a16="http://schemas.microsoft.com/office/drawing/2014/main" id="{274BF109-9B70-87D0-5BBA-F035C08BE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1698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1022B12-56A3-4527-B955-C7DA0C5FCF76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532484" name="Text Box 4">
            <a:extLst>
              <a:ext uri="{FF2B5EF4-FFF2-40B4-BE49-F238E27FC236}">
                <a16:creationId xmlns:a16="http://schemas.microsoft.com/office/drawing/2014/main" id="{7D7B3483-DB70-C8B8-78BF-7E9707D18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63" y="9752013"/>
            <a:ext cx="3071812" cy="31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02402C5-3091-4F6E-860D-6645B87BAACE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12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1870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538A385-9EA8-D323-606F-4F9B43162551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67A4112D-8CD0-4690-864D-229FC6B6AE09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A582722-C7A2-D155-E88C-E4B6287B256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169E596E-F1D9-4F09-8949-E40585E1D542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13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33505" name="Rectangle 1">
            <a:extLst>
              <a:ext uri="{FF2B5EF4-FFF2-40B4-BE49-F238E27FC236}">
                <a16:creationId xmlns:a16="http://schemas.microsoft.com/office/drawing/2014/main" id="{98EDDCC0-B851-E6B6-B67D-602F3D595F9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84138" y="747713"/>
            <a:ext cx="7259638" cy="40846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3506" name="Text Box 2">
            <a:extLst>
              <a:ext uri="{FF2B5EF4-FFF2-40B4-BE49-F238E27FC236}">
                <a16:creationId xmlns:a16="http://schemas.microsoft.com/office/drawing/2014/main" id="{230AE716-B3B7-D40A-ADAD-FF27D14ED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5114925"/>
            <a:ext cx="6153150" cy="455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3507" name="Text Box 3">
            <a:extLst>
              <a:ext uri="{FF2B5EF4-FFF2-40B4-BE49-F238E27FC236}">
                <a16:creationId xmlns:a16="http://schemas.microsoft.com/office/drawing/2014/main" id="{40A72021-AE67-9401-8505-6401CD18E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1698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EFC6ABD-EF06-4EA0-A057-B8BB0B283B96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533508" name="Text Box 4">
            <a:extLst>
              <a:ext uri="{FF2B5EF4-FFF2-40B4-BE49-F238E27FC236}">
                <a16:creationId xmlns:a16="http://schemas.microsoft.com/office/drawing/2014/main" id="{52292BF0-3237-2E1C-5EF0-843575A65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63" y="9752013"/>
            <a:ext cx="3071812" cy="31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0EC5124-2A12-4D36-960B-36A752BF0A71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13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12054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C800B7F-2297-18FB-2B81-7E0F8B3E5E79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67A4112D-8CD0-4690-864D-229FC6B6AE09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A7AB4E7-13D0-914A-B4FD-2FEE2CF6F40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BD4A8529-72A5-4F29-B48D-D67D3F42EFD8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14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34529" name="Rectangle 1">
            <a:extLst>
              <a:ext uri="{FF2B5EF4-FFF2-40B4-BE49-F238E27FC236}">
                <a16:creationId xmlns:a16="http://schemas.microsoft.com/office/drawing/2014/main" id="{FC4D833E-73FF-B3B1-8C95-5597D6919E03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84138" y="747713"/>
            <a:ext cx="7259638" cy="40846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4530" name="Text Box 2">
            <a:extLst>
              <a:ext uri="{FF2B5EF4-FFF2-40B4-BE49-F238E27FC236}">
                <a16:creationId xmlns:a16="http://schemas.microsoft.com/office/drawing/2014/main" id="{A33831C5-82A1-4C74-AE43-100EED561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5114925"/>
            <a:ext cx="6153150" cy="455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4531" name="Text Box 3">
            <a:extLst>
              <a:ext uri="{FF2B5EF4-FFF2-40B4-BE49-F238E27FC236}">
                <a16:creationId xmlns:a16="http://schemas.microsoft.com/office/drawing/2014/main" id="{F148CB84-E048-91E2-5E3D-D91BEAD2A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1698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DFBCE53-CAE4-4F32-A043-30C9B4EAC812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534532" name="Text Box 4">
            <a:extLst>
              <a:ext uri="{FF2B5EF4-FFF2-40B4-BE49-F238E27FC236}">
                <a16:creationId xmlns:a16="http://schemas.microsoft.com/office/drawing/2014/main" id="{B35B81CE-0E2B-170B-90CF-A6730D9AD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63" y="9752013"/>
            <a:ext cx="3071812" cy="31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F116E71-7D55-4FF5-AC9D-DC25B8678B11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14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42508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B71F55FA-B4D9-A356-AAB2-49DEC22C100C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67A4112D-8CD0-4690-864D-229FC6B6AE09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2A5C25E-DC5E-1A04-FE73-40A91CC0BEB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64B634A2-F4D9-4547-BA74-182F2B278234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35553" name="Rectangle 1">
            <a:extLst>
              <a:ext uri="{FF2B5EF4-FFF2-40B4-BE49-F238E27FC236}">
                <a16:creationId xmlns:a16="http://schemas.microsoft.com/office/drawing/2014/main" id="{CF93432E-F0C1-62F1-6712-0A82B27C097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84138" y="747713"/>
            <a:ext cx="7259638" cy="40846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5554" name="Text Box 2">
            <a:extLst>
              <a:ext uri="{FF2B5EF4-FFF2-40B4-BE49-F238E27FC236}">
                <a16:creationId xmlns:a16="http://schemas.microsoft.com/office/drawing/2014/main" id="{5355088F-989E-A643-EA86-6A04653AC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5114925"/>
            <a:ext cx="6153150" cy="455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5555" name="Text Box 3">
            <a:extLst>
              <a:ext uri="{FF2B5EF4-FFF2-40B4-BE49-F238E27FC236}">
                <a16:creationId xmlns:a16="http://schemas.microsoft.com/office/drawing/2014/main" id="{7836522A-7BD7-02F9-5E93-834FF0E1B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1698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C28416A-F9A8-455F-92BC-2D8A78D784F6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535556" name="Text Box 4">
            <a:extLst>
              <a:ext uri="{FF2B5EF4-FFF2-40B4-BE49-F238E27FC236}">
                <a16:creationId xmlns:a16="http://schemas.microsoft.com/office/drawing/2014/main" id="{D2D3DAE7-890A-2587-1B67-E296FFF53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63" y="9752013"/>
            <a:ext cx="3071812" cy="31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D684685-C395-4FE4-BF42-297CCB515487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3721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A45F526-579F-2D82-2735-EDE9D30395D9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67A4112D-8CD0-4690-864D-229FC6B6AE09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A45BEAD-680B-BA7F-4CA2-DF91654FFB2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fld id="{658FB1ED-8E78-450B-9987-CD975EAA316F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</a:tabLst>
                <a:defRPr/>
              </a:pPr>
              <a:t>16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36577" name="Rectangle 1">
            <a:extLst>
              <a:ext uri="{FF2B5EF4-FFF2-40B4-BE49-F238E27FC236}">
                <a16:creationId xmlns:a16="http://schemas.microsoft.com/office/drawing/2014/main" id="{B96A9D87-37B6-0D13-373B-99090D7BB2D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84138" y="747713"/>
            <a:ext cx="7259638" cy="40846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6578" name="Text Box 2">
            <a:extLst>
              <a:ext uri="{FF2B5EF4-FFF2-40B4-BE49-F238E27FC236}">
                <a16:creationId xmlns:a16="http://schemas.microsoft.com/office/drawing/2014/main" id="{8AC2ABBB-9F23-2A2A-9429-FC3C50E6E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5114925"/>
            <a:ext cx="6153150" cy="455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6579" name="Text Box 3">
            <a:extLst>
              <a:ext uri="{FF2B5EF4-FFF2-40B4-BE49-F238E27FC236}">
                <a16:creationId xmlns:a16="http://schemas.microsoft.com/office/drawing/2014/main" id="{202E31E2-6CD7-14BF-D986-86D459A77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1698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94F95AE2-06E5-46EC-A3DF-C0F2B1A636EC}" type="datetime1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10/31/2025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536580" name="Text Box 4">
            <a:extLst>
              <a:ext uri="{FF2B5EF4-FFF2-40B4-BE49-F238E27FC236}">
                <a16:creationId xmlns:a16="http://schemas.microsoft.com/office/drawing/2014/main" id="{3E197C2B-2600-A045-CCD9-9981BB789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63" y="9752013"/>
            <a:ext cx="3071812" cy="31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8640" tIns="49320" rIns="98640" bIns="4932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4A8C4DA-058E-487A-B1B1-E9E6B3968F67}" type="slidenum">
              <a:rPr kumimoji="0" lang="en-US" altLang="en-BE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16</a:t>
            </a:fld>
            <a:endParaRPr kumimoji="0" lang="en-US" altLang="en-BE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84226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3771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02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11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19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8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0092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984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6039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8953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0999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3342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9481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6963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8593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2812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45296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79E14-D10A-C329-A8D5-F81E6FDCF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9F704-FA27-46B9-9A83-A59C7854B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431239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88CD-FC40-5D8B-AE53-D4D05DC76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15EAD-285C-2A9B-B430-30A4E9BCE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6773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D8E9D-0FCE-FA63-F3F7-7622507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40CC0-82B8-9F80-91B4-F3490724D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02729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533CB-D774-F791-97DF-613448A9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08F32-69A6-40D5-9F91-918951C93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4067" y="1019175"/>
            <a:ext cx="5626100" cy="5380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2AC94-44EB-86E3-75A9-241426668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3367" y="1019175"/>
            <a:ext cx="5626100" cy="5380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42892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0D1E0-F2E0-9B15-95A6-B34165E0D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E6ABC-B7EC-44FE-BF60-140A747B5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EF5B2-173D-2971-AD85-C2F83EFD3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7EAE70-89D0-E871-D263-4EF51B06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D72780-9605-6C55-55EF-D3283405D7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089923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C66D-332D-DBD7-EB81-98EF03C9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593577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7960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C054-409D-D5A9-E94B-00FDA33A1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31A50-659A-06CB-1A91-F9548A657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DD524-9B8B-2C8F-07F7-8E8F775B9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38623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35333-9D7B-B9FC-7374-87EA7502B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F06182-6E4E-27AE-2A59-2DDC549C5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C47DA-52A1-5C5C-831A-C7BBE67AC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53421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A1B57-EF28-CCA6-4712-494D0923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87ED4-E72D-4905-87F6-DE58E8964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419962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BD966D-7DB2-3853-FC26-269D12DF2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64600" y="22225"/>
            <a:ext cx="2954867" cy="63769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76662-FF55-6A52-973B-DA9EABD9E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22225"/>
            <a:ext cx="8661400" cy="63769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6532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Pilani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427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3054" y="984503"/>
            <a:ext cx="10609580" cy="114300"/>
          </a:xfrm>
          <a:custGeom>
            <a:avLst/>
            <a:gdLst/>
            <a:ahLst/>
            <a:cxnLst/>
            <a:rect l="l" t="t" r="r" b="b"/>
            <a:pathLst>
              <a:path w="10609580" h="114300">
                <a:moveTo>
                  <a:pt x="10609326" y="0"/>
                </a:moveTo>
                <a:lnTo>
                  <a:pt x="0" y="0"/>
                </a:lnTo>
                <a:lnTo>
                  <a:pt x="0" y="4572"/>
                </a:lnTo>
                <a:lnTo>
                  <a:pt x="0" y="9144"/>
                </a:lnTo>
                <a:lnTo>
                  <a:pt x="0" y="114300"/>
                </a:lnTo>
                <a:lnTo>
                  <a:pt x="6206490" y="114300"/>
                </a:lnTo>
                <a:lnTo>
                  <a:pt x="6206490" y="9144"/>
                </a:lnTo>
                <a:lnTo>
                  <a:pt x="10609326" y="9144"/>
                </a:lnTo>
                <a:lnTo>
                  <a:pt x="10609326" y="0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813053" y="6169914"/>
            <a:ext cx="10565130" cy="3175"/>
          </a:xfrm>
          <a:custGeom>
            <a:avLst/>
            <a:gdLst/>
            <a:ahLst/>
            <a:cxnLst/>
            <a:rect l="l" t="t" r="r" b="b"/>
            <a:pathLst>
              <a:path w="10565130" h="3175">
                <a:moveTo>
                  <a:pt x="10565130" y="3048"/>
                </a:moveTo>
                <a:lnTo>
                  <a:pt x="10565130" y="0"/>
                </a:lnTo>
                <a:lnTo>
                  <a:pt x="0" y="0"/>
                </a:lnTo>
                <a:lnTo>
                  <a:pt x="0" y="3048"/>
                </a:lnTo>
                <a:lnTo>
                  <a:pt x="10565130" y="3048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9150" y="347725"/>
            <a:ext cx="10593196" cy="572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4550" y="1327353"/>
            <a:ext cx="5730875" cy="154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31611" y="6276791"/>
            <a:ext cx="1130300" cy="210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1794" y="6276028"/>
            <a:ext cx="1085214" cy="21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52988" y="6276028"/>
            <a:ext cx="384399" cy="2146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3368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Line 1">
            <a:extLst>
              <a:ext uri="{FF2B5EF4-FFF2-40B4-BE49-F238E27FC236}">
                <a16:creationId xmlns:a16="http://schemas.microsoft.com/office/drawing/2014/main" id="{C8E5D1E8-7B3A-52E2-52A5-4AEFEE7485EC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35014"/>
            <a:ext cx="12192000" cy="1587"/>
          </a:xfrm>
          <a:prstGeom prst="line">
            <a:avLst/>
          </a:prstGeom>
          <a:noFill/>
          <a:ln w="76320" cap="sq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0994F0B5-9585-A67B-3F90-253CFB3BC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2225"/>
            <a:ext cx="114554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91440" rIns="4572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BE"/>
              <a:t>Click to edit the title text format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2EA38DA-CED7-0EF3-E781-DD43E0E468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4067" y="1019175"/>
            <a:ext cx="11455400" cy="538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91440" rIns="45720" bIns="914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BE"/>
              <a:t>Click to edit the outline text format</a:t>
            </a:r>
          </a:p>
          <a:p>
            <a:pPr lvl="1"/>
            <a:r>
              <a:rPr lang="en-GB" altLang="en-BE"/>
              <a:t>Second Outline Level</a:t>
            </a:r>
          </a:p>
          <a:p>
            <a:pPr lvl="2"/>
            <a:r>
              <a:rPr lang="en-GB" altLang="en-BE"/>
              <a:t>Third Outline Level</a:t>
            </a:r>
          </a:p>
          <a:p>
            <a:pPr lvl="3"/>
            <a:r>
              <a:rPr lang="en-GB" altLang="en-BE"/>
              <a:t>Fourth Outline Level</a:t>
            </a:r>
          </a:p>
          <a:p>
            <a:pPr lvl="4"/>
            <a:r>
              <a:rPr lang="en-GB" altLang="en-BE"/>
              <a:t>Fifth Outline Level</a:t>
            </a:r>
          </a:p>
          <a:p>
            <a:pPr lvl="4"/>
            <a:r>
              <a:rPr lang="en-GB" altLang="en-BE"/>
              <a:t>Sixth Outline Level</a:t>
            </a:r>
          </a:p>
          <a:p>
            <a:pPr lvl="4"/>
            <a:r>
              <a:rPr lang="en-GB" altLang="en-BE"/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558678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4572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marL="1143000" indent="-228600" algn="l" defTabSz="4572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marL="1600200" indent="-228600" algn="l" defTabSz="4572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marL="2057400" indent="-228600" algn="l" defTabSz="4572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2514600" indent="-228600" algn="l" defTabSz="4572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2971800" indent="-228600" algn="l" defTabSz="4572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3429000" indent="-228600" algn="l" defTabSz="4572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3886200" indent="-228600" algn="l" defTabSz="4572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342900" indent="-342900" algn="l" defTabSz="4572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0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lnSpc>
          <a:spcPct val="90000"/>
        </a:lnSpc>
        <a:spcBef>
          <a:spcPts val="6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7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lnSpc>
          <a:spcPct val="9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2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2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0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7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7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7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3.png"/><Relationship Id="rId7" Type="http://schemas.openxmlformats.org/officeDocument/2006/relationships/image" Target="../media/image78.png"/><Relationship Id="rId12" Type="http://schemas.openxmlformats.org/officeDocument/2006/relationships/image" Target="../media/image82.png"/><Relationship Id="rId17" Type="http://schemas.openxmlformats.org/officeDocument/2006/relationships/image" Target="../media/image8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7.png"/><Relationship Id="rId11" Type="http://schemas.openxmlformats.org/officeDocument/2006/relationships/image" Target="../media/image81.png"/><Relationship Id="rId5" Type="http://schemas.openxmlformats.org/officeDocument/2006/relationships/image" Target="../media/image76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16.xml"/><Relationship Id="rId11" Type="http://schemas.openxmlformats.org/officeDocument/2006/relationships/image" Target="../media/image88.png"/><Relationship Id="rId15" Type="http://schemas.openxmlformats.org/officeDocument/2006/relationships/image" Target="../media/image92.png"/><Relationship Id="rId10" Type="http://schemas.openxmlformats.org/officeDocument/2006/relationships/image" Target="../media/image138.png"/><Relationship Id="rId19" Type="http://schemas.openxmlformats.org/officeDocument/2006/relationships/image" Target="../media/image5.png"/><Relationship Id="rId14" Type="http://schemas.openxmlformats.org/officeDocument/2006/relationships/image" Target="../media/image91.png"/></Relationships>
</file>

<file path=ppt/slides/_rels/slide7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01.png"/><Relationship Id="rId3" Type="http://schemas.openxmlformats.org/officeDocument/2006/relationships/image" Target="../media/image97.png"/><Relationship Id="rId21" Type="http://schemas.openxmlformats.org/officeDocument/2006/relationships/image" Target="../media/image9.png"/><Relationship Id="rId7" Type="http://schemas.openxmlformats.org/officeDocument/2006/relationships/image" Target="../media/image114.png"/><Relationship Id="rId17" Type="http://schemas.openxmlformats.org/officeDocument/2006/relationships/image" Target="../media/image126.png"/><Relationship Id="rId2" Type="http://schemas.openxmlformats.org/officeDocument/2006/relationships/image" Target="../media/image96.png"/><Relationship Id="rId16" Type="http://schemas.openxmlformats.org/officeDocument/2006/relationships/image" Target="../media/image125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3.png"/><Relationship Id="rId5" Type="http://schemas.openxmlformats.org/officeDocument/2006/relationships/image" Target="../media/image100.png"/><Relationship Id="rId19" Type="http://schemas.openxmlformats.org/officeDocument/2006/relationships/image" Target="../media/image102.png"/><Relationship Id="rId4" Type="http://schemas.openxmlformats.org/officeDocument/2006/relationships/image" Target="../media/image9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4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1.e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6.emf"/><Relationship Id="rId2" Type="http://schemas.openxmlformats.org/officeDocument/2006/relationships/slideLayout" Target="../slideLayouts/slideLayout23.xml"/><Relationship Id="rId16" Type="http://schemas.openxmlformats.org/officeDocument/2006/relationships/oleObject" Target="../embeddings/oleObject7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3.emf"/><Relationship Id="rId5" Type="http://schemas.openxmlformats.org/officeDocument/2006/relationships/image" Target="../media/image10.emf"/><Relationship Id="rId15" Type="http://schemas.openxmlformats.org/officeDocument/2006/relationships/image" Target="../media/image15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emf"/><Relationship Id="rId1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13.emf"/><Relationship Id="rId18" Type="http://schemas.openxmlformats.org/officeDocument/2006/relationships/oleObject" Target="../embeddings/oleObject7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8.emf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15.emf"/><Relationship Id="rId2" Type="http://schemas.openxmlformats.org/officeDocument/2006/relationships/slideLayout" Target="../slideLayouts/slideLayout23.xml"/><Relationship Id="rId16" Type="http://schemas.openxmlformats.org/officeDocument/2006/relationships/oleObject" Target="../embeddings/oleObject6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2.emf"/><Relationship Id="rId5" Type="http://schemas.openxmlformats.org/officeDocument/2006/relationships/image" Target="../media/image17.emf"/><Relationship Id="rId15" Type="http://schemas.openxmlformats.org/officeDocument/2006/relationships/image" Target="../media/image14.emf"/><Relationship Id="rId10" Type="http://schemas.openxmlformats.org/officeDocument/2006/relationships/oleObject" Target="../embeddings/oleObject3.bin"/><Relationship Id="rId19" Type="http://schemas.openxmlformats.org/officeDocument/2006/relationships/image" Target="../media/image16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emf"/><Relationship Id="rId1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1.emf"/><Relationship Id="rId18" Type="http://schemas.openxmlformats.org/officeDocument/2006/relationships/oleObject" Target="../embeddings/oleObject5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5.emf"/><Relationship Id="rId7" Type="http://schemas.openxmlformats.org/officeDocument/2006/relationships/image" Target="../media/image20.emf"/><Relationship Id="rId12" Type="http://schemas.openxmlformats.org/officeDocument/2006/relationships/oleObject" Target="../embeddings/oleObject2.bin"/><Relationship Id="rId17" Type="http://schemas.openxmlformats.org/officeDocument/2006/relationships/image" Target="../media/image13.emf"/><Relationship Id="rId2" Type="http://schemas.openxmlformats.org/officeDocument/2006/relationships/slideLayout" Target="../slideLayouts/slideLayout23.xml"/><Relationship Id="rId16" Type="http://schemas.openxmlformats.org/officeDocument/2006/relationships/oleObject" Target="../embeddings/oleObject4.bin"/><Relationship Id="rId20" Type="http://schemas.openxmlformats.org/officeDocument/2006/relationships/oleObject" Target="../embeddings/oleObject6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2.emf"/><Relationship Id="rId5" Type="http://schemas.openxmlformats.org/officeDocument/2006/relationships/image" Target="../media/image19.emf"/><Relationship Id="rId15" Type="http://schemas.openxmlformats.org/officeDocument/2006/relationships/image" Target="../media/image12.emf"/><Relationship Id="rId23" Type="http://schemas.openxmlformats.org/officeDocument/2006/relationships/image" Target="../media/image16.emf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14.e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1.emf"/><Relationship Id="rId14" Type="http://schemas.openxmlformats.org/officeDocument/2006/relationships/oleObject" Target="../embeddings/oleObject3.bin"/><Relationship Id="rId22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7.emf"/><Relationship Id="rId26" Type="http://schemas.openxmlformats.org/officeDocument/2006/relationships/image" Target="../media/image31.emf"/><Relationship Id="rId39" Type="http://schemas.openxmlformats.org/officeDocument/2006/relationships/image" Target="../media/image35.emf"/><Relationship Id="rId21" Type="http://schemas.openxmlformats.org/officeDocument/2006/relationships/oleObject" Target="../embeddings/oleObject22.bin"/><Relationship Id="rId34" Type="http://schemas.openxmlformats.org/officeDocument/2006/relationships/oleObject" Target="../embeddings/oleObject30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5.emf"/><Relationship Id="rId17" Type="http://schemas.openxmlformats.org/officeDocument/2006/relationships/oleObject" Target="../embeddings/oleObject20.bin"/><Relationship Id="rId25" Type="http://schemas.openxmlformats.org/officeDocument/2006/relationships/oleObject" Target="../embeddings/oleObject24.bin"/><Relationship Id="rId33" Type="http://schemas.openxmlformats.org/officeDocument/2006/relationships/oleObject" Target="../embeddings/oleObject29.bin"/><Relationship Id="rId38" Type="http://schemas.openxmlformats.org/officeDocument/2006/relationships/oleObject" Target="../embeddings/oleObject33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26.emf"/><Relationship Id="rId20" Type="http://schemas.openxmlformats.org/officeDocument/2006/relationships/image" Target="../media/image28.emf"/><Relationship Id="rId29" Type="http://schemas.openxmlformats.org/officeDocument/2006/relationships/oleObject" Target="../embeddings/oleObject26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emf"/><Relationship Id="rId11" Type="http://schemas.openxmlformats.org/officeDocument/2006/relationships/oleObject" Target="../embeddings/oleObject17.bin"/><Relationship Id="rId24" Type="http://schemas.openxmlformats.org/officeDocument/2006/relationships/image" Target="../media/image30.emf"/><Relationship Id="rId32" Type="http://schemas.openxmlformats.org/officeDocument/2006/relationships/oleObject" Target="../embeddings/oleObject28.bin"/><Relationship Id="rId37" Type="http://schemas.openxmlformats.org/officeDocument/2006/relationships/image" Target="../media/image34.emf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23" Type="http://schemas.openxmlformats.org/officeDocument/2006/relationships/oleObject" Target="../embeddings/oleObject23.bin"/><Relationship Id="rId28" Type="http://schemas.openxmlformats.org/officeDocument/2006/relationships/image" Target="../media/image32.emf"/><Relationship Id="rId36" Type="http://schemas.openxmlformats.org/officeDocument/2006/relationships/oleObject" Target="../embeddings/oleObject32.bin"/><Relationship Id="rId10" Type="http://schemas.openxmlformats.org/officeDocument/2006/relationships/image" Target="../media/image11.emf"/><Relationship Id="rId19" Type="http://schemas.openxmlformats.org/officeDocument/2006/relationships/oleObject" Target="../embeddings/oleObject21.bin"/><Relationship Id="rId31" Type="http://schemas.openxmlformats.org/officeDocument/2006/relationships/image" Target="../media/image33.emf"/><Relationship Id="rId4" Type="http://schemas.openxmlformats.org/officeDocument/2006/relationships/image" Target="../media/image36.png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2.emf"/><Relationship Id="rId22" Type="http://schemas.openxmlformats.org/officeDocument/2006/relationships/image" Target="../media/image29.emf"/><Relationship Id="rId27" Type="http://schemas.openxmlformats.org/officeDocument/2006/relationships/oleObject" Target="../embeddings/oleObject25.bin"/><Relationship Id="rId30" Type="http://schemas.openxmlformats.org/officeDocument/2006/relationships/oleObject" Target="../embeddings/oleObject27.bin"/><Relationship Id="rId35" Type="http://schemas.openxmlformats.org/officeDocument/2006/relationships/oleObject" Target="../embeddings/oleObject31.bin"/><Relationship Id="rId8" Type="http://schemas.openxmlformats.org/officeDocument/2006/relationships/image" Target="../media/image24.emf"/><Relationship Id="rId3" Type="http://schemas.openxmlformats.org/officeDocument/2006/relationships/notesSlide" Target="../notesSlides/notesSlide4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8.bin"/><Relationship Id="rId18" Type="http://schemas.openxmlformats.org/officeDocument/2006/relationships/image" Target="../media/image27.emf"/><Relationship Id="rId26" Type="http://schemas.openxmlformats.org/officeDocument/2006/relationships/image" Target="../media/image40.emf"/><Relationship Id="rId39" Type="http://schemas.openxmlformats.org/officeDocument/2006/relationships/image" Target="../media/image35.emf"/><Relationship Id="rId21" Type="http://schemas.openxmlformats.org/officeDocument/2006/relationships/oleObject" Target="../embeddings/oleObject42.bin"/><Relationship Id="rId34" Type="http://schemas.openxmlformats.org/officeDocument/2006/relationships/oleObject" Target="../embeddings/oleObject50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26.emf"/><Relationship Id="rId20" Type="http://schemas.openxmlformats.org/officeDocument/2006/relationships/image" Target="../media/image28.emf"/><Relationship Id="rId29" Type="http://schemas.openxmlformats.org/officeDocument/2006/relationships/oleObject" Target="../embeddings/oleObject46.bin"/><Relationship Id="rId41" Type="http://schemas.openxmlformats.org/officeDocument/2006/relationships/image" Target="../media/image42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emf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30.emf"/><Relationship Id="rId32" Type="http://schemas.openxmlformats.org/officeDocument/2006/relationships/oleObject" Target="../embeddings/oleObject48.bin"/><Relationship Id="rId37" Type="http://schemas.openxmlformats.org/officeDocument/2006/relationships/image" Target="../media/image41.emf"/><Relationship Id="rId40" Type="http://schemas.openxmlformats.org/officeDocument/2006/relationships/oleObject" Target="../embeddings/oleObject54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3.bin"/><Relationship Id="rId28" Type="http://schemas.openxmlformats.org/officeDocument/2006/relationships/image" Target="../media/image32.emf"/><Relationship Id="rId36" Type="http://schemas.openxmlformats.org/officeDocument/2006/relationships/oleObject" Target="../embeddings/oleObject52.bin"/><Relationship Id="rId10" Type="http://schemas.openxmlformats.org/officeDocument/2006/relationships/image" Target="../media/image38.emf"/><Relationship Id="rId19" Type="http://schemas.openxmlformats.org/officeDocument/2006/relationships/oleObject" Target="../embeddings/oleObject41.bin"/><Relationship Id="rId31" Type="http://schemas.openxmlformats.org/officeDocument/2006/relationships/image" Target="../media/image33.emf"/><Relationship Id="rId4" Type="http://schemas.openxmlformats.org/officeDocument/2006/relationships/image" Target="../media/image36.png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9.emf"/><Relationship Id="rId22" Type="http://schemas.openxmlformats.org/officeDocument/2006/relationships/image" Target="../media/image29.emf"/><Relationship Id="rId27" Type="http://schemas.openxmlformats.org/officeDocument/2006/relationships/oleObject" Target="../embeddings/oleObject45.bin"/><Relationship Id="rId30" Type="http://schemas.openxmlformats.org/officeDocument/2006/relationships/oleObject" Target="../embeddings/oleObject47.bin"/><Relationship Id="rId35" Type="http://schemas.openxmlformats.org/officeDocument/2006/relationships/oleObject" Target="../embeddings/oleObject51.bin"/><Relationship Id="rId8" Type="http://schemas.openxmlformats.org/officeDocument/2006/relationships/image" Target="../media/image37.emf"/><Relationship Id="rId3" Type="http://schemas.openxmlformats.org/officeDocument/2006/relationships/notesSlide" Target="../notesSlides/notesSlide5.xml"/><Relationship Id="rId12" Type="http://schemas.openxmlformats.org/officeDocument/2006/relationships/image" Target="../media/image25.emf"/><Relationship Id="rId17" Type="http://schemas.openxmlformats.org/officeDocument/2006/relationships/oleObject" Target="../embeddings/oleObject40.bin"/><Relationship Id="rId25" Type="http://schemas.openxmlformats.org/officeDocument/2006/relationships/oleObject" Target="../embeddings/oleObject44.bin"/><Relationship Id="rId33" Type="http://schemas.openxmlformats.org/officeDocument/2006/relationships/oleObject" Target="../embeddings/oleObject49.bin"/><Relationship Id="rId38" Type="http://schemas.openxmlformats.org/officeDocument/2006/relationships/oleObject" Target="../embeddings/oleObject5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48.emf"/><Relationship Id="rId26" Type="http://schemas.openxmlformats.org/officeDocument/2006/relationships/image" Target="../media/image52.emf"/><Relationship Id="rId3" Type="http://schemas.openxmlformats.org/officeDocument/2006/relationships/notesSlide" Target="../notesSlides/notesSlide6.xml"/><Relationship Id="rId21" Type="http://schemas.openxmlformats.org/officeDocument/2006/relationships/oleObject" Target="../embeddings/oleObject64.bin"/><Relationship Id="rId7" Type="http://schemas.openxmlformats.org/officeDocument/2006/relationships/image" Target="../media/image44.emf"/><Relationship Id="rId12" Type="http://schemas.openxmlformats.org/officeDocument/2006/relationships/image" Target="../media/image45.emf"/><Relationship Id="rId17" Type="http://schemas.openxmlformats.org/officeDocument/2006/relationships/oleObject" Target="../embeddings/oleObject62.bin"/><Relationship Id="rId25" Type="http://schemas.openxmlformats.org/officeDocument/2006/relationships/oleObject" Target="../embeddings/oleObject66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47.emf"/><Relationship Id="rId20" Type="http://schemas.openxmlformats.org/officeDocument/2006/relationships/image" Target="../media/image49.e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56.bin"/><Relationship Id="rId11" Type="http://schemas.openxmlformats.org/officeDocument/2006/relationships/oleObject" Target="../embeddings/oleObject59.bin"/><Relationship Id="rId24" Type="http://schemas.openxmlformats.org/officeDocument/2006/relationships/image" Target="../media/image51.emf"/><Relationship Id="rId5" Type="http://schemas.openxmlformats.org/officeDocument/2006/relationships/image" Target="../media/image43.emf"/><Relationship Id="rId15" Type="http://schemas.openxmlformats.org/officeDocument/2006/relationships/oleObject" Target="../embeddings/oleObject61.bin"/><Relationship Id="rId23" Type="http://schemas.openxmlformats.org/officeDocument/2006/relationships/oleObject" Target="../embeddings/oleObject65.bin"/><Relationship Id="rId10" Type="http://schemas.openxmlformats.org/officeDocument/2006/relationships/oleObject" Target="../embeddings/oleObject58.bin"/><Relationship Id="rId19" Type="http://schemas.openxmlformats.org/officeDocument/2006/relationships/oleObject" Target="../embeddings/oleObject63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32.emf"/><Relationship Id="rId14" Type="http://schemas.openxmlformats.org/officeDocument/2006/relationships/image" Target="../media/image46.emf"/><Relationship Id="rId22" Type="http://schemas.openxmlformats.org/officeDocument/2006/relationships/image" Target="../media/image50.e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1.bin"/><Relationship Id="rId18" Type="http://schemas.openxmlformats.org/officeDocument/2006/relationships/image" Target="../media/image28.emf"/><Relationship Id="rId26" Type="http://schemas.openxmlformats.org/officeDocument/2006/relationships/image" Target="../media/image32.emf"/><Relationship Id="rId39" Type="http://schemas.openxmlformats.org/officeDocument/2006/relationships/image" Target="../media/image55.emf"/><Relationship Id="rId21" Type="http://schemas.openxmlformats.org/officeDocument/2006/relationships/oleObject" Target="../embeddings/oleObject75.bin"/><Relationship Id="rId34" Type="http://schemas.openxmlformats.org/officeDocument/2006/relationships/oleObject" Target="../embeddings/oleObject84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12.emf"/><Relationship Id="rId17" Type="http://schemas.openxmlformats.org/officeDocument/2006/relationships/oleObject" Target="../embeddings/oleObject73.bin"/><Relationship Id="rId25" Type="http://schemas.openxmlformats.org/officeDocument/2006/relationships/oleObject" Target="../embeddings/oleObject77.bin"/><Relationship Id="rId33" Type="http://schemas.openxmlformats.org/officeDocument/2006/relationships/oleObject" Target="../embeddings/oleObject83.bin"/><Relationship Id="rId38" Type="http://schemas.openxmlformats.org/officeDocument/2006/relationships/oleObject" Target="../embeddings/oleObject86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27.emf"/><Relationship Id="rId20" Type="http://schemas.openxmlformats.org/officeDocument/2006/relationships/image" Target="../media/image29.emf"/><Relationship Id="rId29" Type="http://schemas.openxmlformats.org/officeDocument/2006/relationships/image" Target="../media/image33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emf"/><Relationship Id="rId11" Type="http://schemas.openxmlformats.org/officeDocument/2006/relationships/oleObject" Target="../embeddings/oleObject70.bin"/><Relationship Id="rId24" Type="http://schemas.openxmlformats.org/officeDocument/2006/relationships/image" Target="../media/image53.emf"/><Relationship Id="rId32" Type="http://schemas.openxmlformats.org/officeDocument/2006/relationships/oleObject" Target="../embeddings/oleObject82.bin"/><Relationship Id="rId37" Type="http://schemas.openxmlformats.org/officeDocument/2006/relationships/image" Target="../media/image54.emf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23" Type="http://schemas.openxmlformats.org/officeDocument/2006/relationships/oleObject" Target="../embeddings/oleObject76.bin"/><Relationship Id="rId28" Type="http://schemas.openxmlformats.org/officeDocument/2006/relationships/oleObject" Target="../embeddings/oleObject79.bin"/><Relationship Id="rId36" Type="http://schemas.openxmlformats.org/officeDocument/2006/relationships/oleObject" Target="../embeddings/oleObject85.bin"/><Relationship Id="rId10" Type="http://schemas.openxmlformats.org/officeDocument/2006/relationships/image" Target="../media/image11.emf"/><Relationship Id="rId19" Type="http://schemas.openxmlformats.org/officeDocument/2006/relationships/oleObject" Target="../embeddings/oleObject74.bin"/><Relationship Id="rId31" Type="http://schemas.openxmlformats.org/officeDocument/2006/relationships/oleObject" Target="../embeddings/oleObject81.bin"/><Relationship Id="rId4" Type="http://schemas.openxmlformats.org/officeDocument/2006/relationships/image" Target="../media/image36.png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26.emf"/><Relationship Id="rId22" Type="http://schemas.openxmlformats.org/officeDocument/2006/relationships/image" Target="../media/image30.emf"/><Relationship Id="rId27" Type="http://schemas.openxmlformats.org/officeDocument/2006/relationships/oleObject" Target="../embeddings/oleObject78.bin"/><Relationship Id="rId30" Type="http://schemas.openxmlformats.org/officeDocument/2006/relationships/oleObject" Target="../embeddings/oleObject80.bin"/><Relationship Id="rId35" Type="http://schemas.openxmlformats.org/officeDocument/2006/relationships/image" Target="../media/image35.emf"/><Relationship Id="rId8" Type="http://schemas.openxmlformats.org/officeDocument/2006/relationships/image" Target="../media/image24.emf"/><Relationship Id="rId3" Type="http://schemas.openxmlformats.org/officeDocument/2006/relationships/notesSlide" Target="../notesSlides/notesSlide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11.emf"/><Relationship Id="rId18" Type="http://schemas.openxmlformats.org/officeDocument/2006/relationships/oleObject" Target="../embeddings/oleObject94.bin"/><Relationship Id="rId26" Type="http://schemas.openxmlformats.org/officeDocument/2006/relationships/oleObject" Target="../embeddings/oleObject98.bin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54.emf"/><Relationship Id="rId7" Type="http://schemas.openxmlformats.org/officeDocument/2006/relationships/image" Target="../media/image57.emf"/><Relationship Id="rId12" Type="http://schemas.openxmlformats.org/officeDocument/2006/relationships/oleObject" Target="../embeddings/oleObject91.bin"/><Relationship Id="rId17" Type="http://schemas.openxmlformats.org/officeDocument/2006/relationships/image" Target="../media/image26.emf"/><Relationship Id="rId25" Type="http://schemas.openxmlformats.org/officeDocument/2006/relationships/image" Target="../media/image58.emf"/><Relationship Id="rId2" Type="http://schemas.openxmlformats.org/officeDocument/2006/relationships/slideLayout" Target="../slideLayouts/slideLayout23.xml"/><Relationship Id="rId16" Type="http://schemas.openxmlformats.org/officeDocument/2006/relationships/oleObject" Target="../embeddings/oleObject93.bin"/><Relationship Id="rId20" Type="http://schemas.openxmlformats.org/officeDocument/2006/relationships/oleObject" Target="../embeddings/oleObject95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24.emf"/><Relationship Id="rId24" Type="http://schemas.openxmlformats.org/officeDocument/2006/relationships/oleObject" Target="../embeddings/oleObject97.bin"/><Relationship Id="rId5" Type="http://schemas.openxmlformats.org/officeDocument/2006/relationships/image" Target="../media/image56.emf"/><Relationship Id="rId15" Type="http://schemas.openxmlformats.org/officeDocument/2006/relationships/image" Target="../media/image12.emf"/><Relationship Id="rId23" Type="http://schemas.openxmlformats.org/officeDocument/2006/relationships/image" Target="../media/image55.emf"/><Relationship Id="rId10" Type="http://schemas.openxmlformats.org/officeDocument/2006/relationships/oleObject" Target="../embeddings/oleObject90.bin"/><Relationship Id="rId19" Type="http://schemas.openxmlformats.org/officeDocument/2006/relationships/image" Target="../media/image27.emf"/><Relationship Id="rId4" Type="http://schemas.openxmlformats.org/officeDocument/2006/relationships/oleObject" Target="../embeddings/oleObject87.bin"/><Relationship Id="rId9" Type="http://schemas.openxmlformats.org/officeDocument/2006/relationships/image" Target="../media/image23.emf"/><Relationship Id="rId14" Type="http://schemas.openxmlformats.org/officeDocument/2006/relationships/oleObject" Target="../embeddings/oleObject92.bin"/><Relationship Id="rId22" Type="http://schemas.openxmlformats.org/officeDocument/2006/relationships/oleObject" Target="../embeddings/oleObject96.bin"/><Relationship Id="rId27" Type="http://schemas.openxmlformats.org/officeDocument/2006/relationships/image" Target="../media/image59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image" Target="../media/image12.emf"/><Relationship Id="rId18" Type="http://schemas.openxmlformats.org/officeDocument/2006/relationships/oleObject" Target="../embeddings/oleObject106.bin"/><Relationship Id="rId26" Type="http://schemas.openxmlformats.org/officeDocument/2006/relationships/oleObject" Target="../embeddings/oleObject110.bin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28.emf"/><Relationship Id="rId7" Type="http://schemas.openxmlformats.org/officeDocument/2006/relationships/image" Target="../media/image23.emf"/><Relationship Id="rId12" Type="http://schemas.openxmlformats.org/officeDocument/2006/relationships/oleObject" Target="../embeddings/oleObject103.bin"/><Relationship Id="rId17" Type="http://schemas.openxmlformats.org/officeDocument/2006/relationships/image" Target="../media/image61.emf"/><Relationship Id="rId25" Type="http://schemas.openxmlformats.org/officeDocument/2006/relationships/image" Target="../media/image30.emf"/><Relationship Id="rId2" Type="http://schemas.openxmlformats.org/officeDocument/2006/relationships/slideLayout" Target="../slideLayouts/slideLayout23.xml"/><Relationship Id="rId16" Type="http://schemas.openxmlformats.org/officeDocument/2006/relationships/oleObject" Target="../embeddings/oleObject105.bin"/><Relationship Id="rId20" Type="http://schemas.openxmlformats.org/officeDocument/2006/relationships/oleObject" Target="../embeddings/oleObject107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11.emf"/><Relationship Id="rId24" Type="http://schemas.openxmlformats.org/officeDocument/2006/relationships/oleObject" Target="../embeddings/oleObject109.bin"/><Relationship Id="rId5" Type="http://schemas.openxmlformats.org/officeDocument/2006/relationships/image" Target="../media/image60.emf"/><Relationship Id="rId15" Type="http://schemas.openxmlformats.org/officeDocument/2006/relationships/image" Target="../media/image26.emf"/><Relationship Id="rId23" Type="http://schemas.openxmlformats.org/officeDocument/2006/relationships/image" Target="../media/image29.emf"/><Relationship Id="rId10" Type="http://schemas.openxmlformats.org/officeDocument/2006/relationships/oleObject" Target="../embeddings/oleObject102.bin"/><Relationship Id="rId19" Type="http://schemas.openxmlformats.org/officeDocument/2006/relationships/image" Target="../media/image58.emf"/><Relationship Id="rId4" Type="http://schemas.openxmlformats.org/officeDocument/2006/relationships/oleObject" Target="../embeddings/oleObject99.bin"/><Relationship Id="rId9" Type="http://schemas.openxmlformats.org/officeDocument/2006/relationships/image" Target="../media/image24.emf"/><Relationship Id="rId14" Type="http://schemas.openxmlformats.org/officeDocument/2006/relationships/oleObject" Target="../embeddings/oleObject104.bin"/><Relationship Id="rId22" Type="http://schemas.openxmlformats.org/officeDocument/2006/relationships/oleObject" Target="../embeddings/oleObject108.bin"/><Relationship Id="rId27" Type="http://schemas.openxmlformats.org/officeDocument/2006/relationships/image" Target="../media/image62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8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7.png"/><Relationship Id="rId11" Type="http://schemas.openxmlformats.org/officeDocument/2006/relationships/image" Target="../media/image75.png"/><Relationship Id="rId5" Type="http://schemas.openxmlformats.org/officeDocument/2006/relationships/image" Target="../media/image66.png"/><Relationship Id="rId10" Type="http://schemas.openxmlformats.org/officeDocument/2006/relationships/image" Target="../media/image72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30287"/>
            <a:ext cx="6443133" cy="5790663"/>
          </a:xfrm>
          <a:prstGeom prst="rect">
            <a:avLst/>
          </a:prstGeom>
        </p:spPr>
      </p:pic>
      <p:sp>
        <p:nvSpPr>
          <p:cNvPr id="4" name="object 2"/>
          <p:cNvSpPr txBox="1"/>
          <p:nvPr/>
        </p:nvSpPr>
        <p:spPr>
          <a:xfrm>
            <a:off x="2169075" y="953173"/>
            <a:ext cx="8444910" cy="57938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EB5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ITW 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36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  <a:p>
            <a:pPr marL="1928495" marR="1921510" lvl="0" indent="-1270" algn="ctr" defTabSz="914400" rtl="0" eaLnBrk="1" fontAlgn="auto" latinLnBrk="0" hangingPunct="1">
              <a:lnSpc>
                <a:spcPts val="38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0" cap="none" spc="-25" normalizeH="0" baseline="0" noProof="0" dirty="0" smtClean="0">
                <a:ln>
                  <a:noFill/>
                </a:ln>
                <a:solidFill>
                  <a:srgbClr val="8AA7DA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Lecture</a:t>
            </a:r>
            <a:r>
              <a:rPr kumimoji="0" sz="3600" b="1" i="0" u="none" strike="noStrike" kern="0" cap="none" spc="-165" normalizeH="0" baseline="0" noProof="0" dirty="0" smtClean="0">
                <a:ln>
                  <a:noFill/>
                </a:ln>
                <a:solidFill>
                  <a:srgbClr val="8AA7DA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endParaRPr kumimoji="0" lang="en-US" sz="3600" b="1" i="0" u="none" strike="noStrike" kern="0" cap="none" spc="-25" normalizeH="0" baseline="0" noProof="0" dirty="0" smtClean="0">
              <a:ln>
                <a:noFill/>
              </a:ln>
              <a:solidFill>
                <a:srgbClr val="8AA7DA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  <a:p>
            <a:pPr marL="1928495" marR="1921510" lvl="0" indent="-1270" algn="ctr" defTabSz="914400" rtl="0" eaLnBrk="1" fontAlgn="auto" latinLnBrk="0" hangingPunct="1">
              <a:lnSpc>
                <a:spcPts val="38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10" normalizeH="0" baseline="0" noProof="0" dirty="0" smtClean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Bias Generators and </a:t>
            </a:r>
            <a:r>
              <a:rPr lang="en-US" sz="3600" spc="-10">
                <a:solidFill>
                  <a:srgbClr val="FFC000">
                    <a:lumMod val="50000"/>
                  </a:srgbClr>
                </a:solidFill>
                <a:latin typeface="Calibri" panose="020F0502020204030204"/>
              </a:rPr>
              <a:t>C</a:t>
            </a:r>
            <a:r>
              <a:rPr kumimoji="0" lang="en-US" sz="3600" b="0" i="0" u="none" strike="noStrike" kern="1200" cap="none" spc="-10" normalizeH="0" baseline="0" noProof="0" smtClean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urrent</a:t>
            </a:r>
            <a:r>
              <a:rPr kumimoji="0" lang="en-US" sz="3600" b="0" i="0" u="none" strike="noStrike" kern="1200" cap="none" spc="-10" normalizeH="0" baseline="0" noProof="0" dirty="0" smtClean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Mirrors</a:t>
            </a:r>
            <a:endParaRPr kumimoji="0" lang="en-US" sz="3600" b="0" i="0" u="none" strike="noStrike" kern="1200" cap="none" spc="-1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28495" marR="1921510" lvl="0" indent="-1270" algn="ctr" defTabSz="914400" rtl="0" eaLnBrk="1" fontAlgn="auto" latinLnBrk="0" hangingPunct="1">
              <a:lnSpc>
                <a:spcPts val="38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-10" normalizeH="0" baseline="0" noProof="0" dirty="0" smtClean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28495" marR="1921510" lvl="0" indent="-1270" algn="ctr" defTabSz="914400" rtl="0" eaLnBrk="1" fontAlgn="auto" latinLnBrk="0" hangingPunct="1">
              <a:lnSpc>
                <a:spcPts val="38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Dr.</a:t>
            </a:r>
            <a:r>
              <a:rPr kumimoji="0" sz="3200" b="1" i="0" u="none" strike="noStrike" kern="0" cap="none" spc="-75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lang="en-US" sz="3200" b="1" i="0" u="none" strike="noStrike" kern="0" cap="none" spc="-3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Neeraj Mishra</a:t>
            </a:r>
            <a:endParaRPr kumimoji="0" sz="3200" b="1" i="0" u="none" strike="noStrike" kern="0" cap="none" spc="0" normalizeH="0" baseline="0" noProof="0" dirty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1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High Performance Electronics Lab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Electrical &amp; </a:t>
            </a:r>
            <a:r>
              <a:rPr kumimoji="0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Electronic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s</a:t>
            </a:r>
            <a:r>
              <a:rPr kumimoji="0" sz="2400" b="0" i="0" u="none" strike="noStrike" kern="0" cap="none" spc="-4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Eng.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Dept.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  <a:p>
            <a:pPr marL="1697355" marR="16941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1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Birla Institute of Technology &amp; Science </a:t>
            </a:r>
            <a:r>
              <a:rPr kumimoji="0" lang="en-US" sz="2400" b="0" i="0" u="none" strike="noStrike" kern="0" cap="none" spc="-1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Pilani</a:t>
            </a:r>
            <a:r>
              <a:rPr kumimoji="0" lang="en-US" sz="2400" b="0" i="0" u="none" strike="noStrike" kern="0" cap="none" spc="-1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, </a:t>
            </a:r>
            <a:r>
              <a:rPr kumimoji="0" lang="en-US" sz="2400" b="0" i="0" u="none" strike="noStrike" kern="0" cap="none" spc="-1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Pilani</a:t>
            </a:r>
            <a:r>
              <a:rPr kumimoji="0" lang="en-US" sz="2400" b="0" i="0" u="none" strike="noStrike" kern="0" cap="none" spc="-1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Campus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/>
              <a:ea typeface="+mn-ea"/>
              <a:cs typeface="Calibri Light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10667" y="995172"/>
            <a:ext cx="12171045" cy="91440"/>
          </a:xfrm>
          <a:custGeom>
            <a:avLst/>
            <a:gdLst/>
            <a:ahLst/>
            <a:cxnLst/>
            <a:rect l="l" t="t" r="r" b="b"/>
            <a:pathLst>
              <a:path w="12171045" h="91440">
                <a:moveTo>
                  <a:pt x="12170664" y="0"/>
                </a:moveTo>
                <a:lnTo>
                  <a:pt x="0" y="0"/>
                </a:lnTo>
                <a:lnTo>
                  <a:pt x="0" y="91439"/>
                </a:lnTo>
                <a:lnTo>
                  <a:pt x="12170664" y="91439"/>
                </a:lnTo>
                <a:lnTo>
                  <a:pt x="12170664" y="0"/>
                </a:lnTo>
                <a:close/>
              </a:path>
            </a:pathLst>
          </a:custGeom>
          <a:solidFill>
            <a:srgbClr val="EEB5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4"/>
          <p:cNvSpPr/>
          <p:nvPr/>
        </p:nvSpPr>
        <p:spPr>
          <a:xfrm>
            <a:off x="10667" y="2235707"/>
            <a:ext cx="12171045" cy="91440"/>
          </a:xfrm>
          <a:custGeom>
            <a:avLst/>
            <a:gdLst/>
            <a:ahLst/>
            <a:cxnLst/>
            <a:rect l="l" t="t" r="r" b="b"/>
            <a:pathLst>
              <a:path w="12171045" h="91439">
                <a:moveTo>
                  <a:pt x="12170664" y="0"/>
                </a:moveTo>
                <a:lnTo>
                  <a:pt x="0" y="0"/>
                </a:lnTo>
                <a:lnTo>
                  <a:pt x="0" y="91439"/>
                </a:lnTo>
                <a:lnTo>
                  <a:pt x="12170664" y="91439"/>
                </a:lnTo>
                <a:lnTo>
                  <a:pt x="12170664" y="0"/>
                </a:lnTo>
                <a:close/>
              </a:path>
            </a:pathLst>
          </a:custGeom>
          <a:solidFill>
            <a:srgbClr val="91BCE3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5"/>
          <p:cNvSpPr/>
          <p:nvPr/>
        </p:nvSpPr>
        <p:spPr>
          <a:xfrm>
            <a:off x="20955" y="4283977"/>
            <a:ext cx="12171045" cy="91440"/>
          </a:xfrm>
          <a:custGeom>
            <a:avLst/>
            <a:gdLst/>
            <a:ahLst/>
            <a:cxnLst/>
            <a:rect l="l" t="t" r="r" b="b"/>
            <a:pathLst>
              <a:path w="12171045" h="91439">
                <a:moveTo>
                  <a:pt x="12170664" y="0"/>
                </a:moveTo>
                <a:lnTo>
                  <a:pt x="0" y="0"/>
                </a:lnTo>
                <a:lnTo>
                  <a:pt x="0" y="91439"/>
                </a:lnTo>
                <a:lnTo>
                  <a:pt x="12170664" y="91439"/>
                </a:lnTo>
                <a:lnTo>
                  <a:pt x="1217066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6" y="87966"/>
            <a:ext cx="3093560" cy="8023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8410" y="5828120"/>
            <a:ext cx="3113590" cy="102988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Neeraj Mishra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32FA8-38D0-4AE4-A108-A80A66022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72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82200" y="0"/>
            <a:ext cx="2209800" cy="165735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AAMD BITs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Pilani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135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079391-23C6-AED8-71E1-29D7E493CA7D}"/>
              </a:ext>
            </a:extLst>
          </p:cNvPr>
          <p:cNvSpPr/>
          <p:nvPr/>
        </p:nvSpPr>
        <p:spPr>
          <a:xfrm>
            <a:off x="0" y="-45396"/>
            <a:ext cx="12192000" cy="6903396"/>
          </a:xfrm>
          <a:prstGeom prst="rect">
            <a:avLst/>
          </a:prstGeom>
          <a:solidFill>
            <a:srgbClr val="D9D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-</a:t>
            </a:r>
            <a:endParaRPr lang="en-BE" sz="1400" dirty="0"/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69C7FC1A-AAAF-0408-21D3-B3FB70F227FD}"/>
              </a:ext>
            </a:extLst>
          </p:cNvPr>
          <p:cNvSpPr/>
          <p:nvPr/>
        </p:nvSpPr>
        <p:spPr>
          <a:xfrm>
            <a:off x="0" y="0"/>
            <a:ext cx="12192000" cy="578498"/>
          </a:xfrm>
          <a:prstGeom prst="round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>
              <a:solidFill>
                <a:srgbClr val="002060"/>
              </a:solidFill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358A5EAD-AC55-BB6E-D173-5B72D5AB0BE5}"/>
              </a:ext>
            </a:extLst>
          </p:cNvPr>
          <p:cNvSpPr/>
          <p:nvPr/>
        </p:nvSpPr>
        <p:spPr>
          <a:xfrm>
            <a:off x="1311480" y="4626864"/>
            <a:ext cx="9547597" cy="1786128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144ED770-2888-FB6A-5A04-5873FE9ECA1C}"/>
              </a:ext>
            </a:extLst>
          </p:cNvPr>
          <p:cNvSpPr/>
          <p:nvPr/>
        </p:nvSpPr>
        <p:spPr>
          <a:xfrm>
            <a:off x="1518745" y="4687824"/>
            <a:ext cx="1996616" cy="1676541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94D80B-1D8A-0DE5-9E22-275B9E8A2CC0}"/>
              </a:ext>
            </a:extLst>
          </p:cNvPr>
          <p:cNvSpPr/>
          <p:nvPr/>
        </p:nvSpPr>
        <p:spPr>
          <a:xfrm>
            <a:off x="1305384" y="2204720"/>
            <a:ext cx="9547597" cy="19913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D070985-BFCA-A547-9236-672CC4128327}"/>
              </a:ext>
            </a:extLst>
          </p:cNvPr>
          <p:cNvSpPr/>
          <p:nvPr/>
        </p:nvSpPr>
        <p:spPr>
          <a:xfrm>
            <a:off x="1437465" y="2276856"/>
            <a:ext cx="1996616" cy="1887869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A072D963-0E22-65D4-7587-B951DC1FDED8}"/>
              </a:ext>
            </a:extLst>
          </p:cNvPr>
          <p:cNvSpPr/>
          <p:nvPr/>
        </p:nvSpPr>
        <p:spPr>
          <a:xfrm>
            <a:off x="5013785" y="2271776"/>
            <a:ext cx="1996616" cy="1887869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B36CC388-0CBD-DDB2-8121-EA6E424C1BD8}"/>
              </a:ext>
            </a:extLst>
          </p:cNvPr>
          <p:cNvSpPr/>
          <p:nvPr/>
        </p:nvSpPr>
        <p:spPr>
          <a:xfrm>
            <a:off x="8590105" y="2241296"/>
            <a:ext cx="1996616" cy="1887869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0" dirty="0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69C06C22-9BFE-6058-07BA-D0D028C977A9}"/>
              </a:ext>
            </a:extLst>
          </p:cNvPr>
          <p:cNvSpPr/>
          <p:nvPr/>
        </p:nvSpPr>
        <p:spPr>
          <a:xfrm>
            <a:off x="8631381" y="3498272"/>
            <a:ext cx="422564" cy="367146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0DDC519A-F84E-2DE1-A077-0CEBDB515737}"/>
              </a:ext>
            </a:extLst>
          </p:cNvPr>
          <p:cNvSpPr/>
          <p:nvPr/>
        </p:nvSpPr>
        <p:spPr>
          <a:xfrm>
            <a:off x="6407727" y="3338945"/>
            <a:ext cx="422564" cy="367146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A2A5D42D-494C-CEC1-B5A7-C70979FDA8B1}"/>
              </a:ext>
            </a:extLst>
          </p:cNvPr>
          <p:cNvSpPr/>
          <p:nvPr/>
        </p:nvSpPr>
        <p:spPr>
          <a:xfrm>
            <a:off x="1683327" y="2694709"/>
            <a:ext cx="422564" cy="367146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Google Shape;94;p16">
            <a:extLst>
              <a:ext uri="{FF2B5EF4-FFF2-40B4-BE49-F238E27FC236}">
                <a16:creationId xmlns:a16="http://schemas.microsoft.com/office/drawing/2014/main" id="{DC10F299-6CDA-3BEC-1486-946B53E9A230}"/>
              </a:ext>
            </a:extLst>
          </p:cNvPr>
          <p:cNvSpPr/>
          <p:nvPr/>
        </p:nvSpPr>
        <p:spPr>
          <a:xfrm>
            <a:off x="119059" y="150913"/>
            <a:ext cx="6650575" cy="463811"/>
          </a:xfrm>
          <a:prstGeom prst="trapezoid">
            <a:avLst>
              <a:gd name="adj" fmla="val 0"/>
            </a:avLst>
          </a:prstGeom>
        </p:spPr>
        <p:txBody>
          <a:bodyPr spcFirstLastPara="1" vert="horz" lIns="91440" tIns="45720" rIns="91440" bIns="4572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Lato Black"/>
              </a:rPr>
              <a:t>Today’s Lecture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B7BCFE-659E-DB55-BC5F-7C4B1500432B}"/>
              </a:ext>
            </a:extLst>
          </p:cNvPr>
          <p:cNvSpPr txBox="1">
            <a:spLocks/>
          </p:cNvSpPr>
          <p:nvPr/>
        </p:nvSpPr>
        <p:spPr>
          <a:xfrm>
            <a:off x="139155" y="633125"/>
            <a:ext cx="11766228" cy="126414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ea typeface="Lucida Sans" panose="020B0602030504020204" pitchFamily="34" charset="0"/>
                <a:cs typeface="Arial" panose="020B0604020202020204" pitchFamily="34" charset="0"/>
              </a:rPr>
              <a:t>The need of current source </a:t>
            </a:r>
          </a:p>
          <a:p>
            <a:pPr algn="just"/>
            <a:r>
              <a:rPr lang="en-US" sz="1800" dirty="0">
                <a:cs typeface="Arial" panose="020B0604020202020204" pitchFamily="34" charset="0"/>
              </a:rPr>
              <a:t>Problem of Biasing current source</a:t>
            </a:r>
          </a:p>
          <a:p>
            <a:pPr algn="just"/>
            <a:r>
              <a:rPr lang="en-US" sz="1800" dirty="0">
                <a:cs typeface="Arial" panose="020B0604020202020204" pitchFamily="34" charset="0"/>
              </a:rPr>
              <a:t>Current Mirrors</a:t>
            </a:r>
            <a:endParaRPr lang="en-GB" sz="1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15C79E4-F0AE-76C8-AB93-67930CBC5653}"/>
              </a:ext>
            </a:extLst>
          </p:cNvPr>
          <p:cNvSpPr txBox="1">
            <a:spLocks/>
          </p:cNvSpPr>
          <p:nvPr/>
        </p:nvSpPr>
        <p:spPr>
          <a:xfrm>
            <a:off x="3892202" y="1831863"/>
            <a:ext cx="3504278" cy="3423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b="1" u="sng" dirty="0">
                <a:ea typeface="Lucida Sans" panose="020B0602030504020204" pitchFamily="34" charset="0"/>
                <a:cs typeface="Arial" panose="020B0604020202020204" pitchFamily="34" charset="0"/>
              </a:rPr>
              <a:t>Current Sources are everywhere</a:t>
            </a:r>
            <a:endParaRPr lang="en-GB" sz="1800" b="1" u="sn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243F51-5D35-C996-836C-6FCCA1ECDD8C}"/>
              </a:ext>
            </a:extLst>
          </p:cNvPr>
          <p:cNvSpPr txBox="1"/>
          <p:nvPr/>
        </p:nvSpPr>
        <p:spPr>
          <a:xfrm>
            <a:off x="2903627" y="4282035"/>
            <a:ext cx="6132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 algn="ctr">
              <a:buFont typeface="Arial" panose="020B0604020202020204" pitchFamily="34" charset="0"/>
              <a:buChar char="•"/>
            </a:pPr>
            <a:r>
              <a:rPr lang="en-US" sz="1800" b="1" u="sng" dirty="0"/>
              <a:t>Problem of Biasing Current Sources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19A4B45-1CA3-85DF-FDFD-7A6691ABF48B}"/>
              </a:ext>
            </a:extLst>
          </p:cNvPr>
          <p:cNvGrpSpPr/>
          <p:nvPr/>
        </p:nvGrpSpPr>
        <p:grpSpPr>
          <a:xfrm>
            <a:off x="1723847" y="2293118"/>
            <a:ext cx="1520820" cy="1849191"/>
            <a:chOff x="2613863" y="4051814"/>
            <a:chExt cx="1520820" cy="1849191"/>
          </a:xfrm>
        </p:grpSpPr>
        <p:sp>
          <p:nvSpPr>
            <p:cNvPr id="19" name="Freeform 88">
              <a:extLst>
                <a:ext uri="{FF2B5EF4-FFF2-40B4-BE49-F238E27FC236}">
                  <a16:creationId xmlns:a16="http://schemas.microsoft.com/office/drawing/2014/main" id="{653F5FEE-D879-441D-CC34-052F6D4BE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864" y="5818852"/>
              <a:ext cx="103584" cy="0"/>
            </a:xfrm>
            <a:custGeom>
              <a:avLst/>
              <a:gdLst>
                <a:gd name="T0" fmla="*/ 0 w 127"/>
                <a:gd name="T1" fmla="*/ 0 w 127"/>
                <a:gd name="T2" fmla="*/ 127 w 12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7">
                  <a:moveTo>
                    <a:pt x="0" y="0"/>
                  </a:moveTo>
                  <a:lnTo>
                    <a:pt x="0" y="0"/>
                  </a:lnTo>
                  <a:lnTo>
                    <a:pt x="127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0" name="Freeform 89">
              <a:extLst>
                <a:ext uri="{FF2B5EF4-FFF2-40B4-BE49-F238E27FC236}">
                  <a16:creationId xmlns:a16="http://schemas.microsoft.com/office/drawing/2014/main" id="{9CE6452D-2C03-ACAF-5C5C-17ADC037D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057" y="5860524"/>
              <a:ext cx="51197" cy="0"/>
            </a:xfrm>
            <a:custGeom>
              <a:avLst/>
              <a:gdLst>
                <a:gd name="T0" fmla="*/ 0 w 63"/>
                <a:gd name="T1" fmla="*/ 0 w 63"/>
                <a:gd name="T2" fmla="*/ 63 w 6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3">
                  <a:moveTo>
                    <a:pt x="0" y="0"/>
                  </a:moveTo>
                  <a:lnTo>
                    <a:pt x="0" y="0"/>
                  </a:lnTo>
                  <a:lnTo>
                    <a:pt x="63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1" name="Freeform 90">
              <a:extLst>
                <a:ext uri="{FF2B5EF4-FFF2-40B4-BE49-F238E27FC236}">
                  <a16:creationId xmlns:a16="http://schemas.microsoft.com/office/drawing/2014/main" id="{C8CF1A44-8681-01F4-7BA3-BDD7F5696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298" y="5901005"/>
              <a:ext cx="11906" cy="0"/>
            </a:xfrm>
            <a:custGeom>
              <a:avLst/>
              <a:gdLst>
                <a:gd name="T0" fmla="*/ 0 w 15"/>
                <a:gd name="T1" fmla="*/ 0 w 15"/>
                <a:gd name="T2" fmla="*/ 15 w 1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5">
                  <a:moveTo>
                    <a:pt x="0" y="0"/>
                  </a:moveTo>
                  <a:lnTo>
                    <a:pt x="0" y="0"/>
                  </a:lnTo>
                  <a:lnTo>
                    <a:pt x="15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9084524-3051-FC79-826C-D4219615E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3863" y="5288548"/>
              <a:ext cx="179536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BE" altLang="en-BE" sz="1050" b="1" i="1" dirty="0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IN</a:t>
              </a:r>
              <a:endParaRPr lang="en-BE" altLang="en-BE" sz="1350" b="1" i="1" dirty="0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BE7CA1C-7CFC-A935-C604-101B2A4D10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184914" y="4582508"/>
              <a:ext cx="0" cy="188119"/>
            </a:xfrm>
            <a:custGeom>
              <a:avLst/>
              <a:gdLst>
                <a:gd name="T0" fmla="*/ 2 w 2"/>
                <a:gd name="T1" fmla="*/ 0 h 232"/>
                <a:gd name="T2" fmla="*/ 2 w 2"/>
                <a:gd name="T3" fmla="*/ 0 h 232"/>
                <a:gd name="T4" fmla="*/ 0 w 2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32">
                  <a:moveTo>
                    <a:pt x="2" y="0"/>
                  </a:moveTo>
                  <a:lnTo>
                    <a:pt x="2" y="0"/>
                  </a:lnTo>
                  <a:lnTo>
                    <a:pt x="0" y="232"/>
                  </a:ln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A51116AE-383F-60AD-75F6-7399E76FF1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96654" y="4757292"/>
              <a:ext cx="34290" cy="534114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68C311EF-392C-746E-5200-C262E49A89E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59215" y="4757292"/>
              <a:ext cx="171729" cy="0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807EC4CC-C355-5D07-9520-D6E7E49BC03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59215" y="4585842"/>
              <a:ext cx="171729" cy="0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D8E82E79-54E5-7491-5F34-B7AF4868FAA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59215" y="4534645"/>
              <a:ext cx="0" cy="273844"/>
            </a:xfrm>
            <a:custGeom>
              <a:avLst/>
              <a:gdLst>
                <a:gd name="T0" fmla="*/ 337 h 337"/>
                <a:gd name="T1" fmla="*/ 337 h 337"/>
                <a:gd name="T2" fmla="*/ 0 h 33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337">
                  <a:moveTo>
                    <a:pt x="0" y="337"/>
                  </a:moveTo>
                  <a:lnTo>
                    <a:pt x="0" y="337"/>
                  </a:lnTo>
                  <a:lnTo>
                    <a:pt x="0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3A3D5EA2-3A18-56B9-8680-3FA4F34B8F0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407130" y="4281517"/>
              <a:ext cx="34290" cy="304325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50E995D6-C272-0490-B95E-D467A273401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188732" y="5391180"/>
              <a:ext cx="0" cy="188119"/>
            </a:xfrm>
            <a:custGeom>
              <a:avLst/>
              <a:gdLst>
                <a:gd name="T0" fmla="*/ 2 w 2"/>
                <a:gd name="T1" fmla="*/ 0 h 232"/>
                <a:gd name="T2" fmla="*/ 2 w 2"/>
                <a:gd name="T3" fmla="*/ 0 h 232"/>
                <a:gd name="T4" fmla="*/ 0 w 2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32">
                  <a:moveTo>
                    <a:pt x="2" y="0"/>
                  </a:moveTo>
                  <a:lnTo>
                    <a:pt x="2" y="0"/>
                  </a:lnTo>
                  <a:lnTo>
                    <a:pt x="0" y="232"/>
                  </a:ln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32" name="Freeform 15">
              <a:extLst>
                <a:ext uri="{FF2B5EF4-FFF2-40B4-BE49-F238E27FC236}">
                  <a16:creationId xmlns:a16="http://schemas.microsoft.com/office/drawing/2014/main" id="{CCF3CE2C-6ACE-FDE9-9DB3-02A5ED3E10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84161" y="5583109"/>
              <a:ext cx="34290" cy="235743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 dirty="0"/>
            </a:p>
          </p:txBody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40FAF0A8-03B5-9FE8-2736-9E4850EED33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59223" y="5573584"/>
              <a:ext cx="171729" cy="0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 type="triangl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347BEBFC-8BB9-8FB0-D24F-2CD3636CD3B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59223" y="5402134"/>
              <a:ext cx="171729" cy="0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C461541D-C3F6-9D95-28FD-EED67CF3911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59222" y="5350937"/>
              <a:ext cx="0" cy="273844"/>
            </a:xfrm>
            <a:custGeom>
              <a:avLst/>
              <a:gdLst>
                <a:gd name="T0" fmla="*/ 337 h 337"/>
                <a:gd name="T1" fmla="*/ 337 h 337"/>
                <a:gd name="T2" fmla="*/ 0 h 33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337">
                  <a:moveTo>
                    <a:pt x="0" y="337"/>
                  </a:moveTo>
                  <a:lnTo>
                    <a:pt x="0" y="337"/>
                  </a:lnTo>
                  <a:lnTo>
                    <a:pt x="0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40C14346-DD75-B05C-9B7B-76266AFD6F7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430952" y="5296168"/>
              <a:ext cx="0" cy="105966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8DEA9FBF-535C-E011-C130-628F5444E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737" y="4670852"/>
              <a:ext cx="304800" cy="0"/>
            </a:xfrm>
            <a:custGeom>
              <a:avLst/>
              <a:gdLst>
                <a:gd name="T0" fmla="*/ 376 w 376"/>
                <a:gd name="T1" fmla="*/ 376 w 376"/>
                <a:gd name="T2" fmla="*/ 0 w 3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6">
                  <a:moveTo>
                    <a:pt x="376" y="0"/>
                  </a:moveTo>
                  <a:lnTo>
                    <a:pt x="376" y="0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942A7233-79E5-7C29-BFF9-DEAF0C05A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313" y="5489050"/>
              <a:ext cx="304800" cy="0"/>
            </a:xfrm>
            <a:custGeom>
              <a:avLst/>
              <a:gdLst>
                <a:gd name="T0" fmla="*/ 376 w 376"/>
                <a:gd name="T1" fmla="*/ 376 w 376"/>
                <a:gd name="T2" fmla="*/ 0 w 3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6">
                  <a:moveTo>
                    <a:pt x="376" y="0"/>
                  </a:moveTo>
                  <a:lnTo>
                    <a:pt x="376" y="0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40" name="Freeform 15">
              <a:extLst>
                <a:ext uri="{FF2B5EF4-FFF2-40B4-BE49-F238E27FC236}">
                  <a16:creationId xmlns:a16="http://schemas.microsoft.com/office/drawing/2014/main" id="{71DD6C5D-1A6D-18F9-194C-AF86545280D7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3602348" y="4895760"/>
              <a:ext cx="59158" cy="344889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42" name="Freeform 28">
              <a:extLst>
                <a:ext uri="{FF2B5EF4-FFF2-40B4-BE49-F238E27FC236}">
                  <a16:creationId xmlns:a16="http://schemas.microsoft.com/office/drawing/2014/main" id="{F01D1C37-6F88-39D0-B371-59C5F46DC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436" y="4281517"/>
              <a:ext cx="163115" cy="0"/>
            </a:xfrm>
            <a:custGeom>
              <a:avLst/>
              <a:gdLst>
                <a:gd name="T0" fmla="*/ 0 w 201"/>
                <a:gd name="T1" fmla="*/ 0 w 201"/>
                <a:gd name="T2" fmla="*/ 201 w 20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01">
                  <a:moveTo>
                    <a:pt x="0" y="0"/>
                  </a:moveTo>
                  <a:lnTo>
                    <a:pt x="0" y="0"/>
                  </a:lnTo>
                  <a:lnTo>
                    <a:pt x="201" y="0"/>
                  </a:lnTo>
                </a:path>
              </a:pathLst>
            </a:cu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39FBCF7-4FA7-6C1D-F8B0-94268A8B8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010" y="4051814"/>
              <a:ext cx="27682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BE" altLang="en-BE" sz="1050" b="1" i="1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>
                  <a:solidFill>
                    <a:srgbClr val="000000"/>
                  </a:solidFill>
                </a:rPr>
                <a:t>DD</a:t>
              </a:r>
              <a:endParaRPr lang="en-BE" altLang="en-BE" sz="1350" b="1" i="1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48FFCCF-B272-8402-A127-8CF1AE202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8682" y="4590694"/>
              <a:ext cx="27682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US" altLang="en-BE" sz="1050" b="1" i="1" dirty="0">
                  <a:solidFill>
                    <a:srgbClr val="000000"/>
                  </a:solidFill>
                </a:rPr>
                <a:t>M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2</a:t>
              </a:r>
              <a:endParaRPr lang="en-BE" altLang="en-BE" sz="1350" b="1" i="1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CB4B38D-D6D2-2CAE-5B6B-EA4FCC229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7739" y="5398775"/>
              <a:ext cx="27682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US" altLang="en-BE" sz="1050" b="1" i="1" dirty="0">
                  <a:solidFill>
                    <a:srgbClr val="000000"/>
                  </a:solidFill>
                </a:rPr>
                <a:t>M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1</a:t>
              </a:r>
              <a:endParaRPr lang="en-BE" altLang="en-BE" sz="1350" b="1" i="1" dirty="0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D9C92E0-5AA7-D6F6-AF92-25E6A1BDE9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17673" y="4632500"/>
              <a:ext cx="65484" cy="65485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01010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61DC7CF8-7269-7E38-9CF0-38B485D3C5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8433" y="5006296"/>
              <a:ext cx="65484" cy="65485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01010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 dirty="0"/>
            </a:p>
          </p:txBody>
        </p:sp>
        <p:sp>
          <p:nvSpPr>
            <p:cNvPr id="48" name="Freeform 36">
              <a:extLst>
                <a:ext uri="{FF2B5EF4-FFF2-40B4-BE49-F238E27FC236}">
                  <a16:creationId xmlns:a16="http://schemas.microsoft.com/office/drawing/2014/main" id="{EE92F6A1-80CD-32C4-441B-4B222C6EA3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8623" y="5457365"/>
              <a:ext cx="65484" cy="65485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49" name="Freeform 36">
              <a:extLst>
                <a:ext uri="{FF2B5EF4-FFF2-40B4-BE49-F238E27FC236}">
                  <a16:creationId xmlns:a16="http://schemas.microsoft.com/office/drawing/2014/main" id="{0C81FE91-4A1B-1EFF-208E-6BAE96CD55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5893" y="5003975"/>
              <a:ext cx="65484" cy="65485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0F56B3CE-6589-196E-0555-253067D21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7673" y="4568458"/>
              <a:ext cx="14427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BE" altLang="en-BE" sz="1050" b="1" i="1" dirty="0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b</a:t>
              </a:r>
              <a:endParaRPr lang="en-BE" altLang="en-BE" sz="1350" b="1" i="1" dirty="0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A7E78701-2392-D2EC-C8F2-9B912A002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453" y="4968508"/>
              <a:ext cx="22923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BE" altLang="en-BE" sz="1050" b="1" i="1" dirty="0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out</a:t>
              </a:r>
              <a:endParaRPr lang="en-BE" altLang="en-BE" sz="1350" b="1" i="1" dirty="0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DB10BE7-BBFB-0F76-EF1E-92A1D4AAE94D}"/>
              </a:ext>
            </a:extLst>
          </p:cNvPr>
          <p:cNvGrpSpPr/>
          <p:nvPr/>
        </p:nvGrpSpPr>
        <p:grpSpPr>
          <a:xfrm>
            <a:off x="8660079" y="2240286"/>
            <a:ext cx="1536060" cy="1849191"/>
            <a:chOff x="2598623" y="4051814"/>
            <a:chExt cx="1536060" cy="1849191"/>
          </a:xfrm>
        </p:grpSpPr>
        <p:sp>
          <p:nvSpPr>
            <p:cNvPr id="127" name="Freeform 88">
              <a:extLst>
                <a:ext uri="{FF2B5EF4-FFF2-40B4-BE49-F238E27FC236}">
                  <a16:creationId xmlns:a16="http://schemas.microsoft.com/office/drawing/2014/main" id="{3E9B6F87-4826-F0B5-FFD9-5EA6C9497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864" y="5818852"/>
              <a:ext cx="103584" cy="0"/>
            </a:xfrm>
            <a:custGeom>
              <a:avLst/>
              <a:gdLst>
                <a:gd name="T0" fmla="*/ 0 w 127"/>
                <a:gd name="T1" fmla="*/ 0 w 127"/>
                <a:gd name="T2" fmla="*/ 127 w 12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7">
                  <a:moveTo>
                    <a:pt x="0" y="0"/>
                  </a:moveTo>
                  <a:lnTo>
                    <a:pt x="0" y="0"/>
                  </a:lnTo>
                  <a:lnTo>
                    <a:pt x="127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28" name="Freeform 89">
              <a:extLst>
                <a:ext uri="{FF2B5EF4-FFF2-40B4-BE49-F238E27FC236}">
                  <a16:creationId xmlns:a16="http://schemas.microsoft.com/office/drawing/2014/main" id="{799F019E-C6C8-CBA2-898B-D87984D77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057" y="5860524"/>
              <a:ext cx="51197" cy="0"/>
            </a:xfrm>
            <a:custGeom>
              <a:avLst/>
              <a:gdLst>
                <a:gd name="T0" fmla="*/ 0 w 63"/>
                <a:gd name="T1" fmla="*/ 0 w 63"/>
                <a:gd name="T2" fmla="*/ 63 w 6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3">
                  <a:moveTo>
                    <a:pt x="0" y="0"/>
                  </a:moveTo>
                  <a:lnTo>
                    <a:pt x="0" y="0"/>
                  </a:lnTo>
                  <a:lnTo>
                    <a:pt x="63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29" name="Freeform 90">
              <a:extLst>
                <a:ext uri="{FF2B5EF4-FFF2-40B4-BE49-F238E27FC236}">
                  <a16:creationId xmlns:a16="http://schemas.microsoft.com/office/drawing/2014/main" id="{75ACFC9E-1B4F-603D-2632-1D2071470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298" y="5901005"/>
              <a:ext cx="11906" cy="0"/>
            </a:xfrm>
            <a:custGeom>
              <a:avLst/>
              <a:gdLst>
                <a:gd name="T0" fmla="*/ 0 w 15"/>
                <a:gd name="T1" fmla="*/ 0 w 15"/>
                <a:gd name="T2" fmla="*/ 15 w 1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5">
                  <a:moveTo>
                    <a:pt x="0" y="0"/>
                  </a:moveTo>
                  <a:lnTo>
                    <a:pt x="0" y="0"/>
                  </a:lnTo>
                  <a:lnTo>
                    <a:pt x="15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DD057544-255F-AD92-50F1-394E84CB6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8623" y="4551948"/>
              <a:ext cx="179536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BE" altLang="en-BE" sz="1050" b="1" i="1" dirty="0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IN</a:t>
              </a:r>
              <a:endParaRPr lang="en-BE" altLang="en-BE" sz="1350" b="1" i="1" dirty="0"/>
            </a:p>
          </p:txBody>
        </p:sp>
        <p:sp>
          <p:nvSpPr>
            <p:cNvPr id="131" name="Freeform 14">
              <a:extLst>
                <a:ext uri="{FF2B5EF4-FFF2-40B4-BE49-F238E27FC236}">
                  <a16:creationId xmlns:a16="http://schemas.microsoft.com/office/drawing/2014/main" id="{E28B3F64-674D-DB70-2D90-345610C4034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184914" y="4582508"/>
              <a:ext cx="0" cy="188119"/>
            </a:xfrm>
            <a:custGeom>
              <a:avLst/>
              <a:gdLst>
                <a:gd name="T0" fmla="*/ 2 w 2"/>
                <a:gd name="T1" fmla="*/ 0 h 232"/>
                <a:gd name="T2" fmla="*/ 2 w 2"/>
                <a:gd name="T3" fmla="*/ 0 h 232"/>
                <a:gd name="T4" fmla="*/ 0 w 2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32">
                  <a:moveTo>
                    <a:pt x="2" y="0"/>
                  </a:moveTo>
                  <a:lnTo>
                    <a:pt x="2" y="0"/>
                  </a:lnTo>
                  <a:lnTo>
                    <a:pt x="0" y="232"/>
                  </a:ln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32" name="Freeform 15">
              <a:extLst>
                <a:ext uri="{FF2B5EF4-FFF2-40B4-BE49-F238E27FC236}">
                  <a16:creationId xmlns:a16="http://schemas.microsoft.com/office/drawing/2014/main" id="{D7A392A1-2274-E29C-99AF-B8C806B97F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96654" y="4757292"/>
              <a:ext cx="34290" cy="534114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33" name="Freeform 17">
              <a:extLst>
                <a:ext uri="{FF2B5EF4-FFF2-40B4-BE49-F238E27FC236}">
                  <a16:creationId xmlns:a16="http://schemas.microsoft.com/office/drawing/2014/main" id="{86C98539-9E9B-4DF5-41D5-74727B07EB4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59215" y="4757292"/>
              <a:ext cx="171729" cy="0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34" name="Freeform 18">
              <a:extLst>
                <a:ext uri="{FF2B5EF4-FFF2-40B4-BE49-F238E27FC236}">
                  <a16:creationId xmlns:a16="http://schemas.microsoft.com/office/drawing/2014/main" id="{F53BE230-F6E0-3864-11D9-82FB8997CF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59215" y="4585842"/>
              <a:ext cx="171729" cy="0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35" name="Freeform 19">
              <a:extLst>
                <a:ext uri="{FF2B5EF4-FFF2-40B4-BE49-F238E27FC236}">
                  <a16:creationId xmlns:a16="http://schemas.microsoft.com/office/drawing/2014/main" id="{C00D72FE-695B-6748-632C-57DFBA47FEC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59215" y="4534645"/>
              <a:ext cx="0" cy="273844"/>
            </a:xfrm>
            <a:custGeom>
              <a:avLst/>
              <a:gdLst>
                <a:gd name="T0" fmla="*/ 337 h 337"/>
                <a:gd name="T1" fmla="*/ 337 h 337"/>
                <a:gd name="T2" fmla="*/ 0 h 33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337">
                  <a:moveTo>
                    <a:pt x="0" y="337"/>
                  </a:moveTo>
                  <a:lnTo>
                    <a:pt x="0" y="337"/>
                  </a:lnTo>
                  <a:lnTo>
                    <a:pt x="0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36" name="Freeform 15">
              <a:extLst>
                <a:ext uri="{FF2B5EF4-FFF2-40B4-BE49-F238E27FC236}">
                  <a16:creationId xmlns:a16="http://schemas.microsoft.com/office/drawing/2014/main" id="{3FB93F27-97FF-4CB0-A0A8-E6A5263B4F8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407130" y="4281517"/>
              <a:ext cx="34290" cy="304325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37" name="Freeform 14">
              <a:extLst>
                <a:ext uri="{FF2B5EF4-FFF2-40B4-BE49-F238E27FC236}">
                  <a16:creationId xmlns:a16="http://schemas.microsoft.com/office/drawing/2014/main" id="{1A7F43D2-2588-48C3-5742-ABF95B7103A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188732" y="5391180"/>
              <a:ext cx="0" cy="188119"/>
            </a:xfrm>
            <a:custGeom>
              <a:avLst/>
              <a:gdLst>
                <a:gd name="T0" fmla="*/ 2 w 2"/>
                <a:gd name="T1" fmla="*/ 0 h 232"/>
                <a:gd name="T2" fmla="*/ 2 w 2"/>
                <a:gd name="T3" fmla="*/ 0 h 232"/>
                <a:gd name="T4" fmla="*/ 0 w 2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32">
                  <a:moveTo>
                    <a:pt x="2" y="0"/>
                  </a:moveTo>
                  <a:lnTo>
                    <a:pt x="2" y="0"/>
                  </a:lnTo>
                  <a:lnTo>
                    <a:pt x="0" y="232"/>
                  </a:ln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38" name="Freeform 15">
              <a:extLst>
                <a:ext uri="{FF2B5EF4-FFF2-40B4-BE49-F238E27FC236}">
                  <a16:creationId xmlns:a16="http://schemas.microsoft.com/office/drawing/2014/main" id="{DF89DFB4-4A12-D82A-BEB9-8260C08B665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84161" y="5583109"/>
              <a:ext cx="34290" cy="235743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39" name="Freeform 17">
              <a:extLst>
                <a:ext uri="{FF2B5EF4-FFF2-40B4-BE49-F238E27FC236}">
                  <a16:creationId xmlns:a16="http://schemas.microsoft.com/office/drawing/2014/main" id="{1EECB411-700E-A0AF-7C1A-53CD3BF3628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59223" y="5573584"/>
              <a:ext cx="171729" cy="0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 type="triangl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40" name="Freeform 18">
              <a:extLst>
                <a:ext uri="{FF2B5EF4-FFF2-40B4-BE49-F238E27FC236}">
                  <a16:creationId xmlns:a16="http://schemas.microsoft.com/office/drawing/2014/main" id="{29B507F4-1226-E22F-BA2B-4BD39A966EF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59223" y="5402134"/>
              <a:ext cx="171729" cy="0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41" name="Freeform 19">
              <a:extLst>
                <a:ext uri="{FF2B5EF4-FFF2-40B4-BE49-F238E27FC236}">
                  <a16:creationId xmlns:a16="http://schemas.microsoft.com/office/drawing/2014/main" id="{1903FFA5-CE96-0E0F-411C-FE980C2DC8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59222" y="5350937"/>
              <a:ext cx="0" cy="273844"/>
            </a:xfrm>
            <a:custGeom>
              <a:avLst/>
              <a:gdLst>
                <a:gd name="T0" fmla="*/ 337 h 337"/>
                <a:gd name="T1" fmla="*/ 337 h 337"/>
                <a:gd name="T2" fmla="*/ 0 h 33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337">
                  <a:moveTo>
                    <a:pt x="0" y="337"/>
                  </a:moveTo>
                  <a:lnTo>
                    <a:pt x="0" y="337"/>
                  </a:lnTo>
                  <a:lnTo>
                    <a:pt x="0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42" name="Freeform 15">
              <a:extLst>
                <a:ext uri="{FF2B5EF4-FFF2-40B4-BE49-F238E27FC236}">
                  <a16:creationId xmlns:a16="http://schemas.microsoft.com/office/drawing/2014/main" id="{E3234482-E547-41A1-0E77-A57DC4B8BB3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430952" y="5296168"/>
              <a:ext cx="0" cy="105966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43" name="Freeform 35">
              <a:extLst>
                <a:ext uri="{FF2B5EF4-FFF2-40B4-BE49-F238E27FC236}">
                  <a16:creationId xmlns:a16="http://schemas.microsoft.com/office/drawing/2014/main" id="{450EE62D-983E-041F-02B8-7C63E5A68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737" y="4670852"/>
              <a:ext cx="304800" cy="0"/>
            </a:xfrm>
            <a:custGeom>
              <a:avLst/>
              <a:gdLst>
                <a:gd name="T0" fmla="*/ 376 w 376"/>
                <a:gd name="T1" fmla="*/ 376 w 376"/>
                <a:gd name="T2" fmla="*/ 0 w 3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6">
                  <a:moveTo>
                    <a:pt x="376" y="0"/>
                  </a:moveTo>
                  <a:lnTo>
                    <a:pt x="376" y="0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44" name="Freeform 35">
              <a:extLst>
                <a:ext uri="{FF2B5EF4-FFF2-40B4-BE49-F238E27FC236}">
                  <a16:creationId xmlns:a16="http://schemas.microsoft.com/office/drawing/2014/main" id="{0D40E198-4322-CE4F-7B9F-8662DC1CB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313" y="5489050"/>
              <a:ext cx="304800" cy="0"/>
            </a:xfrm>
            <a:custGeom>
              <a:avLst/>
              <a:gdLst>
                <a:gd name="T0" fmla="*/ 376 w 376"/>
                <a:gd name="T1" fmla="*/ 376 w 376"/>
                <a:gd name="T2" fmla="*/ 0 w 3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6">
                  <a:moveTo>
                    <a:pt x="376" y="0"/>
                  </a:moveTo>
                  <a:lnTo>
                    <a:pt x="376" y="0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45" name="Freeform 15">
              <a:extLst>
                <a:ext uri="{FF2B5EF4-FFF2-40B4-BE49-F238E27FC236}">
                  <a16:creationId xmlns:a16="http://schemas.microsoft.com/office/drawing/2014/main" id="{CCB26590-5A41-4538-8B7A-F90D4968604E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3602348" y="4895760"/>
              <a:ext cx="59158" cy="344889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46" name="Freeform 28">
              <a:extLst>
                <a:ext uri="{FF2B5EF4-FFF2-40B4-BE49-F238E27FC236}">
                  <a16:creationId xmlns:a16="http://schemas.microsoft.com/office/drawing/2014/main" id="{DAF9130E-5E26-8AD3-97DC-EC9E6EA14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436" y="4281517"/>
              <a:ext cx="163115" cy="0"/>
            </a:xfrm>
            <a:custGeom>
              <a:avLst/>
              <a:gdLst>
                <a:gd name="T0" fmla="*/ 0 w 201"/>
                <a:gd name="T1" fmla="*/ 0 w 201"/>
                <a:gd name="T2" fmla="*/ 201 w 20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01">
                  <a:moveTo>
                    <a:pt x="0" y="0"/>
                  </a:moveTo>
                  <a:lnTo>
                    <a:pt x="0" y="0"/>
                  </a:lnTo>
                  <a:lnTo>
                    <a:pt x="201" y="0"/>
                  </a:lnTo>
                </a:path>
              </a:pathLst>
            </a:cu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29A68CCF-4C29-88D0-9327-AAD8B269E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010" y="4051814"/>
              <a:ext cx="27682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BE" altLang="en-BE" sz="1050" b="1" i="1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>
                  <a:solidFill>
                    <a:srgbClr val="000000"/>
                  </a:solidFill>
                </a:rPr>
                <a:t>DD</a:t>
              </a:r>
              <a:endParaRPr lang="en-BE" altLang="en-BE" sz="1350" b="1" i="1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3EFF99E1-7B13-D0DA-B5C5-86FB9B7D7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8682" y="4590694"/>
              <a:ext cx="27682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US" altLang="en-BE" sz="1050" b="1" i="1" dirty="0">
                  <a:solidFill>
                    <a:srgbClr val="000000"/>
                  </a:solidFill>
                </a:rPr>
                <a:t>M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2</a:t>
              </a:r>
              <a:endParaRPr lang="en-BE" altLang="en-BE" sz="1350" b="1" i="1" dirty="0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56D3613-678F-A196-81B5-15D469503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7739" y="5398775"/>
              <a:ext cx="27682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US" altLang="en-BE" sz="1050" b="1" i="1" dirty="0">
                  <a:solidFill>
                    <a:srgbClr val="000000"/>
                  </a:solidFill>
                </a:rPr>
                <a:t>M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1</a:t>
              </a:r>
              <a:endParaRPr lang="en-BE" altLang="en-BE" sz="1350" b="1" i="1" dirty="0"/>
            </a:p>
          </p:txBody>
        </p:sp>
        <p:sp>
          <p:nvSpPr>
            <p:cNvPr id="150" name="Freeform 36">
              <a:extLst>
                <a:ext uri="{FF2B5EF4-FFF2-40B4-BE49-F238E27FC236}">
                  <a16:creationId xmlns:a16="http://schemas.microsoft.com/office/drawing/2014/main" id="{6BC41329-A41C-5F8E-AD85-B8D90E6FFE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17673" y="4632500"/>
              <a:ext cx="65484" cy="65485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01010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51" name="Freeform 36">
              <a:extLst>
                <a:ext uri="{FF2B5EF4-FFF2-40B4-BE49-F238E27FC236}">
                  <a16:creationId xmlns:a16="http://schemas.microsoft.com/office/drawing/2014/main" id="{655BD2C7-78AF-6673-2685-4A245C53A5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8433" y="5006296"/>
              <a:ext cx="65484" cy="65485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01010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52" name="Freeform 36">
              <a:extLst>
                <a:ext uri="{FF2B5EF4-FFF2-40B4-BE49-F238E27FC236}">
                  <a16:creationId xmlns:a16="http://schemas.microsoft.com/office/drawing/2014/main" id="{DC4DFDFF-2536-238B-A8FC-05A177244C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8623" y="5457365"/>
              <a:ext cx="65484" cy="65485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53" name="Freeform 36">
              <a:extLst>
                <a:ext uri="{FF2B5EF4-FFF2-40B4-BE49-F238E27FC236}">
                  <a16:creationId xmlns:a16="http://schemas.microsoft.com/office/drawing/2014/main" id="{739CD377-A78E-8DBB-A020-736B75880D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5893" y="5003975"/>
              <a:ext cx="65484" cy="65485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B2693F82-7D12-E481-94F4-17913E098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433" y="5355858"/>
              <a:ext cx="14427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BE" altLang="en-BE" sz="1050" b="1" i="1" dirty="0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b</a:t>
              </a:r>
              <a:endParaRPr lang="en-BE" altLang="en-BE" sz="1350" b="1" i="1" dirty="0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6E434690-83B0-EECE-5BAA-03651F937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453" y="4968508"/>
              <a:ext cx="22923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BE" altLang="en-BE" sz="1050" b="1" i="1" dirty="0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out</a:t>
              </a:r>
              <a:endParaRPr lang="en-BE" altLang="en-BE" sz="1350" b="1" i="1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50A0AE7A-88A4-1FA4-9FD5-4990E821CCD7}"/>
              </a:ext>
            </a:extLst>
          </p:cNvPr>
          <p:cNvGrpSpPr/>
          <p:nvPr/>
        </p:nvGrpSpPr>
        <p:grpSpPr>
          <a:xfrm>
            <a:off x="5074615" y="2320270"/>
            <a:ext cx="1612354" cy="1701365"/>
            <a:chOff x="5854903" y="4368526"/>
            <a:chExt cx="1612354" cy="1701365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7757230-B3C6-612B-95EB-F282CDA20DCB}"/>
                </a:ext>
              </a:extLst>
            </p:cNvPr>
            <p:cNvGrpSpPr/>
            <p:nvPr/>
          </p:nvGrpSpPr>
          <p:grpSpPr>
            <a:xfrm>
              <a:off x="6570104" y="4597225"/>
              <a:ext cx="221681" cy="893021"/>
              <a:chOff x="9464284" y="275674"/>
              <a:chExt cx="210067" cy="1642581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E721F4D5-C3FD-9E9F-4678-4982E06A2613}"/>
                  </a:ext>
                </a:extLst>
              </p:cNvPr>
              <p:cNvGrpSpPr/>
              <p:nvPr/>
            </p:nvGrpSpPr>
            <p:grpSpPr>
              <a:xfrm>
                <a:off x="9464284" y="615696"/>
                <a:ext cx="210067" cy="439953"/>
                <a:chOff x="5542451" y="2102326"/>
                <a:chExt cx="174669" cy="355599"/>
              </a:xfrm>
            </p:grpSpPr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65E55933-F61C-93C0-90B8-AB8C01D0A279}"/>
                    </a:ext>
                  </a:extLst>
                </p:cNvPr>
                <p:cNvGrpSpPr/>
                <p:nvPr/>
              </p:nvGrpSpPr>
              <p:grpSpPr>
                <a:xfrm>
                  <a:off x="5542451" y="2102326"/>
                  <a:ext cx="166687" cy="236537"/>
                  <a:chOff x="5542451" y="2102326"/>
                  <a:chExt cx="166687" cy="236537"/>
                </a:xfrm>
              </p:grpSpPr>
              <p:sp>
                <p:nvSpPr>
                  <p:cNvPr id="64" name="Freeform 43">
                    <a:extLst>
                      <a:ext uri="{FF2B5EF4-FFF2-40B4-BE49-F238E27FC236}">
                        <a16:creationId xmlns:a16="http://schemas.microsoft.com/office/drawing/2014/main" id="{D71E3BC9-47FA-22A7-6206-204538EE047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221388"/>
                    <a:ext cx="166687" cy="117475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/>
                  </a:p>
                </p:txBody>
              </p:sp>
              <p:sp>
                <p:nvSpPr>
                  <p:cNvPr id="65" name="Freeform 46">
                    <a:extLst>
                      <a:ext uri="{FF2B5EF4-FFF2-40B4-BE49-F238E27FC236}">
                        <a16:creationId xmlns:a16="http://schemas.microsoft.com/office/drawing/2014/main" id="{6778E339-BC56-4C9F-AB97-1F1F81A371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102326"/>
                    <a:ext cx="166687" cy="119063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 dirty="0"/>
                  </a:p>
                </p:txBody>
              </p:sp>
            </p:grpSp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EFF57D13-3F40-65C2-5C39-689AA4C13993}"/>
                    </a:ext>
                  </a:extLst>
                </p:cNvPr>
                <p:cNvGrpSpPr/>
                <p:nvPr/>
              </p:nvGrpSpPr>
              <p:grpSpPr>
                <a:xfrm>
                  <a:off x="5550433" y="2221388"/>
                  <a:ext cx="166687" cy="236537"/>
                  <a:chOff x="5542451" y="2102326"/>
                  <a:chExt cx="166687" cy="236537"/>
                </a:xfrm>
              </p:grpSpPr>
              <p:sp>
                <p:nvSpPr>
                  <p:cNvPr id="62" name="Freeform 43">
                    <a:extLst>
                      <a:ext uri="{FF2B5EF4-FFF2-40B4-BE49-F238E27FC236}">
                        <a16:creationId xmlns:a16="http://schemas.microsoft.com/office/drawing/2014/main" id="{08A6376E-D417-8093-20BC-18A2BDC991D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221388"/>
                    <a:ext cx="166687" cy="117475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/>
                  </a:p>
                </p:txBody>
              </p:sp>
              <p:sp>
                <p:nvSpPr>
                  <p:cNvPr id="63" name="Freeform 46">
                    <a:extLst>
                      <a:ext uri="{FF2B5EF4-FFF2-40B4-BE49-F238E27FC236}">
                        <a16:creationId xmlns:a16="http://schemas.microsoft.com/office/drawing/2014/main" id="{5095015A-0120-3402-D8E8-6FF074E8ED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102326"/>
                    <a:ext cx="166687" cy="119063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/>
                  </a:p>
                </p:txBody>
              </p:sp>
            </p:grpSp>
          </p:grp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4483AEB3-C518-6BC1-59C9-9039094FD546}"/>
                  </a:ext>
                </a:extLst>
              </p:cNvPr>
              <p:cNvCxnSpPr>
                <a:cxnSpLocks/>
                <a:endCxn id="65" idx="4"/>
              </p:cNvCxnSpPr>
              <p:nvPr/>
            </p:nvCxnSpPr>
            <p:spPr>
              <a:xfrm flipH="1">
                <a:off x="9563871" y="275674"/>
                <a:ext cx="879" cy="34002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06D0132C-12EC-37E1-6585-14893F6A9D88}"/>
                  </a:ext>
                </a:extLst>
              </p:cNvPr>
              <p:cNvCxnSpPr>
                <a:cxnSpLocks/>
                <a:endCxn id="80" idx="0"/>
              </p:cNvCxnSpPr>
              <p:nvPr/>
            </p:nvCxnSpPr>
            <p:spPr>
              <a:xfrm flipH="1">
                <a:off x="9573572" y="1051136"/>
                <a:ext cx="0" cy="86711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Freeform 88">
              <a:extLst>
                <a:ext uri="{FF2B5EF4-FFF2-40B4-BE49-F238E27FC236}">
                  <a16:creationId xmlns:a16="http://schemas.microsoft.com/office/drawing/2014/main" id="{0C606E1A-857F-60C9-24DF-E95FCE0249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103620" y="5906963"/>
              <a:ext cx="579322" cy="45719"/>
            </a:xfrm>
            <a:custGeom>
              <a:avLst/>
              <a:gdLst>
                <a:gd name="T0" fmla="*/ 0 w 127"/>
                <a:gd name="T1" fmla="*/ 0 w 127"/>
                <a:gd name="T2" fmla="*/ 127 w 12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7">
                  <a:moveTo>
                    <a:pt x="0" y="0"/>
                  </a:moveTo>
                  <a:lnTo>
                    <a:pt x="0" y="0"/>
                  </a:lnTo>
                  <a:lnTo>
                    <a:pt x="127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67FF149-EB72-00E9-BEEA-CDED4E58AA6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322987" y="5376660"/>
              <a:ext cx="14427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BE" altLang="en-BE" sz="1050" b="1" i="1" dirty="0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b</a:t>
              </a:r>
              <a:endParaRPr lang="en-BE" altLang="en-BE" sz="1350" b="1" i="1" dirty="0"/>
            </a:p>
          </p:txBody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95D0C130-1FA0-0C7D-E8D4-487ED57BA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654" y="5479292"/>
              <a:ext cx="0" cy="188119"/>
            </a:xfrm>
            <a:custGeom>
              <a:avLst/>
              <a:gdLst>
                <a:gd name="T0" fmla="*/ 2 w 2"/>
                <a:gd name="T1" fmla="*/ 0 h 232"/>
                <a:gd name="T2" fmla="*/ 2 w 2"/>
                <a:gd name="T3" fmla="*/ 0 h 232"/>
                <a:gd name="T4" fmla="*/ 0 w 2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32">
                  <a:moveTo>
                    <a:pt x="2" y="0"/>
                  </a:moveTo>
                  <a:lnTo>
                    <a:pt x="2" y="0"/>
                  </a:lnTo>
                  <a:lnTo>
                    <a:pt x="0" y="232"/>
                  </a:ln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78" name="Freeform 15">
              <a:extLst>
                <a:ext uri="{FF2B5EF4-FFF2-40B4-BE49-F238E27FC236}">
                  <a16:creationId xmlns:a16="http://schemas.microsoft.com/office/drawing/2014/main" id="{D14B3460-0FBE-3FF8-FF6F-AE7F1F6E7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935" y="5671221"/>
              <a:ext cx="34290" cy="235743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79" name="Freeform 17">
              <a:extLst>
                <a:ext uri="{FF2B5EF4-FFF2-40B4-BE49-F238E27FC236}">
                  <a16:creationId xmlns:a16="http://schemas.microsoft.com/office/drawing/2014/main" id="{197873B6-7AC8-4F34-1369-9475B9D43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5434" y="5661696"/>
              <a:ext cx="171729" cy="0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 type="triangl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80" name="Freeform 18">
              <a:extLst>
                <a:ext uri="{FF2B5EF4-FFF2-40B4-BE49-F238E27FC236}">
                  <a16:creationId xmlns:a16="http://schemas.microsoft.com/office/drawing/2014/main" id="{74CD030D-276B-DD6E-3655-AE53C6237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5434" y="5490246"/>
              <a:ext cx="171729" cy="0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81" name="Freeform 19">
              <a:extLst>
                <a:ext uri="{FF2B5EF4-FFF2-40B4-BE49-F238E27FC236}">
                  <a16:creationId xmlns:a16="http://schemas.microsoft.com/office/drawing/2014/main" id="{8B3D332B-88A0-3EB1-AA8E-489EBD8E7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164" y="5439049"/>
              <a:ext cx="0" cy="273844"/>
            </a:xfrm>
            <a:custGeom>
              <a:avLst/>
              <a:gdLst>
                <a:gd name="T0" fmla="*/ 337 h 337"/>
                <a:gd name="T1" fmla="*/ 337 h 337"/>
                <a:gd name="T2" fmla="*/ 0 h 33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337">
                  <a:moveTo>
                    <a:pt x="0" y="337"/>
                  </a:moveTo>
                  <a:lnTo>
                    <a:pt x="0" y="337"/>
                  </a:lnTo>
                  <a:lnTo>
                    <a:pt x="0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84" name="Freeform 35">
              <a:extLst>
                <a:ext uri="{FF2B5EF4-FFF2-40B4-BE49-F238E27FC236}">
                  <a16:creationId xmlns:a16="http://schemas.microsoft.com/office/drawing/2014/main" id="{E263237D-589B-5DAC-618F-B449A93A9B2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949273" y="5577162"/>
              <a:ext cx="304800" cy="0"/>
            </a:xfrm>
            <a:custGeom>
              <a:avLst/>
              <a:gdLst>
                <a:gd name="T0" fmla="*/ 376 w 376"/>
                <a:gd name="T1" fmla="*/ 376 w 376"/>
                <a:gd name="T2" fmla="*/ 0 w 3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6">
                  <a:moveTo>
                    <a:pt x="376" y="0"/>
                  </a:moveTo>
                  <a:lnTo>
                    <a:pt x="376" y="0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85" name="Freeform 15">
              <a:extLst>
                <a:ext uri="{FF2B5EF4-FFF2-40B4-BE49-F238E27FC236}">
                  <a16:creationId xmlns:a16="http://schemas.microsoft.com/office/drawing/2014/main" id="{202F53EA-5CC5-ED1A-4B43-A1B173375B3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838928" y="5002161"/>
              <a:ext cx="59158" cy="344889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86" name="Freeform 28">
              <a:extLst>
                <a:ext uri="{FF2B5EF4-FFF2-40B4-BE49-F238E27FC236}">
                  <a16:creationId xmlns:a16="http://schemas.microsoft.com/office/drawing/2014/main" id="{0A869E70-AC43-4C40-C380-5035276C5F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589915" y="4598229"/>
              <a:ext cx="163115" cy="0"/>
            </a:xfrm>
            <a:custGeom>
              <a:avLst/>
              <a:gdLst>
                <a:gd name="T0" fmla="*/ 0 w 201"/>
                <a:gd name="T1" fmla="*/ 0 w 201"/>
                <a:gd name="T2" fmla="*/ 201 w 20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01">
                  <a:moveTo>
                    <a:pt x="0" y="0"/>
                  </a:moveTo>
                  <a:lnTo>
                    <a:pt x="0" y="0"/>
                  </a:lnTo>
                  <a:lnTo>
                    <a:pt x="201" y="0"/>
                  </a:lnTo>
                </a:path>
              </a:pathLst>
            </a:cu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6079FE7-EC6F-FF72-D8D0-66E78603884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541636" y="4368526"/>
              <a:ext cx="27682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BE" altLang="en-BE" sz="1050" b="1" i="1" dirty="0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DD</a:t>
              </a:r>
              <a:endParaRPr lang="en-BE" altLang="en-BE" sz="1350" b="1" i="1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10428D4-6EBE-7978-5200-BEE8C31CE16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411827" y="5486887"/>
              <a:ext cx="27682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US" altLang="en-BE" sz="1050" b="1" i="1" dirty="0">
                  <a:solidFill>
                    <a:srgbClr val="000000"/>
                  </a:solidFill>
                </a:rPr>
                <a:t>M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1</a:t>
              </a:r>
              <a:endParaRPr lang="en-BE" altLang="en-BE" sz="1350" b="1" i="1" dirty="0"/>
            </a:p>
          </p:txBody>
        </p:sp>
        <p:sp>
          <p:nvSpPr>
            <p:cNvPr id="91" name="Freeform 36">
              <a:extLst>
                <a:ext uri="{FF2B5EF4-FFF2-40B4-BE49-F238E27FC236}">
                  <a16:creationId xmlns:a16="http://schemas.microsoft.com/office/drawing/2014/main" id="{28CE26B3-5CC1-8D4B-C7E3-3073DC888B03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6649929" y="5112188"/>
              <a:ext cx="65484" cy="65485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01010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93" name="Freeform 36">
              <a:extLst>
                <a:ext uri="{FF2B5EF4-FFF2-40B4-BE49-F238E27FC236}">
                  <a16:creationId xmlns:a16="http://schemas.microsoft.com/office/drawing/2014/main" id="{3320AA08-2CCC-7846-121C-CFD4AFD672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42963" y="5106845"/>
              <a:ext cx="65484" cy="65485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 dirty="0"/>
            </a:p>
          </p:txBody>
        </p:sp>
        <p:sp>
          <p:nvSpPr>
            <p:cNvPr id="94" name="Freeform 36">
              <a:extLst>
                <a:ext uri="{FF2B5EF4-FFF2-40B4-BE49-F238E27FC236}">
                  <a16:creationId xmlns:a16="http://schemas.microsoft.com/office/drawing/2014/main" id="{75B353FE-BC4F-1247-967B-8B0841D98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38393" y="5875195"/>
              <a:ext cx="65484" cy="65485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32DBC68-4F92-2E69-E59C-B3F187008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6813" y="5044708"/>
              <a:ext cx="22923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BE" altLang="en-BE" sz="1050" b="1" i="1" dirty="0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out</a:t>
              </a:r>
              <a:endParaRPr lang="en-BE" altLang="en-BE" sz="1350" b="1" i="1" dirty="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FCC67046-064A-E625-5A1C-645480730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4903" y="5908308"/>
              <a:ext cx="179536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BE" altLang="en-BE" sz="1050" b="1" i="1" dirty="0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IN</a:t>
              </a:r>
              <a:endParaRPr lang="en-BE" altLang="en-BE" sz="1350" b="1" i="1" dirty="0"/>
            </a:p>
          </p:txBody>
        </p:sp>
      </p:grpSp>
      <p:sp>
        <p:nvSpPr>
          <p:cNvPr id="160" name="Freeform 88">
            <a:extLst>
              <a:ext uri="{FF2B5EF4-FFF2-40B4-BE49-F238E27FC236}">
                <a16:creationId xmlns:a16="http://schemas.microsoft.com/office/drawing/2014/main" id="{6AAEBF50-D82C-B48A-5C70-904DB9E8EA9A}"/>
              </a:ext>
            </a:extLst>
          </p:cNvPr>
          <p:cNvSpPr>
            <a:spLocks/>
          </p:cNvSpPr>
          <p:nvPr/>
        </p:nvSpPr>
        <p:spPr bwMode="auto">
          <a:xfrm>
            <a:off x="2432176" y="6111460"/>
            <a:ext cx="103584" cy="0"/>
          </a:xfrm>
          <a:custGeom>
            <a:avLst/>
            <a:gdLst>
              <a:gd name="T0" fmla="*/ 0 w 127"/>
              <a:gd name="T1" fmla="*/ 0 w 127"/>
              <a:gd name="T2" fmla="*/ 127 w 12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27">
                <a:moveTo>
                  <a:pt x="0" y="0"/>
                </a:moveTo>
                <a:lnTo>
                  <a:pt x="0" y="0"/>
                </a:lnTo>
                <a:lnTo>
                  <a:pt x="127" y="0"/>
                </a:lnTo>
              </a:path>
            </a:pathLst>
          </a:custGeom>
          <a:noFill/>
          <a:ln w="28575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161" name="Freeform 89">
            <a:extLst>
              <a:ext uri="{FF2B5EF4-FFF2-40B4-BE49-F238E27FC236}">
                <a16:creationId xmlns:a16="http://schemas.microsoft.com/office/drawing/2014/main" id="{872098A0-159B-629F-6905-1E70654CCDC1}"/>
              </a:ext>
            </a:extLst>
          </p:cNvPr>
          <p:cNvSpPr>
            <a:spLocks/>
          </p:cNvSpPr>
          <p:nvPr/>
        </p:nvSpPr>
        <p:spPr bwMode="auto">
          <a:xfrm>
            <a:off x="2458369" y="6153132"/>
            <a:ext cx="51197" cy="0"/>
          </a:xfrm>
          <a:custGeom>
            <a:avLst/>
            <a:gdLst>
              <a:gd name="T0" fmla="*/ 0 w 63"/>
              <a:gd name="T1" fmla="*/ 0 w 63"/>
              <a:gd name="T2" fmla="*/ 63 w 63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63">
                <a:moveTo>
                  <a:pt x="0" y="0"/>
                </a:moveTo>
                <a:lnTo>
                  <a:pt x="0" y="0"/>
                </a:lnTo>
                <a:lnTo>
                  <a:pt x="63" y="0"/>
                </a:lnTo>
              </a:path>
            </a:pathLst>
          </a:custGeom>
          <a:noFill/>
          <a:ln w="28575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162" name="Freeform 90">
            <a:extLst>
              <a:ext uri="{FF2B5EF4-FFF2-40B4-BE49-F238E27FC236}">
                <a16:creationId xmlns:a16="http://schemas.microsoft.com/office/drawing/2014/main" id="{0257772D-D3E6-0DD4-57E0-8AC11657E6F9}"/>
              </a:ext>
            </a:extLst>
          </p:cNvPr>
          <p:cNvSpPr>
            <a:spLocks/>
          </p:cNvSpPr>
          <p:nvPr/>
        </p:nvSpPr>
        <p:spPr bwMode="auto">
          <a:xfrm>
            <a:off x="2478610" y="6193613"/>
            <a:ext cx="11906" cy="0"/>
          </a:xfrm>
          <a:custGeom>
            <a:avLst/>
            <a:gdLst>
              <a:gd name="T0" fmla="*/ 0 w 15"/>
              <a:gd name="T1" fmla="*/ 0 w 15"/>
              <a:gd name="T2" fmla="*/ 15 w 15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5">
                <a:moveTo>
                  <a:pt x="0" y="0"/>
                </a:moveTo>
                <a:lnTo>
                  <a:pt x="0" y="0"/>
                </a:lnTo>
                <a:lnTo>
                  <a:pt x="15" y="0"/>
                </a:lnTo>
              </a:path>
            </a:pathLst>
          </a:custGeom>
          <a:noFill/>
          <a:ln w="28575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165" name="Freeform 15">
            <a:extLst>
              <a:ext uri="{FF2B5EF4-FFF2-40B4-BE49-F238E27FC236}">
                <a16:creationId xmlns:a16="http://schemas.microsoft.com/office/drawing/2014/main" id="{EAE3C23C-69A6-0AA1-3EA8-C84107D09C5A}"/>
              </a:ext>
            </a:extLst>
          </p:cNvPr>
          <p:cNvSpPr>
            <a:spLocks/>
          </p:cNvSpPr>
          <p:nvPr/>
        </p:nvSpPr>
        <p:spPr bwMode="auto">
          <a:xfrm flipH="1">
            <a:off x="2463966" y="5049900"/>
            <a:ext cx="34290" cy="534114"/>
          </a:xfrm>
          <a:custGeom>
            <a:avLst/>
            <a:gdLst>
              <a:gd name="T0" fmla="*/ 0 h 130"/>
              <a:gd name="T1" fmla="*/ 0 h 130"/>
              <a:gd name="T2" fmla="*/ 130 h 130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30">
                <a:moveTo>
                  <a:pt x="0" y="0"/>
                </a:moveTo>
                <a:lnTo>
                  <a:pt x="0" y="0"/>
                </a:lnTo>
                <a:lnTo>
                  <a:pt x="0" y="13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170" name="Freeform 14">
            <a:extLst>
              <a:ext uri="{FF2B5EF4-FFF2-40B4-BE49-F238E27FC236}">
                <a16:creationId xmlns:a16="http://schemas.microsoft.com/office/drawing/2014/main" id="{B3610892-686E-C39C-C281-2E5989CD7182}"/>
              </a:ext>
            </a:extLst>
          </p:cNvPr>
          <p:cNvSpPr>
            <a:spLocks/>
          </p:cNvSpPr>
          <p:nvPr/>
        </p:nvSpPr>
        <p:spPr bwMode="auto">
          <a:xfrm flipH="1">
            <a:off x="2256044" y="5683788"/>
            <a:ext cx="0" cy="188119"/>
          </a:xfrm>
          <a:custGeom>
            <a:avLst/>
            <a:gdLst>
              <a:gd name="T0" fmla="*/ 2 w 2"/>
              <a:gd name="T1" fmla="*/ 0 h 232"/>
              <a:gd name="T2" fmla="*/ 2 w 2"/>
              <a:gd name="T3" fmla="*/ 0 h 232"/>
              <a:gd name="T4" fmla="*/ 0 w 2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32">
                <a:moveTo>
                  <a:pt x="2" y="0"/>
                </a:moveTo>
                <a:lnTo>
                  <a:pt x="2" y="0"/>
                </a:lnTo>
                <a:lnTo>
                  <a:pt x="0" y="232"/>
                </a:lnTo>
              </a:path>
            </a:pathLst>
          </a:custGeom>
          <a:noFill/>
          <a:ln w="38100" cap="sq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171" name="Freeform 15">
            <a:extLst>
              <a:ext uri="{FF2B5EF4-FFF2-40B4-BE49-F238E27FC236}">
                <a16:creationId xmlns:a16="http://schemas.microsoft.com/office/drawing/2014/main" id="{B00C36EA-0D1F-91CF-FA8F-291499DD515F}"/>
              </a:ext>
            </a:extLst>
          </p:cNvPr>
          <p:cNvSpPr>
            <a:spLocks/>
          </p:cNvSpPr>
          <p:nvPr/>
        </p:nvSpPr>
        <p:spPr bwMode="auto">
          <a:xfrm flipH="1">
            <a:off x="2451473" y="5875717"/>
            <a:ext cx="34290" cy="235743"/>
          </a:xfrm>
          <a:custGeom>
            <a:avLst/>
            <a:gdLst>
              <a:gd name="T0" fmla="*/ 0 h 130"/>
              <a:gd name="T1" fmla="*/ 0 h 130"/>
              <a:gd name="T2" fmla="*/ 130 h 130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30">
                <a:moveTo>
                  <a:pt x="0" y="0"/>
                </a:moveTo>
                <a:lnTo>
                  <a:pt x="0" y="0"/>
                </a:lnTo>
                <a:lnTo>
                  <a:pt x="0" y="130"/>
                </a:lnTo>
              </a:path>
            </a:pathLst>
          </a:custGeom>
          <a:noFill/>
          <a:ln w="28575" cap="sq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172" name="Freeform 17">
            <a:extLst>
              <a:ext uri="{FF2B5EF4-FFF2-40B4-BE49-F238E27FC236}">
                <a16:creationId xmlns:a16="http://schemas.microsoft.com/office/drawing/2014/main" id="{99D90570-C3BD-0EDE-4C1F-12630290F475}"/>
              </a:ext>
            </a:extLst>
          </p:cNvPr>
          <p:cNvSpPr>
            <a:spLocks/>
          </p:cNvSpPr>
          <p:nvPr/>
        </p:nvSpPr>
        <p:spPr bwMode="auto">
          <a:xfrm flipH="1">
            <a:off x="2326535" y="5866192"/>
            <a:ext cx="171729" cy="0"/>
          </a:xfrm>
          <a:custGeom>
            <a:avLst/>
            <a:gdLst>
              <a:gd name="T0" fmla="*/ 0 w 212"/>
              <a:gd name="T1" fmla="*/ 0 w 212"/>
              <a:gd name="T2" fmla="*/ 212 w 21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12">
                <a:moveTo>
                  <a:pt x="0" y="0"/>
                </a:moveTo>
                <a:lnTo>
                  <a:pt x="0" y="0"/>
                </a:lnTo>
                <a:lnTo>
                  <a:pt x="212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 type="triangle"/>
            <a:tailEnd type="non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173" name="Freeform 18">
            <a:extLst>
              <a:ext uri="{FF2B5EF4-FFF2-40B4-BE49-F238E27FC236}">
                <a16:creationId xmlns:a16="http://schemas.microsoft.com/office/drawing/2014/main" id="{0B02DDEE-B04E-FFAF-6D96-4C90C444DDA3}"/>
              </a:ext>
            </a:extLst>
          </p:cNvPr>
          <p:cNvSpPr>
            <a:spLocks/>
          </p:cNvSpPr>
          <p:nvPr/>
        </p:nvSpPr>
        <p:spPr bwMode="auto">
          <a:xfrm flipH="1">
            <a:off x="2326535" y="5694742"/>
            <a:ext cx="171729" cy="0"/>
          </a:xfrm>
          <a:custGeom>
            <a:avLst/>
            <a:gdLst>
              <a:gd name="T0" fmla="*/ 0 w 212"/>
              <a:gd name="T1" fmla="*/ 0 w 212"/>
              <a:gd name="T2" fmla="*/ 212 w 21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12">
                <a:moveTo>
                  <a:pt x="0" y="0"/>
                </a:moveTo>
                <a:lnTo>
                  <a:pt x="0" y="0"/>
                </a:lnTo>
                <a:lnTo>
                  <a:pt x="212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174" name="Freeform 19">
            <a:extLst>
              <a:ext uri="{FF2B5EF4-FFF2-40B4-BE49-F238E27FC236}">
                <a16:creationId xmlns:a16="http://schemas.microsoft.com/office/drawing/2014/main" id="{9EE26AB4-4B63-77A0-CF43-83ED3828FA06}"/>
              </a:ext>
            </a:extLst>
          </p:cNvPr>
          <p:cNvSpPr>
            <a:spLocks/>
          </p:cNvSpPr>
          <p:nvPr/>
        </p:nvSpPr>
        <p:spPr bwMode="auto">
          <a:xfrm flipH="1">
            <a:off x="2326534" y="5643545"/>
            <a:ext cx="0" cy="273844"/>
          </a:xfrm>
          <a:custGeom>
            <a:avLst/>
            <a:gdLst>
              <a:gd name="T0" fmla="*/ 337 h 337"/>
              <a:gd name="T1" fmla="*/ 337 h 337"/>
              <a:gd name="T2" fmla="*/ 0 h 337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337">
                <a:moveTo>
                  <a:pt x="0" y="337"/>
                </a:moveTo>
                <a:lnTo>
                  <a:pt x="0" y="337"/>
                </a:lnTo>
                <a:lnTo>
                  <a:pt x="0" y="0"/>
                </a:lnTo>
              </a:path>
            </a:pathLst>
          </a:custGeom>
          <a:noFill/>
          <a:ln w="28575" cap="sq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175" name="Freeform 15">
            <a:extLst>
              <a:ext uri="{FF2B5EF4-FFF2-40B4-BE49-F238E27FC236}">
                <a16:creationId xmlns:a16="http://schemas.microsoft.com/office/drawing/2014/main" id="{0ECD086B-8052-83D0-D158-B8135B136A0D}"/>
              </a:ext>
            </a:extLst>
          </p:cNvPr>
          <p:cNvSpPr>
            <a:spLocks/>
          </p:cNvSpPr>
          <p:nvPr/>
        </p:nvSpPr>
        <p:spPr bwMode="auto">
          <a:xfrm flipH="1">
            <a:off x="2498264" y="5588776"/>
            <a:ext cx="0" cy="105966"/>
          </a:xfrm>
          <a:custGeom>
            <a:avLst/>
            <a:gdLst>
              <a:gd name="T0" fmla="*/ 0 h 130"/>
              <a:gd name="T1" fmla="*/ 0 h 130"/>
              <a:gd name="T2" fmla="*/ 130 h 130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30">
                <a:moveTo>
                  <a:pt x="0" y="0"/>
                </a:moveTo>
                <a:lnTo>
                  <a:pt x="0" y="0"/>
                </a:lnTo>
                <a:lnTo>
                  <a:pt x="0" y="13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177" name="Freeform 35">
            <a:extLst>
              <a:ext uri="{FF2B5EF4-FFF2-40B4-BE49-F238E27FC236}">
                <a16:creationId xmlns:a16="http://schemas.microsoft.com/office/drawing/2014/main" id="{7FB4E2EE-CA78-3754-A293-D0211C160471}"/>
              </a:ext>
            </a:extLst>
          </p:cNvPr>
          <p:cNvSpPr>
            <a:spLocks/>
          </p:cNvSpPr>
          <p:nvPr/>
        </p:nvSpPr>
        <p:spPr bwMode="auto">
          <a:xfrm>
            <a:off x="1929625" y="5781658"/>
            <a:ext cx="304800" cy="0"/>
          </a:xfrm>
          <a:custGeom>
            <a:avLst/>
            <a:gdLst>
              <a:gd name="T0" fmla="*/ 376 w 376"/>
              <a:gd name="T1" fmla="*/ 376 w 376"/>
              <a:gd name="T2" fmla="*/ 0 w 37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376">
                <a:moveTo>
                  <a:pt x="376" y="0"/>
                </a:moveTo>
                <a:lnTo>
                  <a:pt x="376" y="0"/>
                </a:lnTo>
                <a:lnTo>
                  <a:pt x="0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94AC92B-C82F-11EA-6315-183A60507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051" y="5691383"/>
            <a:ext cx="276820" cy="16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/>
            <a:r>
              <a:rPr lang="en-US" altLang="en-BE" sz="1050" b="1" i="1" dirty="0">
                <a:solidFill>
                  <a:srgbClr val="000000"/>
                </a:solidFill>
              </a:rPr>
              <a:t>M</a:t>
            </a:r>
            <a:r>
              <a:rPr lang="en-US" altLang="en-BE" sz="1050" b="1" i="1" baseline="-25000" dirty="0">
                <a:solidFill>
                  <a:srgbClr val="000000"/>
                </a:solidFill>
              </a:rPr>
              <a:t>1</a:t>
            </a:r>
            <a:endParaRPr lang="en-BE" altLang="en-BE" sz="1350" b="1" i="1" dirty="0"/>
          </a:p>
        </p:txBody>
      </p:sp>
      <p:sp>
        <p:nvSpPr>
          <p:cNvPr id="189" name="Freeform 35">
            <a:extLst>
              <a:ext uri="{FF2B5EF4-FFF2-40B4-BE49-F238E27FC236}">
                <a16:creationId xmlns:a16="http://schemas.microsoft.com/office/drawing/2014/main" id="{E22C064D-089A-1ED2-ADBF-372C51F48A51}"/>
              </a:ext>
            </a:extLst>
          </p:cNvPr>
          <p:cNvSpPr>
            <a:spLocks/>
          </p:cNvSpPr>
          <p:nvPr/>
        </p:nvSpPr>
        <p:spPr bwMode="auto">
          <a:xfrm>
            <a:off x="1935480" y="6017879"/>
            <a:ext cx="538975" cy="45719"/>
          </a:xfrm>
          <a:custGeom>
            <a:avLst/>
            <a:gdLst>
              <a:gd name="T0" fmla="*/ 376 w 376"/>
              <a:gd name="T1" fmla="*/ 376 w 376"/>
              <a:gd name="T2" fmla="*/ 0 w 37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376">
                <a:moveTo>
                  <a:pt x="376" y="0"/>
                </a:moveTo>
                <a:lnTo>
                  <a:pt x="376" y="0"/>
                </a:lnTo>
                <a:lnTo>
                  <a:pt x="0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78EB2214-E060-7044-76DF-14250D45096C}"/>
              </a:ext>
            </a:extLst>
          </p:cNvPr>
          <p:cNvGrpSpPr/>
          <p:nvPr/>
        </p:nvGrpSpPr>
        <p:grpSpPr>
          <a:xfrm>
            <a:off x="1870710" y="5873099"/>
            <a:ext cx="114160" cy="59055"/>
            <a:chOff x="3823335" y="5594969"/>
            <a:chExt cx="114160" cy="59055"/>
          </a:xfrm>
        </p:grpSpPr>
        <p:sp>
          <p:nvSpPr>
            <p:cNvPr id="190" name="Freeform 35">
              <a:extLst>
                <a:ext uri="{FF2B5EF4-FFF2-40B4-BE49-F238E27FC236}">
                  <a16:creationId xmlns:a16="http://schemas.microsoft.com/office/drawing/2014/main" id="{6BA459A6-A188-B9E8-86A3-0CDD34DFF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3335" y="5594969"/>
              <a:ext cx="114160" cy="45719"/>
            </a:xfrm>
            <a:custGeom>
              <a:avLst/>
              <a:gdLst>
                <a:gd name="T0" fmla="*/ 376 w 376"/>
                <a:gd name="T1" fmla="*/ 376 w 376"/>
                <a:gd name="T2" fmla="*/ 0 w 3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6">
                  <a:moveTo>
                    <a:pt x="376" y="0"/>
                  </a:moveTo>
                  <a:lnTo>
                    <a:pt x="376" y="0"/>
                  </a:lnTo>
                  <a:lnTo>
                    <a:pt x="0" y="0"/>
                  </a:lnTo>
                </a:path>
              </a:pathLst>
            </a:custGeom>
            <a:noFill/>
            <a:ln w="3492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91" name="Freeform 35">
              <a:extLst>
                <a:ext uri="{FF2B5EF4-FFF2-40B4-BE49-F238E27FC236}">
                  <a16:creationId xmlns:a16="http://schemas.microsoft.com/office/drawing/2014/main" id="{7B57D744-A8B3-1863-487A-5D332788C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245" y="5654024"/>
              <a:ext cx="36000" cy="0"/>
            </a:xfrm>
            <a:custGeom>
              <a:avLst/>
              <a:gdLst>
                <a:gd name="T0" fmla="*/ 376 w 376"/>
                <a:gd name="T1" fmla="*/ 376 w 376"/>
                <a:gd name="T2" fmla="*/ 0 w 3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6">
                  <a:moveTo>
                    <a:pt x="376" y="0"/>
                  </a:moveTo>
                  <a:lnTo>
                    <a:pt x="376" y="0"/>
                  </a:lnTo>
                  <a:lnTo>
                    <a:pt x="0" y="0"/>
                  </a:lnTo>
                </a:path>
              </a:pathLst>
            </a:custGeom>
            <a:noFill/>
            <a:ln w="3492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</p:grpSp>
      <p:sp>
        <p:nvSpPr>
          <p:cNvPr id="193" name="Freeform 35">
            <a:extLst>
              <a:ext uri="{FF2B5EF4-FFF2-40B4-BE49-F238E27FC236}">
                <a16:creationId xmlns:a16="http://schemas.microsoft.com/office/drawing/2014/main" id="{90398608-FD3F-725E-E451-6297917C8B89}"/>
              </a:ext>
            </a:extLst>
          </p:cNvPr>
          <p:cNvSpPr>
            <a:spLocks/>
          </p:cNvSpPr>
          <p:nvPr/>
        </p:nvSpPr>
        <p:spPr bwMode="auto">
          <a:xfrm rot="16200000">
            <a:off x="1906388" y="5805037"/>
            <a:ext cx="82815" cy="45719"/>
          </a:xfrm>
          <a:custGeom>
            <a:avLst/>
            <a:gdLst>
              <a:gd name="T0" fmla="*/ 376 w 376"/>
              <a:gd name="T1" fmla="*/ 376 w 376"/>
              <a:gd name="T2" fmla="*/ 0 w 37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376">
                <a:moveTo>
                  <a:pt x="376" y="0"/>
                </a:moveTo>
                <a:lnTo>
                  <a:pt x="376" y="0"/>
                </a:lnTo>
                <a:lnTo>
                  <a:pt x="0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194" name="Freeform 35">
            <a:extLst>
              <a:ext uri="{FF2B5EF4-FFF2-40B4-BE49-F238E27FC236}">
                <a16:creationId xmlns:a16="http://schemas.microsoft.com/office/drawing/2014/main" id="{A56C9D6A-9D42-237D-8E2E-116C85CA2E78}"/>
              </a:ext>
            </a:extLst>
          </p:cNvPr>
          <p:cNvSpPr>
            <a:spLocks/>
          </p:cNvSpPr>
          <p:nvPr/>
        </p:nvSpPr>
        <p:spPr bwMode="auto">
          <a:xfrm rot="16200000">
            <a:off x="1918770" y="5956484"/>
            <a:ext cx="69481" cy="45719"/>
          </a:xfrm>
          <a:custGeom>
            <a:avLst/>
            <a:gdLst>
              <a:gd name="T0" fmla="*/ 376 w 376"/>
              <a:gd name="T1" fmla="*/ 376 w 376"/>
              <a:gd name="T2" fmla="*/ 0 w 37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376">
                <a:moveTo>
                  <a:pt x="376" y="0"/>
                </a:moveTo>
                <a:lnTo>
                  <a:pt x="376" y="0"/>
                </a:lnTo>
                <a:lnTo>
                  <a:pt x="0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195" name="Freeform 17">
            <a:extLst>
              <a:ext uri="{FF2B5EF4-FFF2-40B4-BE49-F238E27FC236}">
                <a16:creationId xmlns:a16="http://schemas.microsoft.com/office/drawing/2014/main" id="{844CE134-4D1C-E6C8-F7DC-D3850730D7EE}"/>
              </a:ext>
            </a:extLst>
          </p:cNvPr>
          <p:cNvSpPr>
            <a:spLocks/>
          </p:cNvSpPr>
          <p:nvPr/>
        </p:nvSpPr>
        <p:spPr bwMode="auto">
          <a:xfrm rot="5400000" flipH="1" flipV="1">
            <a:off x="2524375" y="5244883"/>
            <a:ext cx="317067" cy="45719"/>
          </a:xfrm>
          <a:custGeom>
            <a:avLst/>
            <a:gdLst>
              <a:gd name="T0" fmla="*/ 0 w 212"/>
              <a:gd name="T1" fmla="*/ 0 w 212"/>
              <a:gd name="T2" fmla="*/ 212 w 21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12">
                <a:moveTo>
                  <a:pt x="0" y="0"/>
                </a:moveTo>
                <a:lnTo>
                  <a:pt x="0" y="0"/>
                </a:lnTo>
                <a:lnTo>
                  <a:pt x="212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 type="triangle"/>
            <a:tailEnd type="non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170E5673-2A45-1F4E-0BC2-108E95329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3181" y="5112263"/>
            <a:ext cx="276820" cy="16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/>
            <a:r>
              <a:rPr lang="en-US" altLang="en-BE" sz="1050" b="1" i="1" dirty="0">
                <a:solidFill>
                  <a:srgbClr val="000000"/>
                </a:solidFill>
              </a:rPr>
              <a:t>I</a:t>
            </a:r>
            <a:r>
              <a:rPr lang="en-US" altLang="en-BE" sz="1050" b="1" i="1" baseline="-25000" dirty="0">
                <a:solidFill>
                  <a:srgbClr val="000000"/>
                </a:solidFill>
              </a:rPr>
              <a:t>D</a:t>
            </a:r>
            <a:endParaRPr lang="en-BE" altLang="en-BE" sz="1350" b="1" i="1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8EC0136F-4303-A11B-7D1C-D45F74629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581" y="5264663"/>
            <a:ext cx="276820" cy="16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/>
            <a:r>
              <a:rPr lang="en-US" altLang="en-BE" sz="1050" b="1" i="1" baseline="-25000" dirty="0">
                <a:solidFill>
                  <a:srgbClr val="000000"/>
                </a:solidFill>
              </a:rPr>
              <a:t> </a:t>
            </a:r>
            <a:endParaRPr lang="en-BE" altLang="en-BE" sz="1350" b="1" i="1" dirty="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A8565E8-163D-5578-D0B8-17B56F79A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384" y="5856376"/>
            <a:ext cx="144270" cy="16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/>
            <a:r>
              <a:rPr lang="en-BE" altLang="en-BE" sz="1050" b="1" i="1" dirty="0">
                <a:solidFill>
                  <a:srgbClr val="000000"/>
                </a:solidFill>
              </a:rPr>
              <a:t>V</a:t>
            </a:r>
            <a:r>
              <a:rPr lang="en-US" altLang="en-BE" sz="1050" b="1" i="1" baseline="-25000" dirty="0">
                <a:solidFill>
                  <a:srgbClr val="000000"/>
                </a:solidFill>
              </a:rPr>
              <a:t>b</a:t>
            </a:r>
            <a:endParaRPr lang="en-BE" altLang="en-BE" sz="1350" b="1" i="1" dirty="0"/>
          </a:p>
        </p:txBody>
      </p: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3D1136B7-6167-9615-F7DA-521221D268F7}"/>
              </a:ext>
            </a:extLst>
          </p:cNvPr>
          <p:cNvGrpSpPr/>
          <p:nvPr/>
        </p:nvGrpSpPr>
        <p:grpSpPr>
          <a:xfrm>
            <a:off x="1712595" y="5761656"/>
            <a:ext cx="84772" cy="88582"/>
            <a:chOff x="1708785" y="6222666"/>
            <a:chExt cx="84772" cy="88582"/>
          </a:xfrm>
        </p:grpSpPr>
        <p:sp>
          <p:nvSpPr>
            <p:cNvPr id="203" name="Freeform 35">
              <a:extLst>
                <a:ext uri="{FF2B5EF4-FFF2-40B4-BE49-F238E27FC236}">
                  <a16:creationId xmlns:a16="http://schemas.microsoft.com/office/drawing/2014/main" id="{A23DC2FC-371C-C453-0E9A-F1376E36A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785" y="6265529"/>
              <a:ext cx="78105" cy="45719"/>
            </a:xfrm>
            <a:custGeom>
              <a:avLst/>
              <a:gdLst>
                <a:gd name="T0" fmla="*/ 376 w 376"/>
                <a:gd name="T1" fmla="*/ 376 w 376"/>
                <a:gd name="T2" fmla="*/ 0 w 3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6">
                  <a:moveTo>
                    <a:pt x="376" y="0"/>
                  </a:moveTo>
                  <a:lnTo>
                    <a:pt x="376" y="0"/>
                  </a:lnTo>
                  <a:lnTo>
                    <a:pt x="0" y="0"/>
                  </a:lnTo>
                </a:path>
              </a:pathLst>
            </a:custGeom>
            <a:noFill/>
            <a:ln w="3492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04" name="Freeform 35">
              <a:extLst>
                <a:ext uri="{FF2B5EF4-FFF2-40B4-BE49-F238E27FC236}">
                  <a16:creationId xmlns:a16="http://schemas.microsoft.com/office/drawing/2014/main" id="{289BA73B-1A8E-3A4A-A7FF-48684FE2DFD1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731645" y="6238859"/>
              <a:ext cx="78105" cy="45719"/>
            </a:xfrm>
            <a:custGeom>
              <a:avLst/>
              <a:gdLst>
                <a:gd name="T0" fmla="*/ 376 w 376"/>
                <a:gd name="T1" fmla="*/ 376 w 376"/>
                <a:gd name="T2" fmla="*/ 0 w 3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6">
                  <a:moveTo>
                    <a:pt x="376" y="0"/>
                  </a:moveTo>
                  <a:lnTo>
                    <a:pt x="376" y="0"/>
                  </a:lnTo>
                  <a:lnTo>
                    <a:pt x="0" y="0"/>
                  </a:lnTo>
                </a:path>
              </a:pathLst>
            </a:custGeom>
            <a:noFill/>
            <a:ln w="3492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</p:grpSp>
      <p:sp>
        <p:nvSpPr>
          <p:cNvPr id="207" name="Freeform 35">
            <a:extLst>
              <a:ext uri="{FF2B5EF4-FFF2-40B4-BE49-F238E27FC236}">
                <a16:creationId xmlns:a16="http://schemas.microsoft.com/office/drawing/2014/main" id="{35B1B2F3-0952-7C2C-F2AC-587F200D01E4}"/>
              </a:ext>
            </a:extLst>
          </p:cNvPr>
          <p:cNvSpPr>
            <a:spLocks/>
          </p:cNvSpPr>
          <p:nvPr/>
        </p:nvSpPr>
        <p:spPr bwMode="auto">
          <a:xfrm>
            <a:off x="1716405" y="6099794"/>
            <a:ext cx="78105" cy="45719"/>
          </a:xfrm>
          <a:custGeom>
            <a:avLst/>
            <a:gdLst>
              <a:gd name="T0" fmla="*/ 376 w 376"/>
              <a:gd name="T1" fmla="*/ 376 w 376"/>
              <a:gd name="T2" fmla="*/ 0 w 37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376">
                <a:moveTo>
                  <a:pt x="376" y="0"/>
                </a:moveTo>
                <a:lnTo>
                  <a:pt x="376" y="0"/>
                </a:lnTo>
                <a:lnTo>
                  <a:pt x="0" y="0"/>
                </a:lnTo>
              </a:path>
            </a:pathLst>
          </a:custGeom>
          <a:noFill/>
          <a:ln w="34925" cap="sq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AE425714-A19A-B7FB-74AA-0500D0D22329}"/>
                  </a:ext>
                </a:extLst>
              </p:cNvPr>
              <p:cNvSpPr txBox="1"/>
              <p:nvPr/>
            </p:nvSpPr>
            <p:spPr>
              <a:xfrm>
                <a:off x="5943600" y="2710934"/>
                <a:ext cx="6629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AE425714-A19A-B7FB-74AA-0500D0D22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2710934"/>
                <a:ext cx="6629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Freeform 36">
            <a:extLst>
              <a:ext uri="{FF2B5EF4-FFF2-40B4-BE49-F238E27FC236}">
                <a16:creationId xmlns:a16="http://schemas.microsoft.com/office/drawing/2014/main" id="{35DB8C0A-3942-D3CD-F588-EDE0F6E1CFC9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2482858" y="3204384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217" name="Freeform 36">
            <a:extLst>
              <a:ext uri="{FF2B5EF4-FFF2-40B4-BE49-F238E27FC236}">
                <a16:creationId xmlns:a16="http://schemas.microsoft.com/office/drawing/2014/main" id="{B17264C9-D319-43D0-FE2C-B727279D6E08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5840738" y="3046904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218" name="Freeform 36">
            <a:extLst>
              <a:ext uri="{FF2B5EF4-FFF2-40B4-BE49-F238E27FC236}">
                <a16:creationId xmlns:a16="http://schemas.microsoft.com/office/drawing/2014/main" id="{826170CB-5263-A99E-7492-70FC853CF241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9447538" y="3173904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85C25F-5936-22FE-07BB-1BFC14C296E5}"/>
              </a:ext>
            </a:extLst>
          </p:cNvPr>
          <p:cNvSpPr/>
          <p:nvPr/>
        </p:nvSpPr>
        <p:spPr>
          <a:xfrm rot="10800000">
            <a:off x="2987844" y="2710135"/>
            <a:ext cx="273627" cy="256113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FF100F0-42F7-297C-501A-C0E94050CD1A}"/>
              </a:ext>
            </a:extLst>
          </p:cNvPr>
          <p:cNvCxnSpPr>
            <a:cxnSpLocks/>
          </p:cNvCxnSpPr>
          <p:nvPr/>
        </p:nvCxnSpPr>
        <p:spPr>
          <a:xfrm rot="10800000">
            <a:off x="3129157" y="2732686"/>
            <a:ext cx="0" cy="2014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CC2C90C3-209E-FCEC-82F1-E84894243574}"/>
              </a:ext>
            </a:extLst>
          </p:cNvPr>
          <p:cNvSpPr/>
          <p:nvPr/>
        </p:nvSpPr>
        <p:spPr>
          <a:xfrm rot="10800000">
            <a:off x="5081398" y="3403339"/>
            <a:ext cx="273627" cy="256113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CFCA96-52B2-8AA2-2C01-E7621FEA939C}"/>
              </a:ext>
            </a:extLst>
          </p:cNvPr>
          <p:cNvCxnSpPr>
            <a:cxnSpLocks/>
          </p:cNvCxnSpPr>
          <p:nvPr/>
        </p:nvCxnSpPr>
        <p:spPr>
          <a:xfrm rot="10800000">
            <a:off x="5222711" y="3425890"/>
            <a:ext cx="0" cy="2014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184C111-9057-79E5-7490-F79F01AAD7A5}"/>
              </a:ext>
            </a:extLst>
          </p:cNvPr>
          <p:cNvSpPr/>
          <p:nvPr/>
        </p:nvSpPr>
        <p:spPr>
          <a:xfrm rot="10800000">
            <a:off x="10043640" y="3553199"/>
            <a:ext cx="273627" cy="256113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AB2BC2-E719-19DA-D4A9-4A2EB943F062}"/>
              </a:ext>
            </a:extLst>
          </p:cNvPr>
          <p:cNvCxnSpPr>
            <a:cxnSpLocks/>
          </p:cNvCxnSpPr>
          <p:nvPr/>
        </p:nvCxnSpPr>
        <p:spPr>
          <a:xfrm rot="10800000">
            <a:off x="10184953" y="3575750"/>
            <a:ext cx="0" cy="2014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7">
            <a:extLst>
              <a:ext uri="{FF2B5EF4-FFF2-40B4-BE49-F238E27FC236}">
                <a16:creationId xmlns:a16="http://schemas.microsoft.com/office/drawing/2014/main" id="{82467091-A984-67BD-E7EB-9DF18441F162}"/>
              </a:ext>
            </a:extLst>
          </p:cNvPr>
          <p:cNvSpPr>
            <a:spLocks/>
          </p:cNvSpPr>
          <p:nvPr/>
        </p:nvSpPr>
        <p:spPr bwMode="auto">
          <a:xfrm flipH="1">
            <a:off x="2755914" y="2796666"/>
            <a:ext cx="171729" cy="0"/>
          </a:xfrm>
          <a:custGeom>
            <a:avLst/>
            <a:gdLst>
              <a:gd name="T0" fmla="*/ 0 w 212"/>
              <a:gd name="T1" fmla="*/ 0 w 212"/>
              <a:gd name="T2" fmla="*/ 212 w 21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12">
                <a:moveTo>
                  <a:pt x="0" y="0"/>
                </a:moveTo>
                <a:lnTo>
                  <a:pt x="0" y="0"/>
                </a:lnTo>
                <a:lnTo>
                  <a:pt x="212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566A85D-E879-35E2-9889-0B9D965C2A1D}"/>
              </a:ext>
            </a:extLst>
          </p:cNvPr>
          <p:cNvSpPr>
            <a:spLocks/>
          </p:cNvSpPr>
          <p:nvPr/>
        </p:nvSpPr>
        <p:spPr bwMode="auto">
          <a:xfrm flipH="1">
            <a:off x="2763534" y="2886201"/>
            <a:ext cx="171729" cy="0"/>
          </a:xfrm>
          <a:custGeom>
            <a:avLst/>
            <a:gdLst>
              <a:gd name="T0" fmla="*/ 0 w 212"/>
              <a:gd name="T1" fmla="*/ 0 w 212"/>
              <a:gd name="T2" fmla="*/ 212 w 21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12">
                <a:moveTo>
                  <a:pt x="0" y="0"/>
                </a:moveTo>
                <a:lnTo>
                  <a:pt x="0" y="0"/>
                </a:lnTo>
                <a:lnTo>
                  <a:pt x="212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1959DFB5-E077-E285-756F-8B850527C51E}"/>
              </a:ext>
            </a:extLst>
          </p:cNvPr>
          <p:cNvSpPr>
            <a:spLocks/>
          </p:cNvSpPr>
          <p:nvPr/>
        </p:nvSpPr>
        <p:spPr bwMode="auto">
          <a:xfrm flipH="1">
            <a:off x="5420374" y="3474846"/>
            <a:ext cx="171729" cy="0"/>
          </a:xfrm>
          <a:custGeom>
            <a:avLst/>
            <a:gdLst>
              <a:gd name="T0" fmla="*/ 0 w 212"/>
              <a:gd name="T1" fmla="*/ 0 w 212"/>
              <a:gd name="T2" fmla="*/ 212 w 21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12">
                <a:moveTo>
                  <a:pt x="0" y="0"/>
                </a:moveTo>
                <a:lnTo>
                  <a:pt x="0" y="0"/>
                </a:lnTo>
                <a:lnTo>
                  <a:pt x="212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30" name="Freeform 17">
            <a:extLst>
              <a:ext uri="{FF2B5EF4-FFF2-40B4-BE49-F238E27FC236}">
                <a16:creationId xmlns:a16="http://schemas.microsoft.com/office/drawing/2014/main" id="{B5759DDA-4CC3-956C-6634-1FCE94AF8775}"/>
              </a:ext>
            </a:extLst>
          </p:cNvPr>
          <p:cNvSpPr>
            <a:spLocks/>
          </p:cNvSpPr>
          <p:nvPr/>
        </p:nvSpPr>
        <p:spPr bwMode="auto">
          <a:xfrm flipH="1">
            <a:off x="5427994" y="3564381"/>
            <a:ext cx="171729" cy="0"/>
          </a:xfrm>
          <a:custGeom>
            <a:avLst/>
            <a:gdLst>
              <a:gd name="T0" fmla="*/ 0 w 212"/>
              <a:gd name="T1" fmla="*/ 0 w 212"/>
              <a:gd name="T2" fmla="*/ 212 w 21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12">
                <a:moveTo>
                  <a:pt x="0" y="0"/>
                </a:moveTo>
                <a:lnTo>
                  <a:pt x="0" y="0"/>
                </a:lnTo>
                <a:lnTo>
                  <a:pt x="212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39" name="Freeform 17">
            <a:extLst>
              <a:ext uri="{FF2B5EF4-FFF2-40B4-BE49-F238E27FC236}">
                <a16:creationId xmlns:a16="http://schemas.microsoft.com/office/drawing/2014/main" id="{4E1F6AD9-F3C3-0B96-1BC3-6C1443458E8D}"/>
              </a:ext>
            </a:extLst>
          </p:cNvPr>
          <p:cNvSpPr>
            <a:spLocks/>
          </p:cNvSpPr>
          <p:nvPr/>
        </p:nvSpPr>
        <p:spPr bwMode="auto">
          <a:xfrm flipH="1">
            <a:off x="9785110" y="3633342"/>
            <a:ext cx="171729" cy="0"/>
          </a:xfrm>
          <a:custGeom>
            <a:avLst/>
            <a:gdLst>
              <a:gd name="T0" fmla="*/ 0 w 212"/>
              <a:gd name="T1" fmla="*/ 0 w 212"/>
              <a:gd name="T2" fmla="*/ 212 w 21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12">
                <a:moveTo>
                  <a:pt x="0" y="0"/>
                </a:moveTo>
                <a:lnTo>
                  <a:pt x="0" y="0"/>
                </a:lnTo>
                <a:lnTo>
                  <a:pt x="212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p:sp>
        <p:nvSpPr>
          <p:cNvPr id="41" name="Freeform 17">
            <a:extLst>
              <a:ext uri="{FF2B5EF4-FFF2-40B4-BE49-F238E27FC236}">
                <a16:creationId xmlns:a16="http://schemas.microsoft.com/office/drawing/2014/main" id="{0B802F93-05F5-06BC-B762-08F6834DCDAB}"/>
              </a:ext>
            </a:extLst>
          </p:cNvPr>
          <p:cNvSpPr>
            <a:spLocks/>
          </p:cNvSpPr>
          <p:nvPr/>
        </p:nvSpPr>
        <p:spPr bwMode="auto">
          <a:xfrm flipH="1">
            <a:off x="9792730" y="3722877"/>
            <a:ext cx="171729" cy="0"/>
          </a:xfrm>
          <a:custGeom>
            <a:avLst/>
            <a:gdLst>
              <a:gd name="T0" fmla="*/ 0 w 212"/>
              <a:gd name="T1" fmla="*/ 0 w 212"/>
              <a:gd name="T2" fmla="*/ 212 w 21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12">
                <a:moveTo>
                  <a:pt x="0" y="0"/>
                </a:moveTo>
                <a:lnTo>
                  <a:pt x="0" y="0"/>
                </a:lnTo>
                <a:lnTo>
                  <a:pt x="212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BE" sz="121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68AFD36-2F64-B0F7-75EA-D244425D76AC}"/>
                  </a:ext>
                </a:extLst>
              </p:cNvPr>
              <p:cNvSpPr txBox="1"/>
              <p:nvPr/>
            </p:nvSpPr>
            <p:spPr>
              <a:xfrm>
                <a:off x="4304418" y="5173480"/>
                <a:ext cx="4348067" cy="518604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baseline="-25000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𝑜𝑥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m:rPr>
                                  <m:nor/>
                                </m:rPr>
                                <a:rPr lang="en-US" b="0" i="0" baseline="-2500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 baseline="-25000">
                                  <a:latin typeface="Cambria Math" panose="02040503050406030204" pitchFamily="18" charset="0"/>
                                </a:rPr>
                                <m:t>𝑇𝐻𝑛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68AFD36-2F64-B0F7-75EA-D244425D7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418" y="5173480"/>
                <a:ext cx="4348067" cy="518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7363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 animBg="1"/>
      <p:bldP spid="223" grpId="0" animBg="1"/>
      <p:bldP spid="15" grpId="0" animBg="1"/>
      <p:bldP spid="220" grpId="0" animBg="1"/>
      <p:bldP spid="221" grpId="0" animBg="1"/>
      <p:bldP spid="222" grpId="0" animBg="1"/>
      <p:bldP spid="212" grpId="0" animBg="1"/>
      <p:bldP spid="211" grpId="0" animBg="1"/>
      <p:bldP spid="210" grpId="0" animBg="1"/>
      <p:bldP spid="7" grpId="0"/>
      <p:bldP spid="8" grpId="0"/>
      <p:bldP spid="17" grpId="0"/>
      <p:bldP spid="160" grpId="0" animBg="1"/>
      <p:bldP spid="161" grpId="0" animBg="1"/>
      <p:bldP spid="162" grpId="0" animBg="1"/>
      <p:bldP spid="165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7" grpId="0" animBg="1"/>
      <p:bldP spid="182" grpId="0"/>
      <p:bldP spid="189" grpId="0" animBg="1"/>
      <p:bldP spid="193" grpId="0" animBg="1"/>
      <p:bldP spid="194" grpId="0" animBg="1"/>
      <p:bldP spid="195" grpId="0" animBg="1"/>
      <p:bldP spid="196" grpId="0"/>
      <p:bldP spid="197" grpId="0"/>
      <p:bldP spid="202" grpId="0"/>
      <p:bldP spid="207" grpId="0" animBg="1"/>
      <p:bldP spid="213" grpId="0"/>
      <p:bldP spid="216" grpId="0" animBg="1"/>
      <p:bldP spid="217" grpId="0" animBg="1"/>
      <p:bldP spid="218" grpId="0" animBg="1"/>
      <p:bldP spid="5" grpId="0" animBg="1"/>
      <p:bldP spid="9" grpId="0" animBg="1"/>
      <p:bldP spid="11" grpId="0" animBg="1"/>
      <p:bldP spid="16" grpId="0" animBg="1"/>
      <p:bldP spid="18" grpId="0" animBg="1"/>
      <p:bldP spid="23" grpId="0" animBg="1"/>
      <p:bldP spid="30" grpId="0" animBg="1"/>
      <p:bldP spid="39" grpId="0" animBg="1"/>
      <p:bldP spid="41" grpId="0" animBg="1"/>
      <p:bldP spid="5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FBF97CB-3E42-5189-9C82-27E1145D13CA}"/>
              </a:ext>
            </a:extLst>
          </p:cNvPr>
          <p:cNvSpPr/>
          <p:nvPr/>
        </p:nvSpPr>
        <p:spPr>
          <a:xfrm>
            <a:off x="0" y="0"/>
            <a:ext cx="12192000" cy="6903396"/>
          </a:xfrm>
          <a:prstGeom prst="rect">
            <a:avLst/>
          </a:prstGeom>
          <a:solidFill>
            <a:srgbClr val="D9D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400" dirty="0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D26BEEE-666E-97B5-A8E1-C0D33303172C}"/>
              </a:ext>
            </a:extLst>
          </p:cNvPr>
          <p:cNvGrpSpPr/>
          <p:nvPr/>
        </p:nvGrpSpPr>
        <p:grpSpPr>
          <a:xfrm>
            <a:off x="0" y="0"/>
            <a:ext cx="12100560" cy="2831902"/>
            <a:chOff x="0" y="0"/>
            <a:chExt cx="12100560" cy="28319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5C8061-4982-C402-8695-856E9E22723A}"/>
                </a:ext>
              </a:extLst>
            </p:cNvPr>
            <p:cNvGrpSpPr/>
            <p:nvPr/>
          </p:nvGrpSpPr>
          <p:grpSpPr>
            <a:xfrm>
              <a:off x="2329310" y="0"/>
              <a:ext cx="6132786" cy="369332"/>
              <a:chOff x="3423819" y="96981"/>
              <a:chExt cx="6132786" cy="369332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C0C9A58-DAA1-2F41-0C03-431060324BF5}"/>
                  </a:ext>
                </a:extLst>
              </p:cNvPr>
              <p:cNvSpPr txBox="1"/>
              <p:nvPr/>
            </p:nvSpPr>
            <p:spPr>
              <a:xfrm>
                <a:off x="3423819" y="96981"/>
                <a:ext cx="6132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594" indent="-228594" algn="ctr">
                  <a:buFont typeface="Arial" panose="020B0604020202020204" pitchFamily="34" charset="0"/>
                  <a:buChar char="•"/>
                </a:pPr>
                <a:r>
                  <a:rPr lang="en-US" sz="1800" b="1" u="sng" dirty="0"/>
                  <a:t>How to generate  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1F0D448-D8B6-2BD4-2030-54445742D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9335" y="188654"/>
                <a:ext cx="22583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BE" altLang="en-BE" sz="1600" b="1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en-BE" sz="1600" b="1" i="1" baseline="-25000" dirty="0">
                    <a:solidFill>
                      <a:srgbClr val="000000"/>
                    </a:solidFill>
                  </a:rPr>
                  <a:t>b</a:t>
                </a:r>
                <a:endParaRPr lang="en-BE" altLang="en-BE" sz="1600" b="1" i="1" dirty="0"/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822BAEB7-DA24-BED1-3B08-998D9B6DF2C0}"/>
                </a:ext>
              </a:extLst>
            </p:cNvPr>
            <p:cNvGrpSpPr/>
            <p:nvPr/>
          </p:nvGrpSpPr>
          <p:grpSpPr>
            <a:xfrm>
              <a:off x="0" y="426463"/>
              <a:ext cx="6035040" cy="2326897"/>
              <a:chOff x="0" y="294383"/>
              <a:chExt cx="6071616" cy="2326897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0055267C-286F-7397-E3FE-596F178EAD07}"/>
                  </a:ext>
                </a:extLst>
              </p:cNvPr>
              <p:cNvSpPr/>
              <p:nvPr/>
            </p:nvSpPr>
            <p:spPr>
              <a:xfrm>
                <a:off x="0" y="294383"/>
                <a:ext cx="6071616" cy="232689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2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63CD2DDF-AB6E-1B74-317E-6FE08D11DED2}"/>
                      </a:ext>
                    </a:extLst>
                  </p:cNvPr>
                  <p:cNvSpPr txBox="1"/>
                  <p:nvPr/>
                </p:nvSpPr>
                <p:spPr>
                  <a:xfrm>
                    <a:off x="2060526" y="1012509"/>
                    <a:ext cx="3903120" cy="677045"/>
                  </a:xfrm>
                  <a:prstGeom prst="rect">
                    <a:avLst/>
                  </a:prstGeom>
                  <a:noFill/>
                  <a:ln w="19050">
                    <a:solidFill>
                      <a:srgbClr val="00B050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µ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𝑜𝑥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i="1" baseline="-2500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b="0" i="1" baseline="-25000" smtClean="0">
                                      <a:latin typeface="Cambria Math" panose="02040503050406030204" pitchFamily="18" charset="0"/>
                                    </a:rPr>
                                    <m:t>𝐷𝐷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i="1" baseline="-25000"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oMath>
                      </m:oMathPara>
                    </a14:m>
                    <a:endParaRPr lang="en-BE" dirty="0"/>
                  </a:p>
                </p:txBody>
              </p:sp>
            </mc:Choice>
            <mc:Fallback xmlns=""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63CD2DDF-AB6E-1B74-317E-6FE08D11DE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60526" y="1012509"/>
                    <a:ext cx="3903120" cy="67704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9050">
                    <a:solidFill>
                      <a:srgbClr val="00B050"/>
                    </a:solidFill>
                  </a:ln>
                </p:spPr>
                <p:txBody>
                  <a:bodyPr/>
                  <a:lstStyle/>
                  <a:p>
                    <a:r>
                      <a:rPr lang="en-B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97EBD436-60C1-31C3-550F-8FD307B5868F}"/>
                  </a:ext>
                </a:extLst>
              </p:cNvPr>
              <p:cNvGrpSpPr/>
              <p:nvPr/>
            </p:nvGrpSpPr>
            <p:grpSpPr>
              <a:xfrm>
                <a:off x="0" y="345051"/>
                <a:ext cx="2056353" cy="2117344"/>
                <a:chOff x="1981200" y="578731"/>
                <a:chExt cx="2056353" cy="2117344"/>
              </a:xfrm>
            </p:grpSpPr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00096528-1015-A837-2EE0-8CE8FCA6FE47}"/>
                    </a:ext>
                  </a:extLst>
                </p:cNvPr>
                <p:cNvSpPr/>
                <p:nvPr/>
              </p:nvSpPr>
              <p:spPr>
                <a:xfrm>
                  <a:off x="2136843" y="578731"/>
                  <a:ext cx="1854740" cy="211734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620" dirty="0"/>
                </a:p>
              </p:txBody>
            </p: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43075CBA-9BE8-B958-A688-7572F52A7F63}"/>
                    </a:ext>
                  </a:extLst>
                </p:cNvPr>
                <p:cNvGrpSpPr/>
                <p:nvPr/>
              </p:nvGrpSpPr>
              <p:grpSpPr>
                <a:xfrm>
                  <a:off x="2561709" y="1064356"/>
                  <a:ext cx="221681" cy="239189"/>
                  <a:chOff x="5542451" y="2102326"/>
                  <a:chExt cx="174669" cy="355599"/>
                </a:xfrm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4D434D02-E849-6942-AC66-97775137B5EA}"/>
                      </a:ext>
                    </a:extLst>
                  </p:cNvPr>
                  <p:cNvGrpSpPr/>
                  <p:nvPr/>
                </p:nvGrpSpPr>
                <p:grpSpPr>
                  <a:xfrm>
                    <a:off x="5542451" y="2102326"/>
                    <a:ext cx="166687" cy="236537"/>
                    <a:chOff x="5542451" y="2102326"/>
                    <a:chExt cx="166687" cy="236537"/>
                  </a:xfrm>
                </p:grpSpPr>
                <p:sp>
                  <p:nvSpPr>
                    <p:cNvPr id="32" name="Freeform 43">
                      <a:extLst>
                        <a:ext uri="{FF2B5EF4-FFF2-40B4-BE49-F238E27FC236}">
                          <a16:creationId xmlns:a16="http://schemas.microsoft.com/office/drawing/2014/main" id="{05D7FFDF-683A-545A-EA2A-847DED201D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542451" y="2221388"/>
                      <a:ext cx="166687" cy="117475"/>
                    </a:xfrm>
                    <a:custGeom>
                      <a:avLst/>
                      <a:gdLst>
                        <a:gd name="T0" fmla="*/ 77 w 155"/>
                        <a:gd name="T1" fmla="*/ 109 h 109"/>
                        <a:gd name="T2" fmla="*/ 77 w 155"/>
                        <a:gd name="T3" fmla="*/ 109 h 109"/>
                        <a:gd name="T4" fmla="*/ 0 w 155"/>
                        <a:gd name="T5" fmla="*/ 82 h 109"/>
                        <a:gd name="T6" fmla="*/ 155 w 155"/>
                        <a:gd name="T7" fmla="*/ 28 h 109"/>
                        <a:gd name="T8" fmla="*/ 77 w 155"/>
                        <a:gd name="T9" fmla="*/ 0 h 10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55" h="109">
                          <a:moveTo>
                            <a:pt x="77" y="109"/>
                          </a:moveTo>
                          <a:lnTo>
                            <a:pt x="77" y="109"/>
                          </a:lnTo>
                          <a:lnTo>
                            <a:pt x="0" y="82"/>
                          </a:lnTo>
                          <a:lnTo>
                            <a:pt x="155" y="28"/>
                          </a:lnTo>
                          <a:lnTo>
                            <a:pt x="77" y="0"/>
                          </a:lnTo>
                        </a:path>
                      </a:pathLst>
                    </a:custGeom>
                    <a:noFill/>
                    <a:ln w="28575" cap="rnd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68580" tIns="34290" rIns="68580" bIns="3429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BE" sz="1215" b="1"/>
                    </a:p>
                  </p:txBody>
                </p:sp>
                <p:sp>
                  <p:nvSpPr>
                    <p:cNvPr id="33" name="Freeform 46">
                      <a:extLst>
                        <a:ext uri="{FF2B5EF4-FFF2-40B4-BE49-F238E27FC236}">
                          <a16:creationId xmlns:a16="http://schemas.microsoft.com/office/drawing/2014/main" id="{09073A25-D9C4-235C-5B81-2ACF48F895D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542451" y="2102326"/>
                      <a:ext cx="166687" cy="119063"/>
                    </a:xfrm>
                    <a:custGeom>
                      <a:avLst/>
                      <a:gdLst>
                        <a:gd name="T0" fmla="*/ 77 w 155"/>
                        <a:gd name="T1" fmla="*/ 109 h 109"/>
                        <a:gd name="T2" fmla="*/ 77 w 155"/>
                        <a:gd name="T3" fmla="*/ 109 h 109"/>
                        <a:gd name="T4" fmla="*/ 0 w 155"/>
                        <a:gd name="T5" fmla="*/ 82 h 109"/>
                        <a:gd name="T6" fmla="*/ 155 w 155"/>
                        <a:gd name="T7" fmla="*/ 28 h 109"/>
                        <a:gd name="T8" fmla="*/ 77 w 155"/>
                        <a:gd name="T9" fmla="*/ 0 h 10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55" h="109">
                          <a:moveTo>
                            <a:pt x="77" y="109"/>
                          </a:moveTo>
                          <a:lnTo>
                            <a:pt x="77" y="109"/>
                          </a:lnTo>
                          <a:lnTo>
                            <a:pt x="0" y="82"/>
                          </a:lnTo>
                          <a:lnTo>
                            <a:pt x="155" y="28"/>
                          </a:lnTo>
                          <a:lnTo>
                            <a:pt x="77" y="0"/>
                          </a:lnTo>
                        </a:path>
                      </a:pathLst>
                    </a:custGeom>
                    <a:noFill/>
                    <a:ln w="28575" cap="rnd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68580" tIns="34290" rIns="68580" bIns="3429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BE" sz="1215" b="1" dirty="0"/>
                    </a:p>
                  </p:txBody>
                </p:sp>
              </p:grpSp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DCFC4A1D-4464-0F6C-D923-1C05AF2988A8}"/>
                      </a:ext>
                    </a:extLst>
                  </p:cNvPr>
                  <p:cNvGrpSpPr/>
                  <p:nvPr/>
                </p:nvGrpSpPr>
                <p:grpSpPr>
                  <a:xfrm>
                    <a:off x="5550433" y="2221388"/>
                    <a:ext cx="166687" cy="236537"/>
                    <a:chOff x="5542451" y="2102326"/>
                    <a:chExt cx="166687" cy="236537"/>
                  </a:xfrm>
                </p:grpSpPr>
                <p:sp>
                  <p:nvSpPr>
                    <p:cNvPr id="30" name="Freeform 43">
                      <a:extLst>
                        <a:ext uri="{FF2B5EF4-FFF2-40B4-BE49-F238E27FC236}">
                          <a16:creationId xmlns:a16="http://schemas.microsoft.com/office/drawing/2014/main" id="{7AD1F3C9-AD43-C684-0245-2405E716CE8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542451" y="2221388"/>
                      <a:ext cx="166687" cy="117475"/>
                    </a:xfrm>
                    <a:custGeom>
                      <a:avLst/>
                      <a:gdLst>
                        <a:gd name="T0" fmla="*/ 77 w 155"/>
                        <a:gd name="T1" fmla="*/ 109 h 109"/>
                        <a:gd name="T2" fmla="*/ 77 w 155"/>
                        <a:gd name="T3" fmla="*/ 109 h 109"/>
                        <a:gd name="T4" fmla="*/ 0 w 155"/>
                        <a:gd name="T5" fmla="*/ 82 h 109"/>
                        <a:gd name="T6" fmla="*/ 155 w 155"/>
                        <a:gd name="T7" fmla="*/ 28 h 109"/>
                        <a:gd name="T8" fmla="*/ 77 w 155"/>
                        <a:gd name="T9" fmla="*/ 0 h 10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55" h="109">
                          <a:moveTo>
                            <a:pt x="77" y="109"/>
                          </a:moveTo>
                          <a:lnTo>
                            <a:pt x="77" y="109"/>
                          </a:lnTo>
                          <a:lnTo>
                            <a:pt x="0" y="82"/>
                          </a:lnTo>
                          <a:lnTo>
                            <a:pt x="155" y="28"/>
                          </a:lnTo>
                          <a:lnTo>
                            <a:pt x="77" y="0"/>
                          </a:lnTo>
                        </a:path>
                      </a:pathLst>
                    </a:custGeom>
                    <a:noFill/>
                    <a:ln w="28575" cap="rnd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68580" tIns="34290" rIns="68580" bIns="3429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BE" sz="1215" b="1"/>
                    </a:p>
                  </p:txBody>
                </p:sp>
                <p:sp>
                  <p:nvSpPr>
                    <p:cNvPr id="31" name="Freeform 46">
                      <a:extLst>
                        <a:ext uri="{FF2B5EF4-FFF2-40B4-BE49-F238E27FC236}">
                          <a16:creationId xmlns:a16="http://schemas.microsoft.com/office/drawing/2014/main" id="{CA2BDC91-D821-47BE-575A-F1C6708F690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542451" y="2102326"/>
                      <a:ext cx="166687" cy="119063"/>
                    </a:xfrm>
                    <a:custGeom>
                      <a:avLst/>
                      <a:gdLst>
                        <a:gd name="T0" fmla="*/ 77 w 155"/>
                        <a:gd name="T1" fmla="*/ 109 h 109"/>
                        <a:gd name="T2" fmla="*/ 77 w 155"/>
                        <a:gd name="T3" fmla="*/ 109 h 109"/>
                        <a:gd name="T4" fmla="*/ 0 w 155"/>
                        <a:gd name="T5" fmla="*/ 82 h 109"/>
                        <a:gd name="T6" fmla="*/ 155 w 155"/>
                        <a:gd name="T7" fmla="*/ 28 h 109"/>
                        <a:gd name="T8" fmla="*/ 77 w 155"/>
                        <a:gd name="T9" fmla="*/ 0 h 10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55" h="109">
                          <a:moveTo>
                            <a:pt x="77" y="109"/>
                          </a:moveTo>
                          <a:lnTo>
                            <a:pt x="77" y="109"/>
                          </a:lnTo>
                          <a:lnTo>
                            <a:pt x="0" y="82"/>
                          </a:lnTo>
                          <a:lnTo>
                            <a:pt x="155" y="28"/>
                          </a:lnTo>
                          <a:lnTo>
                            <a:pt x="77" y="0"/>
                          </a:lnTo>
                        </a:path>
                      </a:pathLst>
                    </a:custGeom>
                    <a:noFill/>
                    <a:ln w="28575" cap="rnd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68580" tIns="34290" rIns="68580" bIns="3429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BE" sz="1215" b="1"/>
                    </a:p>
                  </p:txBody>
                </p:sp>
              </p:grpSp>
            </p:grp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5268FDE6-6DE1-8632-6FC7-F0312D67DEC9}"/>
                    </a:ext>
                  </a:extLst>
                </p:cNvPr>
                <p:cNvCxnSpPr>
                  <a:cxnSpLocks/>
                  <a:endCxn id="33" idx="4"/>
                </p:cNvCxnSpPr>
                <p:nvPr/>
              </p:nvCxnSpPr>
              <p:spPr>
                <a:xfrm flipH="1">
                  <a:off x="2666802" y="879496"/>
                  <a:ext cx="928" cy="18486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Freeform 28">
                  <a:extLst>
                    <a:ext uri="{FF2B5EF4-FFF2-40B4-BE49-F238E27FC236}">
                      <a16:creationId xmlns:a16="http://schemas.microsoft.com/office/drawing/2014/main" id="{7EADC482-1209-FF8E-A506-85B7870FE9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581518" y="880500"/>
                  <a:ext cx="163115" cy="0"/>
                </a:xfrm>
                <a:custGeom>
                  <a:avLst/>
                  <a:gdLst>
                    <a:gd name="T0" fmla="*/ 0 w 201"/>
                    <a:gd name="T1" fmla="*/ 0 w 201"/>
                    <a:gd name="T2" fmla="*/ 201 w 20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0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01" y="0"/>
                      </a:lnTo>
                    </a:path>
                  </a:pathLst>
                </a:custGeom>
                <a:noFill/>
                <a:ln w="50800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1C136A3E-F7EA-0348-FE36-64DA795572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2533239" y="650797"/>
                  <a:ext cx="276820" cy="1615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286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743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200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657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defTabSz="685800"/>
                  <a:r>
                    <a:rPr lang="en-BE" altLang="en-BE" sz="1050" b="1" i="1" dirty="0">
                      <a:solidFill>
                        <a:srgbClr val="000000"/>
                      </a:solidFill>
                    </a:rPr>
                    <a:t>V</a:t>
                  </a:r>
                  <a:r>
                    <a:rPr lang="en-US" altLang="en-BE" sz="1050" b="1" i="1" baseline="-25000" dirty="0">
                      <a:solidFill>
                        <a:srgbClr val="000000"/>
                      </a:solidFill>
                    </a:rPr>
                    <a:t>DD</a:t>
                  </a:r>
                  <a:endParaRPr lang="en-BE" altLang="en-BE" sz="1350" b="1" i="1" dirty="0"/>
                </a:p>
              </p:txBody>
            </p: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26A1CE4C-DAAD-7364-175B-1E0448B60345}"/>
                    </a:ext>
                  </a:extLst>
                </p:cNvPr>
                <p:cNvCxnSpPr>
                  <a:cxnSpLocks/>
                  <a:endCxn id="13" idx="0"/>
                </p:cNvCxnSpPr>
                <p:nvPr/>
              </p:nvCxnSpPr>
              <p:spPr>
                <a:xfrm>
                  <a:off x="3502688" y="999985"/>
                  <a:ext cx="0" cy="47142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Freeform 14">
                  <a:extLst>
                    <a:ext uri="{FF2B5EF4-FFF2-40B4-BE49-F238E27FC236}">
                      <a16:creationId xmlns:a16="http://schemas.microsoft.com/office/drawing/2014/main" id="{566B52A8-1939-938F-B07A-A615DDC679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260470" y="1460457"/>
                  <a:ext cx="0" cy="188119"/>
                </a:xfrm>
                <a:custGeom>
                  <a:avLst/>
                  <a:gdLst>
                    <a:gd name="T0" fmla="*/ 2 w 2"/>
                    <a:gd name="T1" fmla="*/ 0 h 232"/>
                    <a:gd name="T2" fmla="*/ 2 w 2"/>
                    <a:gd name="T3" fmla="*/ 0 h 232"/>
                    <a:gd name="T4" fmla="*/ 0 w 2"/>
                    <a:gd name="T5" fmla="*/ 232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232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232"/>
                      </a:lnTo>
                    </a:path>
                  </a:pathLst>
                </a:custGeom>
                <a:noFill/>
                <a:ln w="38100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1" name="Freeform 15">
                  <a:extLst>
                    <a:ext uri="{FF2B5EF4-FFF2-40B4-BE49-F238E27FC236}">
                      <a16:creationId xmlns:a16="http://schemas.microsoft.com/office/drawing/2014/main" id="{48465A13-1BC3-6ED0-0053-1FDAAC9604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455898" y="1652386"/>
                  <a:ext cx="45719" cy="816494"/>
                </a:xfrm>
                <a:custGeom>
                  <a:avLst/>
                  <a:gdLst>
                    <a:gd name="T0" fmla="*/ 0 h 130"/>
                    <a:gd name="T1" fmla="*/ 0 h 130"/>
                    <a:gd name="T2" fmla="*/ 130 h 130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3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2" name="Freeform 17">
                  <a:extLst>
                    <a:ext uri="{FF2B5EF4-FFF2-40B4-BE49-F238E27FC236}">
                      <a16:creationId xmlns:a16="http://schemas.microsoft.com/office/drawing/2014/main" id="{C2338BA3-3C91-6BB1-413D-BB615D523B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330961" y="1642861"/>
                  <a:ext cx="171729" cy="0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 type="triangle"/>
                  <a:tailEnd type="none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3" name="Freeform 18">
                  <a:extLst>
                    <a:ext uri="{FF2B5EF4-FFF2-40B4-BE49-F238E27FC236}">
                      <a16:creationId xmlns:a16="http://schemas.microsoft.com/office/drawing/2014/main" id="{C304621A-7758-0305-E531-ABE9B56C2E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330961" y="1471411"/>
                  <a:ext cx="171729" cy="0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4" name="Freeform 19">
                  <a:extLst>
                    <a:ext uri="{FF2B5EF4-FFF2-40B4-BE49-F238E27FC236}">
                      <a16:creationId xmlns:a16="http://schemas.microsoft.com/office/drawing/2014/main" id="{6947524F-3EDE-FCA6-772B-A5C2700FFC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330960" y="1420214"/>
                  <a:ext cx="0" cy="273844"/>
                </a:xfrm>
                <a:custGeom>
                  <a:avLst/>
                  <a:gdLst>
                    <a:gd name="T0" fmla="*/ 337 h 337"/>
                    <a:gd name="T1" fmla="*/ 337 h 337"/>
                    <a:gd name="T2" fmla="*/ 0 h 337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337">
                      <a:moveTo>
                        <a:pt x="0" y="337"/>
                      </a:moveTo>
                      <a:lnTo>
                        <a:pt x="0" y="3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5" name="Freeform 35">
                  <a:extLst>
                    <a:ext uri="{FF2B5EF4-FFF2-40B4-BE49-F238E27FC236}">
                      <a16:creationId xmlns:a16="http://schemas.microsoft.com/office/drawing/2014/main" id="{96F28C76-C1C9-9D34-BC9C-794BA6ADBB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4620" y="1555788"/>
                  <a:ext cx="569311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B9D4E90E-8F4D-EE58-B9F2-24C2C42BEB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9477" y="1468052"/>
                  <a:ext cx="276820" cy="1615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286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743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200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657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defTabSz="685800"/>
                  <a:r>
                    <a:rPr lang="en-US" altLang="en-BE" sz="1050" b="1" i="1" dirty="0">
                      <a:solidFill>
                        <a:srgbClr val="000000"/>
                      </a:solidFill>
                    </a:rPr>
                    <a:t>M</a:t>
                  </a:r>
                  <a:r>
                    <a:rPr lang="en-US" altLang="en-BE" sz="1050" b="1" i="1" baseline="-25000" dirty="0">
                      <a:solidFill>
                        <a:srgbClr val="000000"/>
                      </a:solidFill>
                    </a:rPr>
                    <a:t>1</a:t>
                  </a:r>
                  <a:endParaRPr lang="en-BE" altLang="en-BE" sz="1350" b="1" i="1" dirty="0"/>
                </a:p>
              </p:txBody>
            </p:sp>
            <p:sp>
              <p:nvSpPr>
                <p:cNvPr id="20" name="Freeform 36">
                  <a:extLst>
                    <a:ext uri="{FF2B5EF4-FFF2-40B4-BE49-F238E27FC236}">
                      <a16:creationId xmlns:a16="http://schemas.microsoft.com/office/drawing/2014/main" id="{DF579D4C-6D72-228B-C2B5-95A741D24B3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 flipH="1">
                  <a:off x="2641763" y="1530233"/>
                  <a:ext cx="65484" cy="65485"/>
                </a:xfrm>
                <a:custGeom>
                  <a:avLst/>
                  <a:gdLst>
                    <a:gd name="T0" fmla="*/ 80 w 80"/>
                    <a:gd name="T1" fmla="*/ 40 h 80"/>
                    <a:gd name="T2" fmla="*/ 80 w 80"/>
                    <a:gd name="T3" fmla="*/ 40 h 80"/>
                    <a:gd name="T4" fmla="*/ 40 w 80"/>
                    <a:gd name="T5" fmla="*/ 80 h 80"/>
                    <a:gd name="T6" fmla="*/ 0 w 80"/>
                    <a:gd name="T7" fmla="*/ 40 h 80"/>
                    <a:gd name="T8" fmla="*/ 40 w 80"/>
                    <a:gd name="T9" fmla="*/ 0 h 80"/>
                    <a:gd name="T10" fmla="*/ 80 w 80"/>
                    <a:gd name="T11" fmla="*/ 40 h 80"/>
                    <a:gd name="T12" fmla="*/ 80 w 80"/>
                    <a:gd name="T13" fmla="*/ 40 h 80"/>
                    <a:gd name="T14" fmla="*/ 80 w 80"/>
                    <a:gd name="T15" fmla="*/ 40 h 80"/>
                    <a:gd name="T16" fmla="*/ 80 w 80"/>
                    <a:gd name="T17" fmla="*/ 4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0" h="80">
                      <a:moveTo>
                        <a:pt x="80" y="40"/>
                      </a:moveTo>
                      <a:lnTo>
                        <a:pt x="80" y="40"/>
                      </a:lnTo>
                      <a:cubicBezTo>
                        <a:pt x="80" y="62"/>
                        <a:pt x="63" y="80"/>
                        <a:pt x="40" y="80"/>
                      </a:cubicBezTo>
                      <a:cubicBezTo>
                        <a:pt x="18" y="80"/>
                        <a:pt x="0" y="62"/>
                        <a:pt x="0" y="40"/>
                      </a:cubicBezTo>
                      <a:cubicBezTo>
                        <a:pt x="0" y="18"/>
                        <a:pt x="18" y="0"/>
                        <a:pt x="40" y="0"/>
                      </a:cubicBezTo>
                      <a:cubicBezTo>
                        <a:pt x="63" y="0"/>
                        <a:pt x="80" y="18"/>
                        <a:pt x="80" y="40"/>
                      </a:cubicBezTo>
                      <a:lnTo>
                        <a:pt x="80" y="40"/>
                      </a:lnTo>
                      <a:close/>
                      <a:moveTo>
                        <a:pt x="80" y="40"/>
                      </a:moveTo>
                      <a:lnTo>
                        <a:pt x="80" y="40"/>
                      </a:lnTo>
                      <a:close/>
                    </a:path>
                  </a:pathLst>
                </a:custGeom>
                <a:solidFill>
                  <a:srgbClr val="010101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69284FC4-82C8-1B4D-25BB-6FC6DA1A08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79810" y="1294625"/>
                  <a:ext cx="0" cy="47142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D9D82EE8-89C3-D560-CC31-0F62F16F00CE}"/>
                    </a:ext>
                  </a:extLst>
                </p:cNvPr>
                <p:cNvGrpSpPr/>
                <p:nvPr/>
              </p:nvGrpSpPr>
              <p:grpSpPr>
                <a:xfrm>
                  <a:off x="2576949" y="1770476"/>
                  <a:ext cx="221681" cy="239189"/>
                  <a:chOff x="5542451" y="2102326"/>
                  <a:chExt cx="174669" cy="355599"/>
                </a:xfrm>
              </p:grpSpPr>
              <p:grpSp>
                <p:nvGrpSpPr>
                  <p:cNvPr id="36" name="Group 35">
                    <a:extLst>
                      <a:ext uri="{FF2B5EF4-FFF2-40B4-BE49-F238E27FC236}">
                        <a16:creationId xmlns:a16="http://schemas.microsoft.com/office/drawing/2014/main" id="{19EAF177-596E-9C6A-3338-5E2C963B20E6}"/>
                      </a:ext>
                    </a:extLst>
                  </p:cNvPr>
                  <p:cNvGrpSpPr/>
                  <p:nvPr/>
                </p:nvGrpSpPr>
                <p:grpSpPr>
                  <a:xfrm>
                    <a:off x="5542451" y="2102326"/>
                    <a:ext cx="166687" cy="236537"/>
                    <a:chOff x="5542451" y="2102326"/>
                    <a:chExt cx="166687" cy="236537"/>
                  </a:xfrm>
                </p:grpSpPr>
                <p:sp>
                  <p:nvSpPr>
                    <p:cNvPr id="40" name="Freeform 43">
                      <a:extLst>
                        <a:ext uri="{FF2B5EF4-FFF2-40B4-BE49-F238E27FC236}">
                          <a16:creationId xmlns:a16="http://schemas.microsoft.com/office/drawing/2014/main" id="{7822954A-6EBD-11B6-FEA9-8D239242C5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542451" y="2221388"/>
                      <a:ext cx="166687" cy="117475"/>
                    </a:xfrm>
                    <a:custGeom>
                      <a:avLst/>
                      <a:gdLst>
                        <a:gd name="T0" fmla="*/ 77 w 155"/>
                        <a:gd name="T1" fmla="*/ 109 h 109"/>
                        <a:gd name="T2" fmla="*/ 77 w 155"/>
                        <a:gd name="T3" fmla="*/ 109 h 109"/>
                        <a:gd name="T4" fmla="*/ 0 w 155"/>
                        <a:gd name="T5" fmla="*/ 82 h 109"/>
                        <a:gd name="T6" fmla="*/ 155 w 155"/>
                        <a:gd name="T7" fmla="*/ 28 h 109"/>
                        <a:gd name="T8" fmla="*/ 77 w 155"/>
                        <a:gd name="T9" fmla="*/ 0 h 10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55" h="109">
                          <a:moveTo>
                            <a:pt x="77" y="109"/>
                          </a:moveTo>
                          <a:lnTo>
                            <a:pt x="77" y="109"/>
                          </a:lnTo>
                          <a:lnTo>
                            <a:pt x="0" y="82"/>
                          </a:lnTo>
                          <a:lnTo>
                            <a:pt x="155" y="28"/>
                          </a:lnTo>
                          <a:lnTo>
                            <a:pt x="77" y="0"/>
                          </a:lnTo>
                        </a:path>
                      </a:pathLst>
                    </a:custGeom>
                    <a:noFill/>
                    <a:ln w="28575" cap="rnd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68580" tIns="34290" rIns="68580" bIns="3429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BE" sz="1215" b="1"/>
                    </a:p>
                  </p:txBody>
                </p:sp>
                <p:sp>
                  <p:nvSpPr>
                    <p:cNvPr id="41" name="Freeform 46">
                      <a:extLst>
                        <a:ext uri="{FF2B5EF4-FFF2-40B4-BE49-F238E27FC236}">
                          <a16:creationId xmlns:a16="http://schemas.microsoft.com/office/drawing/2014/main" id="{2ED2D309-8248-CC92-4E51-6A2880D9D26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542451" y="2102326"/>
                      <a:ext cx="166687" cy="119063"/>
                    </a:xfrm>
                    <a:custGeom>
                      <a:avLst/>
                      <a:gdLst>
                        <a:gd name="T0" fmla="*/ 77 w 155"/>
                        <a:gd name="T1" fmla="*/ 109 h 109"/>
                        <a:gd name="T2" fmla="*/ 77 w 155"/>
                        <a:gd name="T3" fmla="*/ 109 h 109"/>
                        <a:gd name="T4" fmla="*/ 0 w 155"/>
                        <a:gd name="T5" fmla="*/ 82 h 109"/>
                        <a:gd name="T6" fmla="*/ 155 w 155"/>
                        <a:gd name="T7" fmla="*/ 28 h 109"/>
                        <a:gd name="T8" fmla="*/ 77 w 155"/>
                        <a:gd name="T9" fmla="*/ 0 h 10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55" h="109">
                          <a:moveTo>
                            <a:pt x="77" y="109"/>
                          </a:moveTo>
                          <a:lnTo>
                            <a:pt x="77" y="109"/>
                          </a:lnTo>
                          <a:lnTo>
                            <a:pt x="0" y="82"/>
                          </a:lnTo>
                          <a:lnTo>
                            <a:pt x="155" y="28"/>
                          </a:lnTo>
                          <a:lnTo>
                            <a:pt x="77" y="0"/>
                          </a:lnTo>
                        </a:path>
                      </a:pathLst>
                    </a:custGeom>
                    <a:noFill/>
                    <a:ln w="28575" cap="rnd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68580" tIns="34290" rIns="68580" bIns="3429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BE" sz="1215" b="1" dirty="0"/>
                    </a:p>
                  </p:txBody>
                </p:sp>
              </p:grpSp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DC584F45-177D-A075-88CA-83FE739C2A7B}"/>
                      </a:ext>
                    </a:extLst>
                  </p:cNvPr>
                  <p:cNvGrpSpPr/>
                  <p:nvPr/>
                </p:nvGrpSpPr>
                <p:grpSpPr>
                  <a:xfrm>
                    <a:off x="5550433" y="2221388"/>
                    <a:ext cx="166687" cy="236537"/>
                    <a:chOff x="5542451" y="2102326"/>
                    <a:chExt cx="166687" cy="236537"/>
                  </a:xfrm>
                </p:grpSpPr>
                <p:sp>
                  <p:nvSpPr>
                    <p:cNvPr id="38" name="Freeform 43">
                      <a:extLst>
                        <a:ext uri="{FF2B5EF4-FFF2-40B4-BE49-F238E27FC236}">
                          <a16:creationId xmlns:a16="http://schemas.microsoft.com/office/drawing/2014/main" id="{06D4FBA5-F1C1-F404-AACB-7571137CAB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542451" y="2221388"/>
                      <a:ext cx="166687" cy="117475"/>
                    </a:xfrm>
                    <a:custGeom>
                      <a:avLst/>
                      <a:gdLst>
                        <a:gd name="T0" fmla="*/ 77 w 155"/>
                        <a:gd name="T1" fmla="*/ 109 h 109"/>
                        <a:gd name="T2" fmla="*/ 77 w 155"/>
                        <a:gd name="T3" fmla="*/ 109 h 109"/>
                        <a:gd name="T4" fmla="*/ 0 w 155"/>
                        <a:gd name="T5" fmla="*/ 82 h 109"/>
                        <a:gd name="T6" fmla="*/ 155 w 155"/>
                        <a:gd name="T7" fmla="*/ 28 h 109"/>
                        <a:gd name="T8" fmla="*/ 77 w 155"/>
                        <a:gd name="T9" fmla="*/ 0 h 10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55" h="109">
                          <a:moveTo>
                            <a:pt x="77" y="109"/>
                          </a:moveTo>
                          <a:lnTo>
                            <a:pt x="77" y="109"/>
                          </a:lnTo>
                          <a:lnTo>
                            <a:pt x="0" y="82"/>
                          </a:lnTo>
                          <a:lnTo>
                            <a:pt x="155" y="28"/>
                          </a:lnTo>
                          <a:lnTo>
                            <a:pt x="77" y="0"/>
                          </a:lnTo>
                        </a:path>
                      </a:pathLst>
                    </a:custGeom>
                    <a:noFill/>
                    <a:ln w="28575" cap="rnd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68580" tIns="34290" rIns="68580" bIns="3429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BE" sz="1215" b="1"/>
                    </a:p>
                  </p:txBody>
                </p:sp>
                <p:sp>
                  <p:nvSpPr>
                    <p:cNvPr id="39" name="Freeform 46">
                      <a:extLst>
                        <a:ext uri="{FF2B5EF4-FFF2-40B4-BE49-F238E27FC236}">
                          <a16:creationId xmlns:a16="http://schemas.microsoft.com/office/drawing/2014/main" id="{DC6EB00E-3D1C-1486-4B16-7354236C64E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542451" y="2102326"/>
                      <a:ext cx="166687" cy="119063"/>
                    </a:xfrm>
                    <a:custGeom>
                      <a:avLst/>
                      <a:gdLst>
                        <a:gd name="T0" fmla="*/ 77 w 155"/>
                        <a:gd name="T1" fmla="*/ 109 h 109"/>
                        <a:gd name="T2" fmla="*/ 77 w 155"/>
                        <a:gd name="T3" fmla="*/ 109 h 109"/>
                        <a:gd name="T4" fmla="*/ 0 w 155"/>
                        <a:gd name="T5" fmla="*/ 82 h 109"/>
                        <a:gd name="T6" fmla="*/ 155 w 155"/>
                        <a:gd name="T7" fmla="*/ 28 h 109"/>
                        <a:gd name="T8" fmla="*/ 77 w 155"/>
                        <a:gd name="T9" fmla="*/ 0 h 10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55" h="109">
                          <a:moveTo>
                            <a:pt x="77" y="109"/>
                          </a:moveTo>
                          <a:lnTo>
                            <a:pt x="77" y="109"/>
                          </a:lnTo>
                          <a:lnTo>
                            <a:pt x="0" y="82"/>
                          </a:lnTo>
                          <a:lnTo>
                            <a:pt x="155" y="28"/>
                          </a:lnTo>
                          <a:lnTo>
                            <a:pt x="77" y="0"/>
                          </a:lnTo>
                        </a:path>
                      </a:pathLst>
                    </a:custGeom>
                    <a:noFill/>
                    <a:ln w="28575" cap="rnd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68580" tIns="34290" rIns="68580" bIns="3429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BE" sz="1215" b="1"/>
                    </a:p>
                  </p:txBody>
                </p:sp>
              </p:grpSp>
            </p:grp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CEB619CD-2C1D-2881-DDEA-0E9286CD08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95050" y="2000745"/>
                  <a:ext cx="0" cy="47142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Freeform 88">
                  <a:extLst>
                    <a:ext uri="{FF2B5EF4-FFF2-40B4-BE49-F238E27FC236}">
                      <a16:creationId xmlns:a16="http://schemas.microsoft.com/office/drawing/2014/main" id="{FDCDEC25-A79A-5D71-9417-6D3744933B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1726" y="2471005"/>
                  <a:ext cx="103584" cy="0"/>
                </a:xfrm>
                <a:custGeom>
                  <a:avLst/>
                  <a:gdLst>
                    <a:gd name="T0" fmla="*/ 0 w 127"/>
                    <a:gd name="T1" fmla="*/ 0 w 127"/>
                    <a:gd name="T2" fmla="*/ 127 w 12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46" name="Freeform 89">
                  <a:extLst>
                    <a:ext uri="{FF2B5EF4-FFF2-40B4-BE49-F238E27FC236}">
                      <a16:creationId xmlns:a16="http://schemas.microsoft.com/office/drawing/2014/main" id="{4581C6A5-1639-C8F5-8D27-5EECCC7E75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67919" y="2512677"/>
                  <a:ext cx="51197" cy="0"/>
                </a:xfrm>
                <a:custGeom>
                  <a:avLst/>
                  <a:gdLst>
                    <a:gd name="T0" fmla="*/ 0 w 63"/>
                    <a:gd name="T1" fmla="*/ 0 w 63"/>
                    <a:gd name="T2" fmla="*/ 63 w 6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47" name="Freeform 90">
                  <a:extLst>
                    <a:ext uri="{FF2B5EF4-FFF2-40B4-BE49-F238E27FC236}">
                      <a16:creationId xmlns:a16="http://schemas.microsoft.com/office/drawing/2014/main" id="{ED85C5A1-1DCA-98FB-93C8-8FD1414D82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8160" y="2553158"/>
                  <a:ext cx="11906" cy="0"/>
                </a:xfrm>
                <a:custGeom>
                  <a:avLst/>
                  <a:gdLst>
                    <a:gd name="T0" fmla="*/ 0 w 15"/>
                    <a:gd name="T1" fmla="*/ 0 w 15"/>
                    <a:gd name="T2" fmla="*/ 15 w 1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5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48" name="Freeform 88">
                  <a:extLst>
                    <a:ext uri="{FF2B5EF4-FFF2-40B4-BE49-F238E27FC236}">
                      <a16:creationId xmlns:a16="http://schemas.microsoft.com/office/drawing/2014/main" id="{AAFD35CB-34F0-B33B-F60B-7833E3FBF9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446" y="2483705"/>
                  <a:ext cx="103584" cy="0"/>
                </a:xfrm>
                <a:custGeom>
                  <a:avLst/>
                  <a:gdLst>
                    <a:gd name="T0" fmla="*/ 0 w 127"/>
                    <a:gd name="T1" fmla="*/ 0 w 127"/>
                    <a:gd name="T2" fmla="*/ 127 w 12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49" name="Freeform 89">
                  <a:extLst>
                    <a:ext uri="{FF2B5EF4-FFF2-40B4-BE49-F238E27FC236}">
                      <a16:creationId xmlns:a16="http://schemas.microsoft.com/office/drawing/2014/main" id="{24EAA3C0-483A-A766-C4BD-C74DCA3673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5639" y="2525377"/>
                  <a:ext cx="51197" cy="0"/>
                </a:xfrm>
                <a:custGeom>
                  <a:avLst/>
                  <a:gdLst>
                    <a:gd name="T0" fmla="*/ 0 w 63"/>
                    <a:gd name="T1" fmla="*/ 0 w 63"/>
                    <a:gd name="T2" fmla="*/ 63 w 6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50" name="Freeform 90">
                  <a:extLst>
                    <a:ext uri="{FF2B5EF4-FFF2-40B4-BE49-F238E27FC236}">
                      <a16:creationId xmlns:a16="http://schemas.microsoft.com/office/drawing/2014/main" id="{71F01B6C-AF84-523A-E589-E122B8D830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5880" y="2565858"/>
                  <a:ext cx="11906" cy="0"/>
                </a:xfrm>
                <a:custGeom>
                  <a:avLst/>
                  <a:gdLst>
                    <a:gd name="T0" fmla="*/ 0 w 15"/>
                    <a:gd name="T1" fmla="*/ 0 w 15"/>
                    <a:gd name="T2" fmla="*/ 15 w 1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5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51" name="Freeform 17">
                  <a:extLst>
                    <a:ext uri="{FF2B5EF4-FFF2-40B4-BE49-F238E27FC236}">
                      <a16:creationId xmlns:a16="http://schemas.microsoft.com/office/drawing/2014/main" id="{FB20CE99-8C95-FAD4-79A2-363F2F8584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 flipH="1" flipV="1">
                  <a:off x="3511927" y="1160563"/>
                  <a:ext cx="317067" cy="45719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 type="triangle"/>
                  <a:tailEnd type="none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A6F323F6-D855-4D68-8C1B-14688FDAF3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0733" y="1027943"/>
                  <a:ext cx="276820" cy="1615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286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743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200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657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defTabSz="685800"/>
                  <a:r>
                    <a:rPr lang="en-US" altLang="en-BE" sz="1050" b="1" i="1" dirty="0" err="1">
                      <a:solidFill>
                        <a:srgbClr val="000000"/>
                      </a:solidFill>
                    </a:rPr>
                    <a:t>I</a:t>
                  </a:r>
                  <a:r>
                    <a:rPr lang="en-US" altLang="en-BE" sz="1050" b="1" i="1" baseline="-25000" dirty="0" err="1">
                      <a:solidFill>
                        <a:srgbClr val="000000"/>
                      </a:solidFill>
                    </a:rPr>
                    <a:t>out</a:t>
                  </a:r>
                  <a:endParaRPr lang="en-BE" altLang="en-BE" sz="1350" b="1" i="1" dirty="0"/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F29ACA1-1760-E83F-2E02-B3ABBDD671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120" y="1741576"/>
                  <a:ext cx="144270" cy="1615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286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743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200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657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defTabSz="685800"/>
                  <a:r>
                    <a:rPr lang="en-BE" altLang="en-BE" sz="1050" b="1" i="1" dirty="0">
                      <a:solidFill>
                        <a:srgbClr val="000000"/>
                      </a:solidFill>
                    </a:rPr>
                    <a:t>V</a:t>
                  </a:r>
                  <a:r>
                    <a:rPr lang="en-US" altLang="en-BE" sz="1050" b="1" i="1" baseline="-25000" dirty="0">
                      <a:solidFill>
                        <a:srgbClr val="000000"/>
                      </a:solidFill>
                    </a:rPr>
                    <a:t>b</a:t>
                  </a:r>
                  <a:endParaRPr lang="en-BE" altLang="en-BE" sz="1350" b="1" i="1" dirty="0"/>
                </a:p>
              </p:txBody>
            </p: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4C84C628-13A1-0257-E432-B3D1A3A5C88B}"/>
                    </a:ext>
                  </a:extLst>
                </p:cNvPr>
                <p:cNvGrpSpPr/>
                <p:nvPr/>
              </p:nvGrpSpPr>
              <p:grpSpPr>
                <a:xfrm>
                  <a:off x="3029331" y="1646856"/>
                  <a:ext cx="84772" cy="88582"/>
                  <a:chOff x="1708785" y="6222666"/>
                  <a:chExt cx="84772" cy="88582"/>
                </a:xfrm>
              </p:grpSpPr>
              <p:sp>
                <p:nvSpPr>
                  <p:cNvPr id="55" name="Freeform 35">
                    <a:extLst>
                      <a:ext uri="{FF2B5EF4-FFF2-40B4-BE49-F238E27FC236}">
                        <a16:creationId xmlns:a16="http://schemas.microsoft.com/office/drawing/2014/main" id="{FF105CB5-F7BF-D53A-A752-ABFECCBC82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08785" y="6265529"/>
                    <a:ext cx="78105" cy="45719"/>
                  </a:xfrm>
                  <a:custGeom>
                    <a:avLst/>
                    <a:gdLst>
                      <a:gd name="T0" fmla="*/ 376 w 376"/>
                      <a:gd name="T1" fmla="*/ 376 w 376"/>
                      <a:gd name="T2" fmla="*/ 0 w 376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376">
                        <a:moveTo>
                          <a:pt x="376" y="0"/>
                        </a:moveTo>
                        <a:lnTo>
                          <a:pt x="376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4925" cap="sq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56" name="Freeform 35">
                    <a:extLst>
                      <a:ext uri="{FF2B5EF4-FFF2-40B4-BE49-F238E27FC236}">
                        <a16:creationId xmlns:a16="http://schemas.microsoft.com/office/drawing/2014/main" id="{F51D7E30-42AD-4DAF-6D51-5CA7E023CD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6200000">
                    <a:off x="1731645" y="6238859"/>
                    <a:ext cx="78105" cy="45719"/>
                  </a:xfrm>
                  <a:custGeom>
                    <a:avLst/>
                    <a:gdLst>
                      <a:gd name="T0" fmla="*/ 376 w 376"/>
                      <a:gd name="T1" fmla="*/ 376 w 376"/>
                      <a:gd name="T2" fmla="*/ 0 w 376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376">
                        <a:moveTo>
                          <a:pt x="376" y="0"/>
                        </a:moveTo>
                        <a:lnTo>
                          <a:pt x="376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4925" cap="sq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</p:grpSp>
            <p:sp>
              <p:nvSpPr>
                <p:cNvPr id="57" name="Freeform 35">
                  <a:extLst>
                    <a:ext uri="{FF2B5EF4-FFF2-40B4-BE49-F238E27FC236}">
                      <a16:creationId xmlns:a16="http://schemas.microsoft.com/office/drawing/2014/main" id="{980727A3-E9DF-815A-59BC-C1CF461EF8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3141" y="1984994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7" name="TextBox 126">
                      <a:extLst>
                        <a:ext uri="{FF2B5EF4-FFF2-40B4-BE49-F238E27FC236}">
                          <a16:creationId xmlns:a16="http://schemas.microsoft.com/office/drawing/2014/main" id="{EBE386A4-0FA4-B405-C4DC-7572F411D88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04060" y="1689854"/>
                      <a:ext cx="66294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baseline="-2500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en-BE" dirty="0"/>
                    </a:p>
                  </p:txBody>
                </p:sp>
              </mc:Choice>
              <mc:Fallback xmlns="">
                <p:sp>
                  <p:nvSpPr>
                    <p:cNvPr id="127" name="TextBox 126">
                      <a:extLst>
                        <a:ext uri="{FF2B5EF4-FFF2-40B4-BE49-F238E27FC236}">
                          <a16:creationId xmlns:a16="http://schemas.microsoft.com/office/drawing/2014/main" id="{EBE386A4-0FA4-B405-C4DC-7572F411D88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04060" y="1689854"/>
                      <a:ext cx="662940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B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8" name="TextBox 127">
                      <a:extLst>
                        <a:ext uri="{FF2B5EF4-FFF2-40B4-BE49-F238E27FC236}">
                          <a16:creationId xmlns:a16="http://schemas.microsoft.com/office/drawing/2014/main" id="{875E1F5C-4265-AB44-A4EC-F8644B2C45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81200" y="935474"/>
                      <a:ext cx="66294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baseline="-2500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BE" dirty="0"/>
                    </a:p>
                  </p:txBody>
                </p:sp>
              </mc:Choice>
              <mc:Fallback xmlns="">
                <p:sp>
                  <p:nvSpPr>
                    <p:cNvPr id="128" name="TextBox 127">
                      <a:extLst>
                        <a:ext uri="{FF2B5EF4-FFF2-40B4-BE49-F238E27FC236}">
                          <a16:creationId xmlns:a16="http://schemas.microsoft.com/office/drawing/2014/main" id="{875E1F5C-4265-AB44-A4EC-F8644B2C450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81200" y="935474"/>
                      <a:ext cx="662940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B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0" name="Freeform 36">
                  <a:extLst>
                    <a:ext uri="{FF2B5EF4-FFF2-40B4-BE49-F238E27FC236}">
                      <a16:creationId xmlns:a16="http://schemas.microsoft.com/office/drawing/2014/main" id="{C4795936-BE54-D044-7F62-97021F3ABCE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 flipH="1">
                  <a:off x="2628146" y="1510712"/>
                  <a:ext cx="108000" cy="108000"/>
                </a:xfrm>
                <a:custGeom>
                  <a:avLst/>
                  <a:gdLst>
                    <a:gd name="T0" fmla="*/ 80 w 80"/>
                    <a:gd name="T1" fmla="*/ 40 h 80"/>
                    <a:gd name="T2" fmla="*/ 80 w 80"/>
                    <a:gd name="T3" fmla="*/ 40 h 80"/>
                    <a:gd name="T4" fmla="*/ 40 w 80"/>
                    <a:gd name="T5" fmla="*/ 80 h 80"/>
                    <a:gd name="T6" fmla="*/ 0 w 80"/>
                    <a:gd name="T7" fmla="*/ 40 h 80"/>
                    <a:gd name="T8" fmla="*/ 40 w 80"/>
                    <a:gd name="T9" fmla="*/ 0 h 80"/>
                    <a:gd name="T10" fmla="*/ 80 w 80"/>
                    <a:gd name="T11" fmla="*/ 40 h 80"/>
                    <a:gd name="T12" fmla="*/ 80 w 80"/>
                    <a:gd name="T13" fmla="*/ 40 h 80"/>
                    <a:gd name="T14" fmla="*/ 80 w 80"/>
                    <a:gd name="T15" fmla="*/ 40 h 80"/>
                    <a:gd name="T16" fmla="*/ 80 w 80"/>
                    <a:gd name="T17" fmla="*/ 4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0" h="80">
                      <a:moveTo>
                        <a:pt x="80" y="40"/>
                      </a:moveTo>
                      <a:lnTo>
                        <a:pt x="80" y="40"/>
                      </a:lnTo>
                      <a:cubicBezTo>
                        <a:pt x="80" y="62"/>
                        <a:pt x="63" y="80"/>
                        <a:pt x="40" y="80"/>
                      </a:cubicBezTo>
                      <a:cubicBezTo>
                        <a:pt x="18" y="80"/>
                        <a:pt x="0" y="62"/>
                        <a:pt x="0" y="40"/>
                      </a:cubicBezTo>
                      <a:cubicBezTo>
                        <a:pt x="0" y="18"/>
                        <a:pt x="18" y="0"/>
                        <a:pt x="40" y="0"/>
                      </a:cubicBezTo>
                      <a:cubicBezTo>
                        <a:pt x="63" y="0"/>
                        <a:pt x="80" y="18"/>
                        <a:pt x="80" y="40"/>
                      </a:cubicBezTo>
                      <a:lnTo>
                        <a:pt x="80" y="40"/>
                      </a:lnTo>
                      <a:close/>
                      <a:moveTo>
                        <a:pt x="80" y="40"/>
                      </a:moveTo>
                      <a:lnTo>
                        <a:pt x="80" y="4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0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2D75AA3A-C617-BFAD-3B3A-EBB31542C696}"/>
                </a:ext>
              </a:extLst>
            </p:cNvPr>
            <p:cNvGrpSpPr/>
            <p:nvPr/>
          </p:nvGrpSpPr>
          <p:grpSpPr>
            <a:xfrm>
              <a:off x="6014720" y="416303"/>
              <a:ext cx="6085840" cy="2415599"/>
              <a:chOff x="6014720" y="284223"/>
              <a:chExt cx="6085840" cy="2415599"/>
            </a:xfrm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38A5D404-C97D-85A7-E83D-D54D6B7A6BFB}"/>
                  </a:ext>
                </a:extLst>
              </p:cNvPr>
              <p:cNvSpPr/>
              <p:nvPr/>
            </p:nvSpPr>
            <p:spPr>
              <a:xfrm>
                <a:off x="6102096" y="284223"/>
                <a:ext cx="5998464" cy="232689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20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BD2B3C83-958E-D8C7-E075-356BAE165CBE}"/>
                  </a:ext>
                </a:extLst>
              </p:cNvPr>
              <p:cNvSpPr txBox="1"/>
              <p:nvPr/>
            </p:nvSpPr>
            <p:spPr>
              <a:xfrm>
                <a:off x="6014720" y="391498"/>
                <a:ext cx="608584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Analog circuits require bias currents that are stable over process, voltage, and temperature for proper operation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The most popular circuit used to generate a stable reference is a “Bandgap Reference”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A Bandgap Reference Circuit generates a voltage that is very stable over temperature </a:t>
                </a:r>
              </a:p>
              <a:p>
                <a:pPr marL="742950" lvl="1" indent="-285750" algn="just">
                  <a:buFont typeface="Wingdings" panose="05000000000000000000" pitchFamily="2" charset="2"/>
                  <a:buChar char="q"/>
                </a:pPr>
                <a:r>
                  <a:rPr lang="en-US" dirty="0"/>
                  <a:t>This stable voltage can be used to generate a reference current stable over process, voltage, and temperature.</a:t>
                </a:r>
                <a:endParaRPr lang="en-BE" dirty="0"/>
              </a:p>
            </p:txBody>
          </p:sp>
        </p:grp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053677B-77D1-D1CE-C2E4-BF97D5B95E00}"/>
              </a:ext>
            </a:extLst>
          </p:cNvPr>
          <p:cNvGrpSpPr/>
          <p:nvPr/>
        </p:nvGrpSpPr>
        <p:grpSpPr>
          <a:xfrm>
            <a:off x="1462636" y="3299355"/>
            <a:ext cx="8626244" cy="3558645"/>
            <a:chOff x="1462636" y="3299355"/>
            <a:chExt cx="8626244" cy="355864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CD8D2FB-9D3F-DAC0-93E8-15DA27989EAD}"/>
                </a:ext>
              </a:extLst>
            </p:cNvPr>
            <p:cNvSpPr/>
            <p:nvPr/>
          </p:nvSpPr>
          <p:spPr>
            <a:xfrm>
              <a:off x="1462636" y="3299355"/>
              <a:ext cx="7912591" cy="355864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2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1C7FE3F-49F8-6373-D2B4-908AB8820FFE}"/>
                </a:ext>
              </a:extLst>
            </p:cNvPr>
            <p:cNvSpPr/>
            <p:nvPr/>
          </p:nvSpPr>
          <p:spPr>
            <a:xfrm>
              <a:off x="5193030" y="4470399"/>
              <a:ext cx="1838960" cy="10704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20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E12294A-2258-CEBE-C3E7-FC8778F57FC7}"/>
                </a:ext>
              </a:extLst>
            </p:cNvPr>
            <p:cNvSpPr/>
            <p:nvPr/>
          </p:nvSpPr>
          <p:spPr>
            <a:xfrm>
              <a:off x="5181600" y="5689599"/>
              <a:ext cx="1838960" cy="10704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2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95B908-D035-8322-77AC-33E232B4B9AC}"/>
                </a:ext>
              </a:extLst>
            </p:cNvPr>
            <p:cNvSpPr txBox="1"/>
            <p:nvPr/>
          </p:nvSpPr>
          <p:spPr>
            <a:xfrm>
              <a:off x="2458720" y="3337898"/>
              <a:ext cx="763016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/>
                <a:t>Solution.</a:t>
              </a:r>
            </a:p>
            <a:p>
              <a:pPr algn="just"/>
              <a:r>
                <a:rPr lang="en-US" dirty="0"/>
                <a:t>  Create a stable “precise” current reference and “copy” the currents</a:t>
              </a:r>
              <a:endParaRPr lang="en-BE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252FF7-585A-D6F3-3B9D-A98E12CA04EC}"/>
                </a:ext>
              </a:extLst>
            </p:cNvPr>
            <p:cNvSpPr/>
            <p:nvPr/>
          </p:nvSpPr>
          <p:spPr>
            <a:xfrm>
              <a:off x="1668545" y="4480171"/>
              <a:ext cx="1843567" cy="21173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20" b="1" dirty="0">
                  <a:solidFill>
                    <a:srgbClr val="00B050"/>
                  </a:solidFill>
                </a:rPr>
                <a:t>Reference Circuits</a:t>
              </a:r>
            </a:p>
            <a:p>
              <a:pPr algn="ctr"/>
              <a:endParaRPr lang="en-IN" sz="1620" b="1" dirty="0">
                <a:solidFill>
                  <a:srgbClr val="00B050"/>
                </a:solidFill>
              </a:endParaRPr>
            </a:p>
            <a:p>
              <a:pPr algn="ctr"/>
              <a:endParaRPr lang="en-IN" sz="1620" b="1" dirty="0">
                <a:solidFill>
                  <a:srgbClr val="00B050"/>
                </a:solidFill>
              </a:endParaRPr>
            </a:p>
            <a:p>
              <a:pPr algn="ctr"/>
              <a:endParaRPr lang="en-IN" sz="1620" b="1" dirty="0">
                <a:solidFill>
                  <a:srgbClr val="00B050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A450EB9-4F5A-8E4F-80B2-6EB8D4E33BC9}"/>
                </a:ext>
              </a:extLst>
            </p:cNvPr>
            <p:cNvSpPr/>
            <p:nvPr/>
          </p:nvSpPr>
          <p:spPr>
            <a:xfrm rot="10800000">
              <a:off x="2490598" y="5709659"/>
              <a:ext cx="273627" cy="256113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91A4ECD-48AE-D679-163E-CE239F8A0E2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631911" y="5732210"/>
              <a:ext cx="0" cy="20143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20ACC0A8-9468-73B4-5EA0-760453377170}"/>
                </a:ext>
              </a:extLst>
            </p:cNvPr>
            <p:cNvGrpSpPr/>
            <p:nvPr/>
          </p:nvGrpSpPr>
          <p:grpSpPr>
            <a:xfrm>
              <a:off x="5599558" y="4623401"/>
              <a:ext cx="273627" cy="889541"/>
              <a:chOff x="4593718" y="4542121"/>
              <a:chExt cx="273627" cy="889541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427E63C0-E60F-E92E-A8F3-DD2DE6801E64}"/>
                  </a:ext>
                </a:extLst>
              </p:cNvPr>
              <p:cNvGrpSpPr/>
              <p:nvPr/>
            </p:nvGrpSpPr>
            <p:grpSpPr>
              <a:xfrm>
                <a:off x="4593718" y="4846059"/>
                <a:ext cx="273627" cy="256113"/>
                <a:chOff x="2642998" y="5862059"/>
                <a:chExt cx="273627" cy="256113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0C76928-B68C-2599-87A2-8137F73ABB73}"/>
                    </a:ext>
                  </a:extLst>
                </p:cNvPr>
                <p:cNvSpPr/>
                <p:nvPr/>
              </p:nvSpPr>
              <p:spPr>
                <a:xfrm rot="10800000">
                  <a:off x="2642998" y="5862059"/>
                  <a:ext cx="273627" cy="256113"/>
                </a:xfrm>
                <a:prstGeom prst="ellipse">
                  <a:avLst/>
                </a:prstGeom>
                <a:solidFill>
                  <a:schemeClr val="bg1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E" dirty="0"/>
                </a:p>
              </p:txBody>
            </p: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20F47FD7-DD24-E90C-1D82-574341CB77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784311" y="5884610"/>
                  <a:ext cx="0" cy="20143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4" name="Freeform 15">
                <a:extLst>
                  <a:ext uri="{FF2B5EF4-FFF2-40B4-BE49-F238E27FC236}">
                    <a16:creationId xmlns:a16="http://schemas.microsoft.com/office/drawing/2014/main" id="{76E55F1B-BE2B-F46F-BD0C-1503920BA9B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704054" y="4542121"/>
                <a:ext cx="34290" cy="304325"/>
              </a:xfrm>
              <a:custGeom>
                <a:avLst/>
                <a:gdLst>
                  <a:gd name="T0" fmla="*/ 0 h 130"/>
                  <a:gd name="T1" fmla="*/ 0 h 130"/>
                  <a:gd name="T2" fmla="*/ 130 h 13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30">
                    <a:moveTo>
                      <a:pt x="0" y="0"/>
                    </a:moveTo>
                    <a:lnTo>
                      <a:pt x="0" y="0"/>
                    </a:lnTo>
                    <a:lnTo>
                      <a:pt x="0" y="13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65" name="Freeform 28">
                <a:extLst>
                  <a:ext uri="{FF2B5EF4-FFF2-40B4-BE49-F238E27FC236}">
                    <a16:creationId xmlns:a16="http://schemas.microsoft.com/office/drawing/2014/main" id="{CB0F7AB5-EE07-F897-126B-A309AA95AC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5360" y="4542121"/>
                <a:ext cx="163115" cy="0"/>
              </a:xfrm>
              <a:custGeom>
                <a:avLst/>
                <a:gdLst>
                  <a:gd name="T0" fmla="*/ 0 w 201"/>
                  <a:gd name="T1" fmla="*/ 0 w 201"/>
                  <a:gd name="T2" fmla="*/ 201 w 20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01">
                    <a:moveTo>
                      <a:pt x="0" y="0"/>
                    </a:moveTo>
                    <a:lnTo>
                      <a:pt x="0" y="0"/>
                    </a:lnTo>
                    <a:lnTo>
                      <a:pt x="201" y="0"/>
                    </a:lnTo>
                  </a:path>
                </a:pathLst>
              </a:custGeom>
              <a:noFill/>
              <a:ln w="50800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 dirty="0"/>
              </a:p>
            </p:txBody>
          </p:sp>
          <p:sp>
            <p:nvSpPr>
              <p:cNvPr id="86" name="Freeform 15">
                <a:extLst>
                  <a:ext uri="{FF2B5EF4-FFF2-40B4-BE49-F238E27FC236}">
                    <a16:creationId xmlns:a16="http://schemas.microsoft.com/office/drawing/2014/main" id="{86CF63E2-AD3F-296D-C5A4-6D3C139C7E0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697958" y="5127337"/>
                <a:ext cx="34290" cy="304325"/>
              </a:xfrm>
              <a:custGeom>
                <a:avLst/>
                <a:gdLst>
                  <a:gd name="T0" fmla="*/ 0 h 130"/>
                  <a:gd name="T1" fmla="*/ 0 h 130"/>
                  <a:gd name="T2" fmla="*/ 130 h 13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30">
                    <a:moveTo>
                      <a:pt x="0" y="0"/>
                    </a:moveTo>
                    <a:lnTo>
                      <a:pt x="0" y="0"/>
                    </a:lnTo>
                    <a:lnTo>
                      <a:pt x="0" y="13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319E0895-8DC6-A127-C406-06379945033D}"/>
                </a:ext>
              </a:extLst>
            </p:cNvPr>
            <p:cNvGrpSpPr/>
            <p:nvPr/>
          </p:nvGrpSpPr>
          <p:grpSpPr>
            <a:xfrm>
              <a:off x="5619878" y="5736937"/>
              <a:ext cx="273627" cy="901684"/>
              <a:chOff x="4644518" y="5706457"/>
              <a:chExt cx="273627" cy="901684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C12721B6-B254-C05B-4383-20F8C729F114}"/>
                  </a:ext>
                </a:extLst>
              </p:cNvPr>
              <p:cNvGrpSpPr/>
              <p:nvPr/>
            </p:nvGrpSpPr>
            <p:grpSpPr>
              <a:xfrm>
                <a:off x="4644518" y="6014459"/>
                <a:ext cx="273627" cy="256113"/>
                <a:chOff x="2642998" y="5862059"/>
                <a:chExt cx="273627" cy="256113"/>
              </a:xfrm>
            </p:grpSpPr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62D1BA37-9CCB-7736-3912-9A3DC6A87C8B}"/>
                    </a:ext>
                  </a:extLst>
                </p:cNvPr>
                <p:cNvSpPr/>
                <p:nvPr/>
              </p:nvSpPr>
              <p:spPr>
                <a:xfrm rot="10800000">
                  <a:off x="2642998" y="5862059"/>
                  <a:ext cx="273627" cy="256113"/>
                </a:xfrm>
                <a:prstGeom prst="ellipse">
                  <a:avLst/>
                </a:prstGeom>
                <a:solidFill>
                  <a:schemeClr val="bg1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E" dirty="0"/>
                </a:p>
              </p:txBody>
            </p: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1338F37D-31A0-A118-C21A-E1BC8ED5ED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784311" y="5884610"/>
                  <a:ext cx="0" cy="20143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84A985BA-516C-857A-BA9A-F516474EE6D9}"/>
                  </a:ext>
                </a:extLst>
              </p:cNvPr>
              <p:cNvGrpSpPr/>
              <p:nvPr/>
            </p:nvGrpSpPr>
            <p:grpSpPr>
              <a:xfrm>
                <a:off x="4733416" y="6290245"/>
                <a:ext cx="103584" cy="317896"/>
                <a:chOff x="2474848" y="3824413"/>
                <a:chExt cx="103584" cy="317896"/>
              </a:xfrm>
            </p:grpSpPr>
            <p:sp>
              <p:nvSpPr>
                <p:cNvPr id="81" name="Freeform 88">
                  <a:extLst>
                    <a:ext uri="{FF2B5EF4-FFF2-40B4-BE49-F238E27FC236}">
                      <a16:creationId xmlns:a16="http://schemas.microsoft.com/office/drawing/2014/main" id="{4694BBA7-2334-76FC-BF09-AD3D60D0A0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74848" y="4060156"/>
                  <a:ext cx="103584" cy="0"/>
                </a:xfrm>
                <a:custGeom>
                  <a:avLst/>
                  <a:gdLst>
                    <a:gd name="T0" fmla="*/ 0 w 127"/>
                    <a:gd name="T1" fmla="*/ 0 w 127"/>
                    <a:gd name="T2" fmla="*/ 127 w 12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82" name="Freeform 89">
                  <a:extLst>
                    <a:ext uri="{FF2B5EF4-FFF2-40B4-BE49-F238E27FC236}">
                      <a16:creationId xmlns:a16="http://schemas.microsoft.com/office/drawing/2014/main" id="{3BD675A1-B538-F83C-E048-255DB82650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01041" y="4101828"/>
                  <a:ext cx="51197" cy="0"/>
                </a:xfrm>
                <a:custGeom>
                  <a:avLst/>
                  <a:gdLst>
                    <a:gd name="T0" fmla="*/ 0 w 63"/>
                    <a:gd name="T1" fmla="*/ 0 w 63"/>
                    <a:gd name="T2" fmla="*/ 63 w 6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83" name="Freeform 90">
                  <a:extLst>
                    <a:ext uri="{FF2B5EF4-FFF2-40B4-BE49-F238E27FC236}">
                      <a16:creationId xmlns:a16="http://schemas.microsoft.com/office/drawing/2014/main" id="{D5693267-3EA9-9430-33D2-0D2D1DFF2B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21282" y="4142309"/>
                  <a:ext cx="11906" cy="0"/>
                </a:xfrm>
                <a:custGeom>
                  <a:avLst/>
                  <a:gdLst>
                    <a:gd name="T0" fmla="*/ 0 w 15"/>
                    <a:gd name="T1" fmla="*/ 0 w 15"/>
                    <a:gd name="T2" fmla="*/ 15 w 1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5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84" name="Freeform 15">
                  <a:extLst>
                    <a:ext uri="{FF2B5EF4-FFF2-40B4-BE49-F238E27FC236}">
                      <a16:creationId xmlns:a16="http://schemas.microsoft.com/office/drawing/2014/main" id="{77E2A99F-2DB0-7431-E0AD-F960080E5D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494145" y="3824413"/>
                  <a:ext cx="34290" cy="235743"/>
                </a:xfrm>
                <a:custGeom>
                  <a:avLst/>
                  <a:gdLst>
                    <a:gd name="T0" fmla="*/ 0 h 130"/>
                    <a:gd name="T1" fmla="*/ 0 h 130"/>
                    <a:gd name="T2" fmla="*/ 130 h 130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3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 dirty="0"/>
                </a:p>
              </p:txBody>
            </p:sp>
          </p:grpSp>
          <p:sp>
            <p:nvSpPr>
              <p:cNvPr id="87" name="Freeform 15">
                <a:extLst>
                  <a:ext uri="{FF2B5EF4-FFF2-40B4-BE49-F238E27FC236}">
                    <a16:creationId xmlns:a16="http://schemas.microsoft.com/office/drawing/2014/main" id="{812DD229-260A-FD58-F7AB-9A4FBE0AD4A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752822" y="5706457"/>
                <a:ext cx="34290" cy="304325"/>
              </a:xfrm>
              <a:custGeom>
                <a:avLst/>
                <a:gdLst>
                  <a:gd name="T0" fmla="*/ 0 h 130"/>
                  <a:gd name="T1" fmla="*/ 0 h 130"/>
                  <a:gd name="T2" fmla="*/ 130 h 13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30">
                    <a:moveTo>
                      <a:pt x="0" y="0"/>
                    </a:moveTo>
                    <a:lnTo>
                      <a:pt x="0" y="0"/>
                    </a:lnTo>
                    <a:lnTo>
                      <a:pt x="0" y="13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</p:grp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DE85B65-5C9B-1EFE-B1DD-79715EB0D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4505" y="4800820"/>
              <a:ext cx="929376" cy="32316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685800"/>
              <a:r>
                <a:rPr lang="en-US" altLang="en-BE" sz="1050" b="1" dirty="0">
                  <a:solidFill>
                    <a:srgbClr val="000000"/>
                  </a:solidFill>
                </a:rPr>
                <a:t>Current </a:t>
              </a:r>
            </a:p>
            <a:p>
              <a:pPr algn="ctr" defTabSz="685800"/>
              <a:r>
                <a:rPr lang="en-US" altLang="en-BE" sz="1050" b="1" dirty="0">
                  <a:solidFill>
                    <a:srgbClr val="000000"/>
                  </a:solidFill>
                </a:rPr>
                <a:t>Source</a:t>
              </a:r>
              <a:endParaRPr lang="en-BE" altLang="en-BE" sz="1350" b="1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D54A6980-8C70-7563-688C-915A4D309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5145" y="6020020"/>
              <a:ext cx="929376" cy="32316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685800"/>
              <a:r>
                <a:rPr lang="en-US" altLang="en-BE" sz="1050" b="1" dirty="0">
                  <a:solidFill>
                    <a:srgbClr val="000000"/>
                  </a:solidFill>
                </a:rPr>
                <a:t>Current </a:t>
              </a:r>
            </a:p>
            <a:p>
              <a:pPr algn="ctr" defTabSz="685800"/>
              <a:r>
                <a:rPr lang="en-US" altLang="en-BE" sz="1050" b="1" dirty="0">
                  <a:solidFill>
                    <a:srgbClr val="000000"/>
                  </a:solidFill>
                </a:rPr>
                <a:t>Sink</a:t>
              </a:r>
              <a:endParaRPr lang="en-BE" altLang="en-BE" sz="1350" b="1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43491D6-1164-C7DB-0E69-A9E31E084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0725" y="4048150"/>
              <a:ext cx="929376" cy="32316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685800"/>
              <a:r>
                <a:rPr lang="en-US" altLang="en-BE" sz="1050" b="1" dirty="0">
                  <a:solidFill>
                    <a:srgbClr val="000000"/>
                  </a:solidFill>
                </a:rPr>
                <a:t>Golden Reference</a:t>
              </a:r>
              <a:endParaRPr lang="en-BE" altLang="en-BE" sz="1350" b="1" dirty="0"/>
            </a:p>
          </p:txBody>
        </p:sp>
        <p:sp>
          <p:nvSpPr>
            <p:cNvPr id="97" name="Freeform 88">
              <a:extLst>
                <a:ext uri="{FF2B5EF4-FFF2-40B4-BE49-F238E27FC236}">
                  <a16:creationId xmlns:a16="http://schemas.microsoft.com/office/drawing/2014/main" id="{5B3E92C5-E768-AFF9-B4D0-2C877B74D14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525012" y="5592257"/>
              <a:ext cx="1043178" cy="77023"/>
            </a:xfrm>
            <a:custGeom>
              <a:avLst/>
              <a:gdLst>
                <a:gd name="T0" fmla="*/ 0 w 127"/>
                <a:gd name="T1" fmla="*/ 0 w 127"/>
                <a:gd name="T2" fmla="*/ 127 w 12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7">
                  <a:moveTo>
                    <a:pt x="0" y="0"/>
                  </a:moveTo>
                  <a:lnTo>
                    <a:pt x="0" y="0"/>
                  </a:lnTo>
                  <a:lnTo>
                    <a:pt x="127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 dirty="0"/>
            </a:p>
          </p:txBody>
        </p:sp>
        <p:sp>
          <p:nvSpPr>
            <p:cNvPr id="124" name="Freeform 88">
              <a:extLst>
                <a:ext uri="{FF2B5EF4-FFF2-40B4-BE49-F238E27FC236}">
                  <a16:creationId xmlns:a16="http://schemas.microsoft.com/office/drawing/2014/main" id="{436F8E82-F378-7C92-DB25-B9572D8BE2C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10862" y="4921697"/>
              <a:ext cx="579322" cy="45719"/>
            </a:xfrm>
            <a:custGeom>
              <a:avLst/>
              <a:gdLst>
                <a:gd name="T0" fmla="*/ 0 w 127"/>
                <a:gd name="T1" fmla="*/ 0 w 127"/>
                <a:gd name="T2" fmla="*/ 127 w 12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7">
                  <a:moveTo>
                    <a:pt x="0" y="0"/>
                  </a:moveTo>
                  <a:lnTo>
                    <a:pt x="0" y="0"/>
                  </a:lnTo>
                  <a:lnTo>
                    <a:pt x="127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 type="triangle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 dirty="0"/>
            </a:p>
          </p:txBody>
        </p:sp>
        <p:sp>
          <p:nvSpPr>
            <p:cNvPr id="126" name="Freeform 88">
              <a:extLst>
                <a:ext uri="{FF2B5EF4-FFF2-40B4-BE49-F238E27FC236}">
                  <a16:creationId xmlns:a16="http://schemas.microsoft.com/office/drawing/2014/main" id="{C613719C-F892-4A77-8A52-FE17AAE7399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91812" y="6198047"/>
              <a:ext cx="579322" cy="45719"/>
            </a:xfrm>
            <a:custGeom>
              <a:avLst/>
              <a:gdLst>
                <a:gd name="T0" fmla="*/ 0 w 127"/>
                <a:gd name="T1" fmla="*/ 0 w 127"/>
                <a:gd name="T2" fmla="*/ 127 w 12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7">
                  <a:moveTo>
                    <a:pt x="0" y="0"/>
                  </a:moveTo>
                  <a:lnTo>
                    <a:pt x="0" y="0"/>
                  </a:lnTo>
                  <a:lnTo>
                    <a:pt x="127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 type="triangl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 dirty="0"/>
            </a:p>
          </p:txBody>
        </p:sp>
        <p:sp>
          <p:nvSpPr>
            <p:cNvPr id="134" name="Freeform 88">
              <a:extLst>
                <a:ext uri="{FF2B5EF4-FFF2-40B4-BE49-F238E27FC236}">
                  <a16:creationId xmlns:a16="http://schemas.microsoft.com/office/drawing/2014/main" id="{8F0F0A17-27DB-09C6-C832-8C49C5E2F91B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3991771" y="5522667"/>
              <a:ext cx="1264196" cy="63908"/>
            </a:xfrm>
            <a:custGeom>
              <a:avLst/>
              <a:gdLst>
                <a:gd name="T0" fmla="*/ 0 w 127"/>
                <a:gd name="T1" fmla="*/ 0 w 127"/>
                <a:gd name="T2" fmla="*/ 127 w 12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7">
                  <a:moveTo>
                    <a:pt x="0" y="0"/>
                  </a:moveTo>
                  <a:lnTo>
                    <a:pt x="0" y="0"/>
                  </a:lnTo>
                  <a:lnTo>
                    <a:pt x="127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 dirty="0"/>
            </a:p>
          </p:txBody>
        </p:sp>
      </p:grpSp>
    </p:spTree>
    <p:extLst>
      <p:ext uri="{BB962C8B-B14F-4D97-AF65-F5344CB8AC3E}">
        <p14:creationId xmlns:p14="http://schemas.microsoft.com/office/powerpoint/2010/main" val="5507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21A2D8-2301-C0D0-C0D1-0C3391EA9711}"/>
              </a:ext>
            </a:extLst>
          </p:cNvPr>
          <p:cNvSpPr/>
          <p:nvPr/>
        </p:nvSpPr>
        <p:spPr>
          <a:xfrm>
            <a:off x="0" y="-45396"/>
            <a:ext cx="12192000" cy="6903396"/>
          </a:xfrm>
          <a:prstGeom prst="rect">
            <a:avLst/>
          </a:prstGeom>
          <a:solidFill>
            <a:srgbClr val="D9D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400" dirty="0"/>
          </a:p>
        </p:txBody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47EC511-6D7C-98BD-BB63-29C965099152}"/>
              </a:ext>
            </a:extLst>
          </p:cNvPr>
          <p:cNvGrpSpPr/>
          <p:nvPr/>
        </p:nvGrpSpPr>
        <p:grpSpPr>
          <a:xfrm>
            <a:off x="137072" y="3331227"/>
            <a:ext cx="11681135" cy="3526772"/>
            <a:chOff x="137072" y="3331227"/>
            <a:chExt cx="11681135" cy="3526772"/>
          </a:xfrm>
        </p:grpSpPr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2128A1EF-764E-68B5-C233-89CCC8AD97F4}"/>
                </a:ext>
              </a:extLst>
            </p:cNvPr>
            <p:cNvGrpSpPr/>
            <p:nvPr/>
          </p:nvGrpSpPr>
          <p:grpSpPr>
            <a:xfrm>
              <a:off x="952790" y="4030573"/>
              <a:ext cx="5084571" cy="2827426"/>
              <a:chOff x="1145540" y="1122781"/>
              <a:chExt cx="5084571" cy="2827426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F299FCD-9D72-7F66-DC1C-322D2FBA442C}"/>
                  </a:ext>
                </a:extLst>
              </p:cNvPr>
              <p:cNvSpPr/>
              <p:nvPr/>
            </p:nvSpPr>
            <p:spPr>
              <a:xfrm>
                <a:off x="1145540" y="1178070"/>
                <a:ext cx="5084571" cy="277213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20" dirty="0"/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C1B8DF3B-8AEF-21E3-21B3-B1F5A0D30E62}"/>
                  </a:ext>
                </a:extLst>
              </p:cNvPr>
              <p:cNvCxnSpPr>
                <a:cxnSpLocks/>
                <a:endCxn id="12" idx="0"/>
              </p:cNvCxnSpPr>
              <p:nvPr/>
            </p:nvCxnSpPr>
            <p:spPr>
              <a:xfrm>
                <a:off x="2432840" y="1647685"/>
                <a:ext cx="0" cy="4714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Freeform 14">
                <a:extLst>
                  <a:ext uri="{FF2B5EF4-FFF2-40B4-BE49-F238E27FC236}">
                    <a16:creationId xmlns:a16="http://schemas.microsoft.com/office/drawing/2014/main" id="{92E7E48B-44BC-E855-3101-45F8651427F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90622" y="2108157"/>
                <a:ext cx="0" cy="188119"/>
              </a:xfrm>
              <a:custGeom>
                <a:avLst/>
                <a:gdLst>
                  <a:gd name="T0" fmla="*/ 2 w 2"/>
                  <a:gd name="T1" fmla="*/ 0 h 232"/>
                  <a:gd name="T2" fmla="*/ 2 w 2"/>
                  <a:gd name="T3" fmla="*/ 0 h 232"/>
                  <a:gd name="T4" fmla="*/ 0 w 2"/>
                  <a:gd name="T5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32">
                    <a:moveTo>
                      <a:pt x="2" y="0"/>
                    </a:moveTo>
                    <a:lnTo>
                      <a:pt x="2" y="0"/>
                    </a:lnTo>
                    <a:lnTo>
                      <a:pt x="0" y="232"/>
                    </a:lnTo>
                  </a:path>
                </a:pathLst>
              </a:custGeom>
              <a:noFill/>
              <a:ln w="38100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0" name="Freeform 15">
                <a:extLst>
                  <a:ext uri="{FF2B5EF4-FFF2-40B4-BE49-F238E27FC236}">
                    <a16:creationId xmlns:a16="http://schemas.microsoft.com/office/drawing/2014/main" id="{8FE84DB1-70EB-910B-9739-64BBF1D0306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417798" y="2300086"/>
                <a:ext cx="0" cy="377074"/>
              </a:xfrm>
              <a:custGeom>
                <a:avLst/>
                <a:gdLst>
                  <a:gd name="T0" fmla="*/ 0 h 130"/>
                  <a:gd name="T1" fmla="*/ 0 h 130"/>
                  <a:gd name="T2" fmla="*/ 130 h 13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30">
                    <a:moveTo>
                      <a:pt x="0" y="0"/>
                    </a:moveTo>
                    <a:lnTo>
                      <a:pt x="0" y="0"/>
                    </a:lnTo>
                    <a:lnTo>
                      <a:pt x="0" y="13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1" name="Freeform 17">
                <a:extLst>
                  <a:ext uri="{FF2B5EF4-FFF2-40B4-BE49-F238E27FC236}">
                    <a16:creationId xmlns:a16="http://schemas.microsoft.com/office/drawing/2014/main" id="{D6D7BF33-7044-8546-AD75-5F72175AE93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61113" y="2290561"/>
                <a:ext cx="171729" cy="0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2" name="Freeform 18">
                <a:extLst>
                  <a:ext uri="{FF2B5EF4-FFF2-40B4-BE49-F238E27FC236}">
                    <a16:creationId xmlns:a16="http://schemas.microsoft.com/office/drawing/2014/main" id="{2B4FF0DC-198C-2393-BCC8-CC2843260E9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61113" y="2119111"/>
                <a:ext cx="171729" cy="0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3" name="Freeform 19">
                <a:extLst>
                  <a:ext uri="{FF2B5EF4-FFF2-40B4-BE49-F238E27FC236}">
                    <a16:creationId xmlns:a16="http://schemas.microsoft.com/office/drawing/2014/main" id="{5DD3C90F-D918-B5B0-3E83-23E0B875CF8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61112" y="2067914"/>
                <a:ext cx="0" cy="273844"/>
              </a:xfrm>
              <a:custGeom>
                <a:avLst/>
                <a:gdLst>
                  <a:gd name="T0" fmla="*/ 337 h 337"/>
                  <a:gd name="T1" fmla="*/ 337 h 337"/>
                  <a:gd name="T2" fmla="*/ 0 h 33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37">
                    <a:moveTo>
                      <a:pt x="0" y="337"/>
                    </a:moveTo>
                    <a:lnTo>
                      <a:pt x="0" y="337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0933C97-0168-E166-FD1C-20043EA18D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9629" y="2115752"/>
                <a:ext cx="276820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M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1</a:t>
                </a:r>
                <a:endParaRPr lang="en-BE" altLang="en-BE" sz="1350" b="1" i="1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89DC5865-5ACB-A68F-8779-6E0603EAA126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2442079" y="1808263"/>
                <a:ext cx="317067" cy="45719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66FEC31-169D-A65C-6000-6951D8447F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85" y="1675643"/>
                <a:ext cx="276820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en-BE" sz="1050" b="1" i="1" baseline="-25000" dirty="0" err="1">
                    <a:solidFill>
                      <a:srgbClr val="000000"/>
                    </a:solidFill>
                  </a:rPr>
                  <a:t>out</a:t>
                </a:r>
                <a:endParaRPr lang="en-BE" altLang="en-BE" sz="1350" b="1" i="1" dirty="0"/>
              </a:p>
            </p:txBody>
          </p:sp>
          <p:sp>
            <p:nvSpPr>
              <p:cNvPr id="29" name="Freeform 35">
                <a:extLst>
                  <a:ext uri="{FF2B5EF4-FFF2-40B4-BE49-F238E27FC236}">
                    <a16:creationId xmlns:a16="http://schemas.microsoft.com/office/drawing/2014/main" id="{5C3206F1-B39D-6F3B-7630-422D68BD6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7540" y="2213648"/>
                <a:ext cx="284831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42" name="Freeform 35">
                <a:extLst>
                  <a:ext uri="{FF2B5EF4-FFF2-40B4-BE49-F238E27FC236}">
                    <a16:creationId xmlns:a16="http://schemas.microsoft.com/office/drawing/2014/main" id="{E4099A34-C308-B5C8-EDAD-CC8D6BA60F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5000" y="1817408"/>
                <a:ext cx="526131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95A0A140-5ECC-D1AA-866E-D7C40642BC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02460" y="1817408"/>
                <a:ext cx="0" cy="40076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Freeform 35">
                <a:extLst>
                  <a:ext uri="{FF2B5EF4-FFF2-40B4-BE49-F238E27FC236}">
                    <a16:creationId xmlns:a16="http://schemas.microsoft.com/office/drawing/2014/main" id="{D93A9372-FC99-663D-C405-07003BE33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4000" y="1652308"/>
                <a:ext cx="907131" cy="77432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46" name="Freeform 35">
                <a:extLst>
                  <a:ext uri="{FF2B5EF4-FFF2-40B4-BE49-F238E27FC236}">
                    <a16:creationId xmlns:a16="http://schemas.microsoft.com/office/drawing/2014/main" id="{6B0EB1F4-B91D-F2DD-26A0-F9900D144B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4000" y="2683548"/>
                <a:ext cx="891891" cy="69812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5CBFB3F-AE21-210A-7E2E-49CF3748BC36}"/>
                  </a:ext>
                </a:extLst>
              </p:cNvPr>
              <p:cNvSpPr/>
              <p:nvPr/>
            </p:nvSpPr>
            <p:spPr>
              <a:xfrm>
                <a:off x="1406652" y="2036064"/>
                <a:ext cx="251460" cy="2478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dirty="0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55D812DF-C703-D63B-A230-05B9A273C3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000" y="1647228"/>
                <a:ext cx="0" cy="39314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EC1D11F-92C0-32BD-C1A7-E054A098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9080" y="2279688"/>
                <a:ext cx="0" cy="39314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1FD2BF6-3733-EF69-A2D4-A88E96CD7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000" y="2089556"/>
                <a:ext cx="139462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BE" altLang="en-BE" sz="1050" b="1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1</a:t>
                </a:r>
                <a:endParaRPr lang="en-BE" altLang="en-BE" sz="1350" b="1" i="1" dirty="0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98BD847-B758-870F-22CB-FA167C8A2AF1}"/>
                  </a:ext>
                </a:extLst>
              </p:cNvPr>
              <p:cNvGrpSpPr/>
              <p:nvPr/>
            </p:nvGrpSpPr>
            <p:grpSpPr>
              <a:xfrm>
                <a:off x="1307211" y="1994836"/>
                <a:ext cx="84772" cy="88582"/>
                <a:chOff x="1708785" y="6222666"/>
                <a:chExt cx="84772" cy="88582"/>
              </a:xfrm>
            </p:grpSpPr>
            <p:sp>
              <p:nvSpPr>
                <p:cNvPr id="53" name="Freeform 35">
                  <a:extLst>
                    <a:ext uri="{FF2B5EF4-FFF2-40B4-BE49-F238E27FC236}">
                      <a16:creationId xmlns:a16="http://schemas.microsoft.com/office/drawing/2014/main" id="{C9D31F32-0AAE-CEC5-48B5-5FBA6DE5B1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08785" y="626552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54" name="Freeform 35">
                  <a:extLst>
                    <a:ext uri="{FF2B5EF4-FFF2-40B4-BE49-F238E27FC236}">
                      <a16:creationId xmlns:a16="http://schemas.microsoft.com/office/drawing/2014/main" id="{C77C30A5-6EB5-F6B4-BADC-CB105A63F1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200000">
                  <a:off x="1731645" y="623885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sp>
            <p:nvSpPr>
              <p:cNvPr id="55" name="Freeform 35">
                <a:extLst>
                  <a:ext uri="{FF2B5EF4-FFF2-40B4-BE49-F238E27FC236}">
                    <a16:creationId xmlns:a16="http://schemas.microsoft.com/office/drawing/2014/main" id="{8A949BFE-7E54-4A44-63E6-A8725067C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1021" y="2332974"/>
                <a:ext cx="78105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3492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56" name="Freeform 17">
                <a:extLst>
                  <a:ext uri="{FF2B5EF4-FFF2-40B4-BE49-F238E27FC236}">
                    <a16:creationId xmlns:a16="http://schemas.microsoft.com/office/drawing/2014/main" id="{7D897C1E-6ED6-E3F0-242E-C41C67C4B9A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64873" y="1653021"/>
                <a:ext cx="171729" cy="0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34D2C4F8-5C80-0DF6-B662-2A501D619361}"/>
                  </a:ext>
                </a:extLst>
              </p:cNvPr>
              <p:cNvGrpSpPr/>
              <p:nvPr/>
            </p:nvGrpSpPr>
            <p:grpSpPr>
              <a:xfrm>
                <a:off x="3814325" y="1122781"/>
                <a:ext cx="2107528" cy="2035330"/>
                <a:chOff x="3814325" y="1122781"/>
                <a:chExt cx="2107528" cy="2035330"/>
              </a:xfrm>
            </p:grpSpPr>
            <p:sp>
              <p:nvSpPr>
                <p:cNvPr id="57" name="Line 147">
                  <a:extLst>
                    <a:ext uri="{FF2B5EF4-FFF2-40B4-BE49-F238E27FC236}">
                      <a16:creationId xmlns:a16="http://schemas.microsoft.com/office/drawing/2014/main" id="{C2D375FA-0A0E-9CE7-3435-DC845EF98CB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923910" y="2875905"/>
                  <a:ext cx="1747575" cy="0"/>
                </a:xfrm>
                <a:prstGeom prst="line">
                  <a:avLst/>
                </a:prstGeom>
                <a:noFill/>
                <a:ln w="25400" cap="sq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BE"/>
                </a:p>
              </p:txBody>
            </p:sp>
            <p:sp>
              <p:nvSpPr>
                <p:cNvPr id="58" name="Line 148">
                  <a:extLst>
                    <a:ext uri="{FF2B5EF4-FFF2-40B4-BE49-F238E27FC236}">
                      <a16:creationId xmlns:a16="http://schemas.microsoft.com/office/drawing/2014/main" id="{23096312-160A-D5C1-4932-7B52E76D7D3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3927824" y="1367036"/>
                  <a:ext cx="0" cy="1499478"/>
                </a:xfrm>
                <a:prstGeom prst="line">
                  <a:avLst/>
                </a:prstGeom>
                <a:noFill/>
                <a:ln w="25400" cap="sq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BE"/>
                </a:p>
              </p:txBody>
            </p:sp>
            <p:sp>
              <p:nvSpPr>
                <p:cNvPr id="59" name="Freeform 149">
                  <a:extLst>
                    <a:ext uri="{FF2B5EF4-FFF2-40B4-BE49-F238E27FC236}">
                      <a16:creationId xmlns:a16="http://schemas.microsoft.com/office/drawing/2014/main" id="{43293CC1-12AF-A355-BB37-62670140D33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45822" y="1538988"/>
                  <a:ext cx="843398" cy="1329474"/>
                </a:xfrm>
                <a:custGeom>
                  <a:avLst/>
                  <a:gdLst>
                    <a:gd name="G0" fmla="+- 24 0 0"/>
                    <a:gd name="G1" fmla="+- 1 0 0"/>
                    <a:gd name="G2" fmla="+- 1 0 0"/>
                    <a:gd name="G3" fmla="+- 1 0 0"/>
                    <a:gd name="G4" fmla="+- 1 0 0"/>
                    <a:gd name="G5" fmla="+- 1 0 0"/>
                    <a:gd name="G6" fmla="+- 1 0 0"/>
                    <a:gd name="G7" fmla="+- 1 0 0"/>
                    <a:gd name="G8" fmla="+- 1 0 0"/>
                    <a:gd name="G9" fmla="+- 1 0 0"/>
                    <a:gd name="G10" fmla="+- 1 0 0"/>
                    <a:gd name="G11" fmla="+- 1 0 0"/>
                    <a:gd name="G12" fmla="+- 1 0 0"/>
                    <a:gd name="G13" fmla="*/ 1 24577 2"/>
                    <a:gd name="G14" fmla="+- 1 0 0"/>
                    <a:gd name="G15" fmla="+- 1 0 0"/>
                    <a:gd name="G16" fmla="*/ 1 0 0"/>
                    <a:gd name="G17" fmla="+- 1 0 0"/>
                    <a:gd name="G18" fmla="+- 1 0 0"/>
                    <a:gd name="G19" fmla="+- 1 0 0"/>
                    <a:gd name="G20" fmla="+- 1 0 0"/>
                    <a:gd name="G21" fmla="+- 1 0 0"/>
                    <a:gd name="G22" fmla="+- 1 0 0"/>
                    <a:gd name="G23" fmla="+- 1 0 0"/>
                    <a:gd name="G24" fmla="+- 1 0 0"/>
                    <a:gd name="T0" fmla="*/ 0 w 362"/>
                    <a:gd name="T1" fmla="*/ 7079 h 650"/>
                    <a:gd name="T2" fmla="*/ 1102 w 362"/>
                    <a:gd name="T3" fmla="*/ 6820 h 650"/>
                    <a:gd name="T4" fmla="*/ 2177 w 362"/>
                    <a:gd name="T5" fmla="*/ 6509 h 650"/>
                    <a:gd name="T6" fmla="*/ 3462 w 362"/>
                    <a:gd name="T7" fmla="*/ 5991 h 650"/>
                    <a:gd name="T8" fmla="*/ 4769 w 362"/>
                    <a:gd name="T9" fmla="*/ 5225 h 650"/>
                    <a:gd name="T10" fmla="*/ 5543 w 362"/>
                    <a:gd name="T11" fmla="*/ 4510 h 650"/>
                    <a:gd name="T12" fmla="*/ 6379 w 362"/>
                    <a:gd name="T13" fmla="*/ 3351 h 650"/>
                    <a:gd name="T14" fmla="*/ 7213 w 362"/>
                    <a:gd name="T15" fmla="*/ 1481 h 650"/>
                    <a:gd name="T16" fmla="*/ 7641 w 362"/>
                    <a:gd name="T17" fmla="*/ 0 h 6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62" h="650">
                      <a:moveTo>
                        <a:pt x="0" y="650"/>
                      </a:moveTo>
                      <a:cubicBezTo>
                        <a:pt x="17" y="643"/>
                        <a:pt x="35" y="637"/>
                        <a:pt x="52" y="628"/>
                      </a:cubicBezTo>
                      <a:cubicBezTo>
                        <a:pt x="69" y="619"/>
                        <a:pt x="85" y="611"/>
                        <a:pt x="104" y="598"/>
                      </a:cubicBezTo>
                      <a:cubicBezTo>
                        <a:pt x="123" y="585"/>
                        <a:pt x="144" y="570"/>
                        <a:pt x="164" y="550"/>
                      </a:cubicBezTo>
                      <a:cubicBezTo>
                        <a:pt x="184" y="530"/>
                        <a:pt x="210" y="503"/>
                        <a:pt x="226" y="480"/>
                      </a:cubicBezTo>
                      <a:cubicBezTo>
                        <a:pt x="242" y="457"/>
                        <a:pt x="249" y="443"/>
                        <a:pt x="262" y="414"/>
                      </a:cubicBezTo>
                      <a:cubicBezTo>
                        <a:pt x="275" y="385"/>
                        <a:pt x="289" y="354"/>
                        <a:pt x="302" y="308"/>
                      </a:cubicBezTo>
                      <a:cubicBezTo>
                        <a:pt x="315" y="262"/>
                        <a:pt x="332" y="187"/>
                        <a:pt x="342" y="136"/>
                      </a:cubicBezTo>
                      <a:cubicBezTo>
                        <a:pt x="352" y="85"/>
                        <a:pt x="357" y="42"/>
                        <a:pt x="362" y="0"/>
                      </a:cubicBezTo>
                    </a:path>
                  </a:pathLst>
                </a:custGeom>
                <a:noFill/>
                <a:ln w="34925" cap="flat">
                  <a:solidFill>
                    <a:srgbClr val="000000"/>
                  </a:solidFill>
                  <a:prstDash val="solid"/>
                  <a:round/>
                  <a:headEnd/>
                  <a:tailEnd/>
                  <a:extLst>
                    <a:ext uri="{C807C97D-BFC1-408E-A445-0C87EB9F89A2}">
                      <ask:lineSketchStyleProps xmlns:ask="http://schemas.microsoft.com/office/drawing/2018/sketchyshapes" xmlns="">
                        <ask:type>
                          <ask:lineSketchNone/>
                        </ask:type>
                      </ask:lineSketchStyleProps>
                    </a:ext>
                  </a:extLst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BE"/>
                </a:p>
              </p:txBody>
            </p:sp>
            <p:sp>
              <p:nvSpPr>
                <p:cNvPr id="60" name="Text Box 154">
                  <a:extLst>
                    <a:ext uri="{FF2B5EF4-FFF2-40B4-BE49-F238E27FC236}">
                      <a16:creationId xmlns:a16="http://schemas.microsoft.com/office/drawing/2014/main" id="{C89CF388-61A2-4CF5-AEB4-01AAAA20F8F2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814325" y="1122781"/>
                  <a:ext cx="274732" cy="2791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3465A4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1pPr>
                  <a:lvl2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2pPr>
                  <a:lvl3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3pPr>
                  <a:lvl4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4pPr>
                  <a:lvl5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9pPr>
                </a:lstStyle>
                <a:p>
                  <a:pPr eaLnBrk="1" hangingPunct="1">
                    <a:buClrTx/>
                    <a:buSzPct val="70000"/>
                    <a:buFontTx/>
                    <a:buNone/>
                  </a:pPr>
                  <a:r>
                    <a:rPr lang="en-US" altLang="en-BE" sz="12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en-BE" sz="1200" i="1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61" name="Text Box 155">
                  <a:extLst>
                    <a:ext uri="{FF2B5EF4-FFF2-40B4-BE49-F238E27FC236}">
                      <a16:creationId xmlns:a16="http://schemas.microsoft.com/office/drawing/2014/main" id="{69FDD0D7-A17D-DE5D-CDF4-0DB2B4EC2647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5597427" y="2757773"/>
                  <a:ext cx="324426" cy="2791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3465A4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1pPr>
                  <a:lvl2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2pPr>
                  <a:lvl3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3pPr>
                  <a:lvl4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4pPr>
                  <a:lvl5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9pPr>
                </a:lstStyle>
                <a:p>
                  <a:pPr eaLnBrk="1" hangingPunct="1">
                    <a:buClrTx/>
                    <a:buSzPct val="70000"/>
                    <a:buFontTx/>
                    <a:buNone/>
                  </a:pPr>
                  <a:r>
                    <a:rPr lang="en-US" altLang="en-BE" sz="12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BE" sz="1200" i="1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63" name="Freeform 149">
                  <a:extLst>
                    <a:ext uri="{FF2B5EF4-FFF2-40B4-BE49-F238E27FC236}">
                      <a16:creationId xmlns:a16="http://schemas.microsoft.com/office/drawing/2014/main" id="{1379203E-7A9C-1444-8A53-3C6C286C3FE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4549526">
                  <a:off x="4087689" y="2655636"/>
                  <a:ext cx="99790" cy="427166"/>
                </a:xfrm>
                <a:custGeom>
                  <a:avLst/>
                  <a:gdLst>
                    <a:gd name="G0" fmla="+- 24 0 0"/>
                    <a:gd name="G1" fmla="+- 1 0 0"/>
                    <a:gd name="G2" fmla="+- 1 0 0"/>
                    <a:gd name="G3" fmla="+- 1 0 0"/>
                    <a:gd name="G4" fmla="+- 1 0 0"/>
                    <a:gd name="G5" fmla="+- 1 0 0"/>
                    <a:gd name="G6" fmla="+- 1 0 0"/>
                    <a:gd name="G7" fmla="+- 1 0 0"/>
                    <a:gd name="G8" fmla="+- 1 0 0"/>
                    <a:gd name="G9" fmla="+- 1 0 0"/>
                    <a:gd name="G10" fmla="+- 1 0 0"/>
                    <a:gd name="G11" fmla="+- 1 0 0"/>
                    <a:gd name="G12" fmla="+- 1 0 0"/>
                    <a:gd name="G13" fmla="*/ 1 24577 2"/>
                    <a:gd name="G14" fmla="+- 1 0 0"/>
                    <a:gd name="G15" fmla="+- 1 0 0"/>
                    <a:gd name="G16" fmla="*/ 1 0 0"/>
                    <a:gd name="G17" fmla="+- 1 0 0"/>
                    <a:gd name="G18" fmla="+- 1 0 0"/>
                    <a:gd name="G19" fmla="+- 1 0 0"/>
                    <a:gd name="G20" fmla="+- 1 0 0"/>
                    <a:gd name="G21" fmla="+- 1 0 0"/>
                    <a:gd name="G22" fmla="+- 1 0 0"/>
                    <a:gd name="G23" fmla="+- 1 0 0"/>
                    <a:gd name="G24" fmla="+- 1 0 0"/>
                    <a:gd name="T0" fmla="*/ 0 w 362"/>
                    <a:gd name="T1" fmla="*/ 7079 h 650"/>
                    <a:gd name="T2" fmla="*/ 1102 w 362"/>
                    <a:gd name="T3" fmla="*/ 6820 h 650"/>
                    <a:gd name="T4" fmla="*/ 2177 w 362"/>
                    <a:gd name="T5" fmla="*/ 6509 h 650"/>
                    <a:gd name="T6" fmla="*/ 3462 w 362"/>
                    <a:gd name="T7" fmla="*/ 5991 h 650"/>
                    <a:gd name="T8" fmla="*/ 4769 w 362"/>
                    <a:gd name="T9" fmla="*/ 5225 h 650"/>
                    <a:gd name="T10" fmla="*/ 5543 w 362"/>
                    <a:gd name="T11" fmla="*/ 4510 h 650"/>
                    <a:gd name="T12" fmla="*/ 6379 w 362"/>
                    <a:gd name="T13" fmla="*/ 3351 h 650"/>
                    <a:gd name="T14" fmla="*/ 7213 w 362"/>
                    <a:gd name="T15" fmla="*/ 1481 h 650"/>
                    <a:gd name="T16" fmla="*/ 7641 w 362"/>
                    <a:gd name="T17" fmla="*/ 0 h 650"/>
                    <a:gd name="connsiteX0" fmla="*/ 3212 w 8609"/>
                    <a:gd name="connsiteY0" fmla="*/ 14066 h 14066"/>
                    <a:gd name="connsiteX1" fmla="*/ 45 w 8609"/>
                    <a:gd name="connsiteY1" fmla="*/ 9662 h 14066"/>
                    <a:gd name="connsiteX2" fmla="*/ 1482 w 8609"/>
                    <a:gd name="connsiteY2" fmla="*/ 9200 h 14066"/>
                    <a:gd name="connsiteX3" fmla="*/ 3139 w 8609"/>
                    <a:gd name="connsiteY3" fmla="*/ 8462 h 14066"/>
                    <a:gd name="connsiteX4" fmla="*/ 4852 w 8609"/>
                    <a:gd name="connsiteY4" fmla="*/ 7385 h 14066"/>
                    <a:gd name="connsiteX5" fmla="*/ 5847 w 8609"/>
                    <a:gd name="connsiteY5" fmla="*/ 6369 h 14066"/>
                    <a:gd name="connsiteX6" fmla="*/ 6952 w 8609"/>
                    <a:gd name="connsiteY6" fmla="*/ 4738 h 14066"/>
                    <a:gd name="connsiteX7" fmla="*/ 8057 w 8609"/>
                    <a:gd name="connsiteY7" fmla="*/ 2092 h 14066"/>
                    <a:gd name="connsiteX8" fmla="*/ 8609 w 8609"/>
                    <a:gd name="connsiteY8" fmla="*/ 0 h 14066"/>
                    <a:gd name="connsiteX0" fmla="*/ 2048 w 8317"/>
                    <a:gd name="connsiteY0" fmla="*/ 10000 h 10000"/>
                    <a:gd name="connsiteX1" fmla="*/ 3755 w 8317"/>
                    <a:gd name="connsiteY1" fmla="*/ 7544 h 10000"/>
                    <a:gd name="connsiteX2" fmla="*/ 38 w 8317"/>
                    <a:gd name="connsiteY2" fmla="*/ 6541 h 10000"/>
                    <a:gd name="connsiteX3" fmla="*/ 1963 w 8317"/>
                    <a:gd name="connsiteY3" fmla="*/ 6016 h 10000"/>
                    <a:gd name="connsiteX4" fmla="*/ 3953 w 8317"/>
                    <a:gd name="connsiteY4" fmla="*/ 5250 h 10000"/>
                    <a:gd name="connsiteX5" fmla="*/ 5109 w 8317"/>
                    <a:gd name="connsiteY5" fmla="*/ 4528 h 10000"/>
                    <a:gd name="connsiteX6" fmla="*/ 6392 w 8317"/>
                    <a:gd name="connsiteY6" fmla="*/ 3368 h 10000"/>
                    <a:gd name="connsiteX7" fmla="*/ 7676 w 8317"/>
                    <a:gd name="connsiteY7" fmla="*/ 1487 h 10000"/>
                    <a:gd name="connsiteX8" fmla="*/ 8317 w 8317"/>
                    <a:gd name="connsiteY8" fmla="*/ 0 h 10000"/>
                    <a:gd name="connsiteX0" fmla="*/ 103 w 7641"/>
                    <a:gd name="connsiteY0" fmla="*/ 10000 h 10000"/>
                    <a:gd name="connsiteX1" fmla="*/ 2156 w 7641"/>
                    <a:gd name="connsiteY1" fmla="*/ 7544 h 10000"/>
                    <a:gd name="connsiteX2" fmla="*/ 2579 w 7641"/>
                    <a:gd name="connsiteY2" fmla="*/ 6919 h 10000"/>
                    <a:gd name="connsiteX3" fmla="*/ 1 w 7641"/>
                    <a:gd name="connsiteY3" fmla="*/ 6016 h 10000"/>
                    <a:gd name="connsiteX4" fmla="*/ 2394 w 7641"/>
                    <a:gd name="connsiteY4" fmla="*/ 5250 h 10000"/>
                    <a:gd name="connsiteX5" fmla="*/ 3784 w 7641"/>
                    <a:gd name="connsiteY5" fmla="*/ 4528 h 10000"/>
                    <a:gd name="connsiteX6" fmla="*/ 5326 w 7641"/>
                    <a:gd name="connsiteY6" fmla="*/ 3368 h 10000"/>
                    <a:gd name="connsiteX7" fmla="*/ 6870 w 7641"/>
                    <a:gd name="connsiteY7" fmla="*/ 1487 h 10000"/>
                    <a:gd name="connsiteX8" fmla="*/ 7641 w 7641"/>
                    <a:gd name="connsiteY8" fmla="*/ 0 h 10000"/>
                    <a:gd name="connsiteX0" fmla="*/ 0 w 9865"/>
                    <a:gd name="connsiteY0" fmla="*/ 10000 h 10000"/>
                    <a:gd name="connsiteX1" fmla="*/ 2687 w 9865"/>
                    <a:gd name="connsiteY1" fmla="*/ 7544 h 10000"/>
                    <a:gd name="connsiteX2" fmla="*/ 3240 w 9865"/>
                    <a:gd name="connsiteY2" fmla="*/ 6919 h 10000"/>
                    <a:gd name="connsiteX3" fmla="*/ 3874 w 9865"/>
                    <a:gd name="connsiteY3" fmla="*/ 6329 h 10000"/>
                    <a:gd name="connsiteX4" fmla="*/ 2998 w 9865"/>
                    <a:gd name="connsiteY4" fmla="*/ 5250 h 10000"/>
                    <a:gd name="connsiteX5" fmla="*/ 4817 w 9865"/>
                    <a:gd name="connsiteY5" fmla="*/ 4528 h 10000"/>
                    <a:gd name="connsiteX6" fmla="*/ 6835 w 9865"/>
                    <a:gd name="connsiteY6" fmla="*/ 3368 h 10000"/>
                    <a:gd name="connsiteX7" fmla="*/ 8856 w 9865"/>
                    <a:gd name="connsiteY7" fmla="*/ 1487 h 10000"/>
                    <a:gd name="connsiteX8" fmla="*/ 9865 w 9865"/>
                    <a:gd name="connsiteY8" fmla="*/ 0 h 10000"/>
                    <a:gd name="connsiteX0" fmla="*/ 0 w 10000"/>
                    <a:gd name="connsiteY0" fmla="*/ 10000 h 10000"/>
                    <a:gd name="connsiteX1" fmla="*/ 2724 w 10000"/>
                    <a:gd name="connsiteY1" fmla="*/ 7544 h 10000"/>
                    <a:gd name="connsiteX2" fmla="*/ 3284 w 10000"/>
                    <a:gd name="connsiteY2" fmla="*/ 6919 h 10000"/>
                    <a:gd name="connsiteX3" fmla="*/ 3927 w 10000"/>
                    <a:gd name="connsiteY3" fmla="*/ 6329 h 10000"/>
                    <a:gd name="connsiteX4" fmla="*/ 4777 w 10000"/>
                    <a:gd name="connsiteY4" fmla="*/ 5399 h 10000"/>
                    <a:gd name="connsiteX5" fmla="*/ 4883 w 10000"/>
                    <a:gd name="connsiteY5" fmla="*/ 4528 h 10000"/>
                    <a:gd name="connsiteX6" fmla="*/ 6929 w 10000"/>
                    <a:gd name="connsiteY6" fmla="*/ 3368 h 10000"/>
                    <a:gd name="connsiteX7" fmla="*/ 8977 w 10000"/>
                    <a:gd name="connsiteY7" fmla="*/ 1487 h 10000"/>
                    <a:gd name="connsiteX8" fmla="*/ 10000 w 10000"/>
                    <a:gd name="connsiteY8" fmla="*/ 0 h 10000"/>
                    <a:gd name="connsiteX0" fmla="*/ 0 w 10000"/>
                    <a:gd name="connsiteY0" fmla="*/ 10000 h 10000"/>
                    <a:gd name="connsiteX1" fmla="*/ 2724 w 10000"/>
                    <a:gd name="connsiteY1" fmla="*/ 7544 h 10000"/>
                    <a:gd name="connsiteX2" fmla="*/ 3284 w 10000"/>
                    <a:gd name="connsiteY2" fmla="*/ 6919 h 10000"/>
                    <a:gd name="connsiteX3" fmla="*/ 3927 w 10000"/>
                    <a:gd name="connsiteY3" fmla="*/ 6329 h 10000"/>
                    <a:gd name="connsiteX4" fmla="*/ 4777 w 10000"/>
                    <a:gd name="connsiteY4" fmla="*/ 5399 h 10000"/>
                    <a:gd name="connsiteX5" fmla="*/ 5631 w 10000"/>
                    <a:gd name="connsiteY5" fmla="*/ 4553 h 10000"/>
                    <a:gd name="connsiteX6" fmla="*/ 6929 w 10000"/>
                    <a:gd name="connsiteY6" fmla="*/ 3368 h 10000"/>
                    <a:gd name="connsiteX7" fmla="*/ 8977 w 10000"/>
                    <a:gd name="connsiteY7" fmla="*/ 1487 h 10000"/>
                    <a:gd name="connsiteX8" fmla="*/ 10000 w 10000"/>
                    <a:gd name="connsiteY8" fmla="*/ 0 h 10000"/>
                    <a:gd name="connsiteX0" fmla="*/ 0 w 7276"/>
                    <a:gd name="connsiteY0" fmla="*/ 7544 h 7544"/>
                    <a:gd name="connsiteX1" fmla="*/ 560 w 7276"/>
                    <a:gd name="connsiteY1" fmla="*/ 6919 h 7544"/>
                    <a:gd name="connsiteX2" fmla="*/ 1203 w 7276"/>
                    <a:gd name="connsiteY2" fmla="*/ 6329 h 7544"/>
                    <a:gd name="connsiteX3" fmla="*/ 2053 w 7276"/>
                    <a:gd name="connsiteY3" fmla="*/ 5399 h 7544"/>
                    <a:gd name="connsiteX4" fmla="*/ 2907 w 7276"/>
                    <a:gd name="connsiteY4" fmla="*/ 4553 h 7544"/>
                    <a:gd name="connsiteX5" fmla="*/ 4205 w 7276"/>
                    <a:gd name="connsiteY5" fmla="*/ 3368 h 7544"/>
                    <a:gd name="connsiteX6" fmla="*/ 6253 w 7276"/>
                    <a:gd name="connsiteY6" fmla="*/ 1487 h 7544"/>
                    <a:gd name="connsiteX7" fmla="*/ 7276 w 7276"/>
                    <a:gd name="connsiteY7" fmla="*/ 0 h 7544"/>
                    <a:gd name="connsiteX0" fmla="*/ 0 w 9230"/>
                    <a:gd name="connsiteY0" fmla="*/ 9172 h 9172"/>
                    <a:gd name="connsiteX1" fmla="*/ 883 w 9230"/>
                    <a:gd name="connsiteY1" fmla="*/ 8389 h 9172"/>
                    <a:gd name="connsiteX2" fmla="*/ 2052 w 9230"/>
                    <a:gd name="connsiteY2" fmla="*/ 7157 h 9172"/>
                    <a:gd name="connsiteX3" fmla="*/ 3225 w 9230"/>
                    <a:gd name="connsiteY3" fmla="*/ 6035 h 9172"/>
                    <a:gd name="connsiteX4" fmla="*/ 5009 w 9230"/>
                    <a:gd name="connsiteY4" fmla="*/ 4464 h 9172"/>
                    <a:gd name="connsiteX5" fmla="*/ 7824 w 9230"/>
                    <a:gd name="connsiteY5" fmla="*/ 1971 h 9172"/>
                    <a:gd name="connsiteX6" fmla="*/ 9230 w 9230"/>
                    <a:gd name="connsiteY6" fmla="*/ 0 h 9172"/>
                    <a:gd name="connsiteX0" fmla="*/ 0 w 9043"/>
                    <a:gd name="connsiteY0" fmla="*/ 9146 h 9146"/>
                    <a:gd name="connsiteX1" fmla="*/ 1266 w 9043"/>
                    <a:gd name="connsiteY1" fmla="*/ 7803 h 9146"/>
                    <a:gd name="connsiteX2" fmla="*/ 2537 w 9043"/>
                    <a:gd name="connsiteY2" fmla="*/ 6580 h 9146"/>
                    <a:gd name="connsiteX3" fmla="*/ 4470 w 9043"/>
                    <a:gd name="connsiteY3" fmla="*/ 4867 h 9146"/>
                    <a:gd name="connsiteX4" fmla="*/ 7520 w 9043"/>
                    <a:gd name="connsiteY4" fmla="*/ 2149 h 9146"/>
                    <a:gd name="connsiteX5" fmla="*/ 9043 w 9043"/>
                    <a:gd name="connsiteY5" fmla="*/ 0 h 9146"/>
                    <a:gd name="connsiteX0" fmla="*/ 0 w 8600"/>
                    <a:gd name="connsiteY0" fmla="*/ 8532 h 8532"/>
                    <a:gd name="connsiteX1" fmla="*/ 1405 w 8600"/>
                    <a:gd name="connsiteY1" fmla="*/ 7194 h 8532"/>
                    <a:gd name="connsiteX2" fmla="*/ 3543 w 8600"/>
                    <a:gd name="connsiteY2" fmla="*/ 5321 h 8532"/>
                    <a:gd name="connsiteX3" fmla="*/ 6916 w 8600"/>
                    <a:gd name="connsiteY3" fmla="*/ 2350 h 8532"/>
                    <a:gd name="connsiteX4" fmla="*/ 8600 w 8600"/>
                    <a:gd name="connsiteY4" fmla="*/ 0 h 8532"/>
                    <a:gd name="connsiteX0" fmla="*/ 0 w 8366"/>
                    <a:gd name="connsiteY0" fmla="*/ 8432 h 8432"/>
                    <a:gd name="connsiteX1" fmla="*/ 2486 w 8366"/>
                    <a:gd name="connsiteY1" fmla="*/ 6237 h 8432"/>
                    <a:gd name="connsiteX2" fmla="*/ 6408 w 8366"/>
                    <a:gd name="connsiteY2" fmla="*/ 2754 h 8432"/>
                    <a:gd name="connsiteX3" fmla="*/ 8366 w 8366"/>
                    <a:gd name="connsiteY3" fmla="*/ 0 h 84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366" h="8432">
                      <a:moveTo>
                        <a:pt x="0" y="8432"/>
                      </a:moveTo>
                      <a:cubicBezTo>
                        <a:pt x="688" y="7806"/>
                        <a:pt x="1417" y="7184"/>
                        <a:pt x="2486" y="6237"/>
                      </a:cubicBezTo>
                      <a:cubicBezTo>
                        <a:pt x="3554" y="5292"/>
                        <a:pt x="5424" y="3788"/>
                        <a:pt x="6408" y="2754"/>
                      </a:cubicBezTo>
                      <a:cubicBezTo>
                        <a:pt x="7385" y="1722"/>
                        <a:pt x="7880" y="850"/>
                        <a:pt x="8366" y="0"/>
                      </a:cubicBezTo>
                    </a:path>
                  </a:pathLst>
                </a:custGeom>
                <a:noFill/>
                <a:ln w="34925" cap="flat">
                  <a:solidFill>
                    <a:srgbClr val="000000"/>
                  </a:solidFill>
                  <a:prstDash val="solid"/>
                  <a:round/>
                  <a:headEnd/>
                  <a:tailEnd/>
                  <a:extLst>
                    <a:ext uri="{C807C97D-BFC1-408E-A445-0C87EB9F89A2}">
                      <ask:lineSketchStyleProps xmlns:ask="http://schemas.microsoft.com/office/drawing/2018/sketchyshapes" xmlns="">
                        <ask:type>
                          <ask:lineSketchNone/>
                        </ask:type>
                      </ask:lineSketchStyleProps>
                    </a:ext>
                  </a:extLst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BE"/>
                </a:p>
              </p:txBody>
            </p:sp>
            <p:sp>
              <p:nvSpPr>
                <p:cNvPr id="64" name="Text Box 155">
                  <a:extLst>
                    <a:ext uri="{FF2B5EF4-FFF2-40B4-BE49-F238E27FC236}">
                      <a16:creationId xmlns:a16="http://schemas.microsoft.com/office/drawing/2014/main" id="{E982C2C1-A158-D9D1-F868-1A2A3CDEA163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4171725" y="2878931"/>
                  <a:ext cx="388546" cy="2791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3465A4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1pPr>
                  <a:lvl2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2pPr>
                  <a:lvl3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3pPr>
                  <a:lvl4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4pPr>
                  <a:lvl5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AR PL UMing HK" charset="0"/>
                    </a:defRPr>
                  </a:lvl9pPr>
                </a:lstStyle>
                <a:p>
                  <a:pPr eaLnBrk="1" hangingPunct="1">
                    <a:buClrTx/>
                    <a:buSzPct val="70000"/>
                    <a:buFontTx/>
                    <a:buNone/>
                  </a:pPr>
                  <a:r>
                    <a:rPr lang="en-US" altLang="en-BE" sz="12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en-BE" sz="1200" i="1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TH</a:t>
                  </a:r>
                </a:p>
              </p:txBody>
            </p:sp>
            <p:sp>
              <p:nvSpPr>
                <p:cNvPr id="65" name="Freeform 14">
                  <a:extLst>
                    <a:ext uri="{FF2B5EF4-FFF2-40B4-BE49-F238E27FC236}">
                      <a16:creationId xmlns:a16="http://schemas.microsoft.com/office/drawing/2014/main" id="{35EBB088-4444-02A2-5DC3-B299D159D5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60909" flipH="1">
                  <a:off x="4339460" y="2802255"/>
                  <a:ext cx="45719" cy="122671"/>
                </a:xfrm>
                <a:custGeom>
                  <a:avLst/>
                  <a:gdLst>
                    <a:gd name="T0" fmla="*/ 2 w 2"/>
                    <a:gd name="T1" fmla="*/ 0 h 232"/>
                    <a:gd name="T2" fmla="*/ 2 w 2"/>
                    <a:gd name="T3" fmla="*/ 0 h 232"/>
                    <a:gd name="T4" fmla="*/ 0 w 2"/>
                    <a:gd name="T5" fmla="*/ 232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232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232"/>
                      </a:lnTo>
                    </a:path>
                  </a:pathLst>
                </a:custGeom>
                <a:noFill/>
                <a:ln w="38100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sp>
            <p:nvSpPr>
              <p:cNvPr id="67" name="Text Box 154">
                <a:extLst>
                  <a:ext uri="{FF2B5EF4-FFF2-40B4-BE49-F238E27FC236}">
                    <a16:creationId xmlns:a16="http://schemas.microsoft.com/office/drawing/2014/main" id="{35161530-E6B6-0059-B8A1-B04C7C2E9C5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839221" y="1336141"/>
                <a:ext cx="274732" cy="2791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9pPr>
              </a:lstStyle>
              <a:p>
                <a:pPr eaLnBrk="1" hangingPunct="1">
                  <a:buClrTx/>
                  <a:buSzPct val="70000"/>
                  <a:buFontTx/>
                  <a:buNone/>
                </a:pPr>
                <a:r>
                  <a:rPr lang="en-US" altLang="en-BE" sz="12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BE" sz="1200" i="1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C858F1E0-BD15-75E9-E59A-C71BA055EEA3}"/>
                      </a:ext>
                    </a:extLst>
                  </p:cNvPr>
                  <p:cNvSpPr txBox="1"/>
                  <p:nvPr/>
                </p:nvSpPr>
                <p:spPr>
                  <a:xfrm>
                    <a:off x="2608993" y="3419856"/>
                    <a:ext cx="2332946" cy="391839"/>
                  </a:xfrm>
                  <a:prstGeom prst="rect">
                    <a:avLst/>
                  </a:prstGeom>
                  <a:noFill/>
                  <a:ln w="19050">
                    <a:solidFill>
                      <a:srgbClr val="00B050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𝑜𝑥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oMath>
                    </a14:m>
                    <a:r>
                      <a:rPr lang="en-US" dirty="0"/>
                      <a:t>(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r>
                      <a:rPr lang="en-US" dirty="0"/>
                      <a:t>-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𝑇𝐻</m:t>
                        </m:r>
                      </m:oMath>
                    </a14:m>
                    <a:r>
                      <a:rPr lang="en-US" dirty="0"/>
                      <a:t>)</a:t>
                    </a:r>
                    <a:r>
                      <a:rPr lang="en-US" baseline="30000" dirty="0"/>
                      <a:t>2</a:t>
                    </a:r>
                    <a:endParaRPr lang="en-BE" dirty="0"/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C858F1E0-BD15-75E9-E59A-C71BA055EE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08993" y="3419856"/>
                    <a:ext cx="2332946" cy="39183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3368" t="-2985" r="-2850" b="-17910"/>
                    </a:stretch>
                  </a:blipFill>
                  <a:ln w="19050">
                    <a:solidFill>
                      <a:srgbClr val="00B050"/>
                    </a:solidFill>
                  </a:ln>
                </p:spPr>
                <p:txBody>
                  <a:bodyPr/>
                  <a:lstStyle/>
                  <a:p>
                    <a:r>
                      <a:rPr lang="en-B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5CE8F7C7-0C99-F048-3167-4B4CE7C753A1}"/>
                      </a:ext>
                    </a:extLst>
                  </p:cNvPr>
                  <p:cNvSpPr txBox="1"/>
                  <p:nvPr/>
                </p:nvSpPr>
                <p:spPr>
                  <a:xfrm>
                    <a:off x="4980337" y="3511296"/>
                    <a:ext cx="107753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dirty="0"/>
                      <a:t>(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𝑇𝐻</m:t>
                        </m:r>
                      </m:oMath>
                    </a14:m>
                    <a:r>
                      <a:rPr lang="en-US" dirty="0"/>
                      <a:t>)</a:t>
                    </a:r>
                    <a:endParaRPr lang="en-BE" dirty="0"/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5CE8F7C7-0C99-F048-3167-4B4CE7C753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80337" y="3511296"/>
                    <a:ext cx="1077539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9040" t="-28889" r="-12429" b="-51111"/>
                    </a:stretch>
                  </a:blipFill>
                </p:spPr>
                <p:txBody>
                  <a:bodyPr/>
                  <a:lstStyle/>
                  <a:p>
                    <a:r>
                      <a:rPr lang="en-B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E2930F5-B281-71B7-B713-EC96E6FE0ECB}"/>
                </a:ext>
              </a:extLst>
            </p:cNvPr>
            <p:cNvSpPr txBox="1"/>
            <p:nvPr/>
          </p:nvSpPr>
          <p:spPr>
            <a:xfrm>
              <a:off x="3289572" y="3331227"/>
              <a:ext cx="61327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594" indent="-228594" algn="ctr">
                <a:buFont typeface="Arial" panose="020B0604020202020204" pitchFamily="34" charset="0"/>
                <a:buChar char="•"/>
              </a:pPr>
              <a:r>
                <a:rPr lang="en-US" b="1" dirty="0"/>
                <a:t>Observation </a:t>
              </a:r>
              <a:endParaRPr lang="en-US" sz="18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80BB857-E6EF-3C46-0461-3120096FF43B}"/>
                </a:ext>
              </a:extLst>
            </p:cNvPr>
            <p:cNvSpPr txBox="1"/>
            <p:nvPr/>
          </p:nvSpPr>
          <p:spPr>
            <a:xfrm>
              <a:off x="137072" y="6041794"/>
              <a:ext cx="61327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594" indent="-228594" algn="ctr">
                <a:buFont typeface="Arial" panose="020B0604020202020204" pitchFamily="34" charset="0"/>
                <a:buChar char="•"/>
              </a:pPr>
              <a:r>
                <a:rPr lang="en-US" b="1" dirty="0"/>
                <a:t>If M</a:t>
              </a:r>
              <a:r>
                <a:rPr lang="en-US" b="1" baseline="-25000" dirty="0"/>
                <a:t>1</a:t>
              </a:r>
              <a:r>
                <a:rPr lang="en-US" b="1" dirty="0"/>
                <a:t>is on and it is in saturation </a:t>
              </a:r>
              <a:r>
                <a:rPr lang="en-US" b="1" baseline="-25000" dirty="0"/>
                <a:t>  </a:t>
              </a:r>
              <a:r>
                <a:rPr lang="en-US" b="1" dirty="0"/>
                <a:t> </a:t>
              </a:r>
              <a:endParaRPr lang="en-US" sz="1800" b="1" dirty="0"/>
            </a:p>
          </p:txBody>
        </p: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FCB8FD06-370E-9500-8CCB-467345C50FD0}"/>
                </a:ext>
              </a:extLst>
            </p:cNvPr>
            <p:cNvGrpSpPr/>
            <p:nvPr/>
          </p:nvGrpSpPr>
          <p:grpSpPr>
            <a:xfrm>
              <a:off x="6733636" y="3994790"/>
              <a:ext cx="5084571" cy="2823115"/>
              <a:chOff x="6677660" y="1094073"/>
              <a:chExt cx="5084571" cy="2823115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7E2A67C0-A1A0-D0D1-2B9E-FF22C927F1C1}"/>
                  </a:ext>
                </a:extLst>
              </p:cNvPr>
              <p:cNvSpPr/>
              <p:nvPr/>
            </p:nvSpPr>
            <p:spPr>
              <a:xfrm>
                <a:off x="6677660" y="1150422"/>
                <a:ext cx="5084571" cy="276676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20" dirty="0"/>
                  <a:t>v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6E33F295-229F-9503-FEA9-71EA31BECB99}"/>
                  </a:ext>
                </a:extLst>
              </p:cNvPr>
              <p:cNvCxnSpPr>
                <a:cxnSpLocks/>
                <a:endCxn id="76" idx="0"/>
              </p:cNvCxnSpPr>
              <p:nvPr/>
            </p:nvCxnSpPr>
            <p:spPr>
              <a:xfrm>
                <a:off x="7964960" y="1614665"/>
                <a:ext cx="0" cy="4714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A9FDD413-3ACD-1954-3788-B803DFDFA05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7722742" y="2075137"/>
                <a:ext cx="0" cy="188119"/>
              </a:xfrm>
              <a:custGeom>
                <a:avLst/>
                <a:gdLst>
                  <a:gd name="T0" fmla="*/ 2 w 2"/>
                  <a:gd name="T1" fmla="*/ 0 h 232"/>
                  <a:gd name="T2" fmla="*/ 2 w 2"/>
                  <a:gd name="T3" fmla="*/ 0 h 232"/>
                  <a:gd name="T4" fmla="*/ 0 w 2"/>
                  <a:gd name="T5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32">
                    <a:moveTo>
                      <a:pt x="2" y="0"/>
                    </a:moveTo>
                    <a:lnTo>
                      <a:pt x="2" y="0"/>
                    </a:lnTo>
                    <a:lnTo>
                      <a:pt x="0" y="232"/>
                    </a:lnTo>
                  </a:path>
                </a:pathLst>
              </a:custGeom>
              <a:noFill/>
              <a:ln w="38100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8E33AC14-A6F4-B4DF-5FA6-4E353557CD6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7949918" y="2267066"/>
                <a:ext cx="0" cy="377074"/>
              </a:xfrm>
              <a:custGeom>
                <a:avLst/>
                <a:gdLst>
                  <a:gd name="T0" fmla="*/ 0 h 130"/>
                  <a:gd name="T1" fmla="*/ 0 h 130"/>
                  <a:gd name="T2" fmla="*/ 130 h 13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30">
                    <a:moveTo>
                      <a:pt x="0" y="0"/>
                    </a:moveTo>
                    <a:lnTo>
                      <a:pt x="0" y="0"/>
                    </a:lnTo>
                    <a:lnTo>
                      <a:pt x="0" y="13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75" name="Freeform 17">
                <a:extLst>
                  <a:ext uri="{FF2B5EF4-FFF2-40B4-BE49-F238E27FC236}">
                    <a16:creationId xmlns:a16="http://schemas.microsoft.com/office/drawing/2014/main" id="{7BC91CDC-F080-FE8E-D5F3-CE00F8CC44E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7793233" y="2257541"/>
                <a:ext cx="171729" cy="0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76" name="Freeform 18">
                <a:extLst>
                  <a:ext uri="{FF2B5EF4-FFF2-40B4-BE49-F238E27FC236}">
                    <a16:creationId xmlns:a16="http://schemas.microsoft.com/office/drawing/2014/main" id="{2180A215-C8D5-9199-560F-6C47BE23640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7793233" y="2086091"/>
                <a:ext cx="171729" cy="0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77" name="Freeform 19">
                <a:extLst>
                  <a:ext uri="{FF2B5EF4-FFF2-40B4-BE49-F238E27FC236}">
                    <a16:creationId xmlns:a16="http://schemas.microsoft.com/office/drawing/2014/main" id="{95359CD7-79A2-D9FE-4B6B-12AE54223B3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7793232" y="2034894"/>
                <a:ext cx="0" cy="273844"/>
              </a:xfrm>
              <a:custGeom>
                <a:avLst/>
                <a:gdLst>
                  <a:gd name="T0" fmla="*/ 337 h 337"/>
                  <a:gd name="T1" fmla="*/ 337 h 337"/>
                  <a:gd name="T2" fmla="*/ 0 h 33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37">
                    <a:moveTo>
                      <a:pt x="0" y="337"/>
                    </a:moveTo>
                    <a:lnTo>
                      <a:pt x="0" y="337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C7271A39-5A5F-B5FC-6A38-C1F583537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61749" y="2082732"/>
                <a:ext cx="276820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M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1</a:t>
                </a:r>
                <a:endParaRPr lang="en-BE" altLang="en-BE" sz="1350" b="1" i="1" dirty="0"/>
              </a:p>
            </p:txBody>
          </p:sp>
          <p:sp>
            <p:nvSpPr>
              <p:cNvPr id="79" name="Freeform 17">
                <a:extLst>
                  <a:ext uri="{FF2B5EF4-FFF2-40B4-BE49-F238E27FC236}">
                    <a16:creationId xmlns:a16="http://schemas.microsoft.com/office/drawing/2014/main" id="{027B4EA9-AE51-2D9D-1EAF-D7C10CC6517C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7974199" y="1775243"/>
                <a:ext cx="317067" cy="45719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004F5714-A7C6-3849-A941-EF9ED72B4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3005" y="1642623"/>
                <a:ext cx="276820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en-BE" sz="1050" b="1" i="1" baseline="-25000" dirty="0" err="1">
                    <a:solidFill>
                      <a:srgbClr val="000000"/>
                    </a:solidFill>
                  </a:rPr>
                  <a:t>out</a:t>
                </a:r>
                <a:endParaRPr lang="en-BE" altLang="en-BE" sz="1350" b="1" i="1" dirty="0"/>
              </a:p>
            </p:txBody>
          </p:sp>
          <p:sp>
            <p:nvSpPr>
              <p:cNvPr id="81" name="Freeform 35">
                <a:extLst>
                  <a:ext uri="{FF2B5EF4-FFF2-40B4-BE49-F238E27FC236}">
                    <a16:creationId xmlns:a16="http://schemas.microsoft.com/office/drawing/2014/main" id="{742651A3-4A3A-6970-77BE-0AF4C9174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9660" y="2180628"/>
                <a:ext cx="284831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82" name="Freeform 35">
                <a:extLst>
                  <a:ext uri="{FF2B5EF4-FFF2-40B4-BE49-F238E27FC236}">
                    <a16:creationId xmlns:a16="http://schemas.microsoft.com/office/drawing/2014/main" id="{CBD378AE-B16B-3DD6-3CFC-95EA1B84C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7120" y="1784388"/>
                <a:ext cx="526131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891347D6-C4C9-7CFB-07E4-664D3AFBA0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34580" y="1784388"/>
                <a:ext cx="0" cy="40076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Freeform 35">
                <a:extLst>
                  <a:ext uri="{FF2B5EF4-FFF2-40B4-BE49-F238E27FC236}">
                    <a16:creationId xmlns:a16="http://schemas.microsoft.com/office/drawing/2014/main" id="{82FD70FB-BEC0-BB4D-4952-58FF6AE19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6120" y="1619288"/>
                <a:ext cx="907131" cy="77432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85" name="Freeform 35">
                <a:extLst>
                  <a:ext uri="{FF2B5EF4-FFF2-40B4-BE49-F238E27FC236}">
                    <a16:creationId xmlns:a16="http://schemas.microsoft.com/office/drawing/2014/main" id="{1373033A-FEAD-4F2D-1D00-CF0D6F9CA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6120" y="2650528"/>
                <a:ext cx="891891" cy="69812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4BBC2B4F-5E15-E30B-67CE-0CE2112A27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56120" y="1614208"/>
                <a:ext cx="0" cy="39314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4E1F78A0-882A-CE48-D0E3-9989670FCF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1200" y="2246668"/>
                <a:ext cx="0" cy="39314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452D77C4-7653-DB00-C679-BBE634DE4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85120" y="2056536"/>
                <a:ext cx="86562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1</a:t>
                </a:r>
                <a:endParaRPr lang="en-BE" altLang="en-BE" sz="1350" b="1" i="1" dirty="0"/>
              </a:p>
            </p:txBody>
          </p:sp>
          <p:sp>
            <p:nvSpPr>
              <p:cNvPr id="96" name="Line 147">
                <a:extLst>
                  <a:ext uri="{FF2B5EF4-FFF2-40B4-BE49-F238E27FC236}">
                    <a16:creationId xmlns:a16="http://schemas.microsoft.com/office/drawing/2014/main" id="{A6CB1BA1-1AB4-1902-ABC0-F8403F67E34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9456030" y="2842885"/>
                <a:ext cx="1747575" cy="0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97" name="Line 148">
                <a:extLst>
                  <a:ext uri="{FF2B5EF4-FFF2-40B4-BE49-F238E27FC236}">
                    <a16:creationId xmlns:a16="http://schemas.microsoft.com/office/drawing/2014/main" id="{633FB32E-253E-1BFF-6A20-909247DB719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9459944" y="1334016"/>
                <a:ext cx="0" cy="1499478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BE"/>
              </a:p>
            </p:txBody>
          </p:sp>
          <p:sp>
            <p:nvSpPr>
              <p:cNvPr id="98" name="Freeform 149">
                <a:extLst>
                  <a:ext uri="{FF2B5EF4-FFF2-40B4-BE49-F238E27FC236}">
                    <a16:creationId xmlns:a16="http://schemas.microsoft.com/office/drawing/2014/main" id="{E1748EF3-C12A-6479-FCC1-1AAD9554B7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6443082" flipV="1">
                <a:off x="9762713" y="1246666"/>
                <a:ext cx="951790" cy="1500335"/>
              </a:xfrm>
              <a:custGeom>
                <a:avLst/>
                <a:gdLst>
                  <a:gd name="G0" fmla="+- 24 0 0"/>
                  <a:gd name="G1" fmla="+- 1 0 0"/>
                  <a:gd name="G2" fmla="+- 1 0 0"/>
                  <a:gd name="G3" fmla="+- 1 0 0"/>
                  <a:gd name="G4" fmla="+- 1 0 0"/>
                  <a:gd name="G5" fmla="+- 1 0 0"/>
                  <a:gd name="G6" fmla="+- 1 0 0"/>
                  <a:gd name="G7" fmla="+- 1 0 0"/>
                  <a:gd name="G8" fmla="+- 1 0 0"/>
                  <a:gd name="G9" fmla="+- 1 0 0"/>
                  <a:gd name="G10" fmla="+- 1 0 0"/>
                  <a:gd name="G11" fmla="+- 1 0 0"/>
                  <a:gd name="G12" fmla="+- 1 0 0"/>
                  <a:gd name="G13" fmla="*/ 1 24577 2"/>
                  <a:gd name="G14" fmla="+- 1 0 0"/>
                  <a:gd name="G15" fmla="+- 1 0 0"/>
                  <a:gd name="G16" fmla="*/ 1 0 0"/>
                  <a:gd name="G17" fmla="+- 1 0 0"/>
                  <a:gd name="G18" fmla="+- 1 0 0"/>
                  <a:gd name="G19" fmla="+- 1 0 0"/>
                  <a:gd name="G20" fmla="+- 1 0 0"/>
                  <a:gd name="G21" fmla="+- 1 0 0"/>
                  <a:gd name="G22" fmla="+- 1 0 0"/>
                  <a:gd name="G23" fmla="+- 1 0 0"/>
                  <a:gd name="G24" fmla="+- 1 0 0"/>
                  <a:gd name="T0" fmla="*/ 0 w 362"/>
                  <a:gd name="T1" fmla="*/ 7079 h 650"/>
                  <a:gd name="T2" fmla="*/ 1102 w 362"/>
                  <a:gd name="T3" fmla="*/ 6820 h 650"/>
                  <a:gd name="T4" fmla="*/ 2177 w 362"/>
                  <a:gd name="T5" fmla="*/ 6509 h 650"/>
                  <a:gd name="T6" fmla="*/ 3462 w 362"/>
                  <a:gd name="T7" fmla="*/ 5991 h 650"/>
                  <a:gd name="T8" fmla="*/ 4769 w 362"/>
                  <a:gd name="T9" fmla="*/ 5225 h 650"/>
                  <a:gd name="T10" fmla="*/ 5543 w 362"/>
                  <a:gd name="T11" fmla="*/ 4510 h 650"/>
                  <a:gd name="T12" fmla="*/ 6379 w 362"/>
                  <a:gd name="T13" fmla="*/ 3351 h 650"/>
                  <a:gd name="T14" fmla="*/ 7213 w 362"/>
                  <a:gd name="T15" fmla="*/ 1481 h 650"/>
                  <a:gd name="T16" fmla="*/ 7641 w 362"/>
                  <a:gd name="T17" fmla="*/ 0 h 6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2" h="650">
                    <a:moveTo>
                      <a:pt x="0" y="650"/>
                    </a:moveTo>
                    <a:cubicBezTo>
                      <a:pt x="17" y="643"/>
                      <a:pt x="35" y="637"/>
                      <a:pt x="52" y="628"/>
                    </a:cubicBezTo>
                    <a:cubicBezTo>
                      <a:pt x="69" y="619"/>
                      <a:pt x="85" y="611"/>
                      <a:pt x="104" y="598"/>
                    </a:cubicBezTo>
                    <a:cubicBezTo>
                      <a:pt x="123" y="585"/>
                      <a:pt x="144" y="570"/>
                      <a:pt x="164" y="550"/>
                    </a:cubicBezTo>
                    <a:cubicBezTo>
                      <a:pt x="184" y="530"/>
                      <a:pt x="210" y="503"/>
                      <a:pt x="226" y="480"/>
                    </a:cubicBezTo>
                    <a:cubicBezTo>
                      <a:pt x="242" y="457"/>
                      <a:pt x="249" y="443"/>
                      <a:pt x="262" y="414"/>
                    </a:cubicBezTo>
                    <a:cubicBezTo>
                      <a:pt x="275" y="385"/>
                      <a:pt x="289" y="354"/>
                      <a:pt x="302" y="308"/>
                    </a:cubicBezTo>
                    <a:cubicBezTo>
                      <a:pt x="315" y="262"/>
                      <a:pt x="332" y="187"/>
                      <a:pt x="342" y="136"/>
                    </a:cubicBezTo>
                    <a:cubicBezTo>
                      <a:pt x="352" y="85"/>
                      <a:pt x="357" y="42"/>
                      <a:pt x="362" y="0"/>
                    </a:cubicBezTo>
                  </a:path>
                </a:pathLst>
              </a:custGeom>
              <a:noFill/>
              <a:ln w="34925" cap="flat">
                <a:solidFill>
                  <a:srgbClr val="000000"/>
                </a:solidFill>
                <a:prstDash val="solid"/>
                <a:round/>
                <a:headEnd/>
                <a:tailEnd/>
                <a:extLst>
                  <a:ext uri="{C807C97D-BFC1-408E-A445-0C87EB9F89A2}">
                    <ask:lineSketchStyleProps xmlns:ask="http://schemas.microsoft.com/office/drawing/2018/sketchyshapes" xmlns=""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BE" dirty="0"/>
              </a:p>
            </p:txBody>
          </p:sp>
          <p:sp>
            <p:nvSpPr>
              <p:cNvPr id="99" name="Text Box 154">
                <a:extLst>
                  <a:ext uri="{FF2B5EF4-FFF2-40B4-BE49-F238E27FC236}">
                    <a16:creationId xmlns:a16="http://schemas.microsoft.com/office/drawing/2014/main" id="{2ED3F4C5-641D-68B6-BB1F-DFD7F459F2F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1043165" y="2847441"/>
                <a:ext cx="274732" cy="2791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9pPr>
              </a:lstStyle>
              <a:p>
                <a:pPr eaLnBrk="1" hangingPunct="1">
                  <a:buClrTx/>
                  <a:buSzPct val="70000"/>
                  <a:buFontTx/>
                  <a:buNone/>
                </a:pPr>
                <a:r>
                  <a:rPr lang="en-US" altLang="en-BE" sz="12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BE" sz="1200" i="1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00" name="Text Box 155">
                <a:extLst>
                  <a:ext uri="{FF2B5EF4-FFF2-40B4-BE49-F238E27FC236}">
                    <a16:creationId xmlns:a16="http://schemas.microsoft.com/office/drawing/2014/main" id="{90FE0835-D785-3B58-D358-CE619423782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9275347" y="1094073"/>
                <a:ext cx="324426" cy="2791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9pPr>
              </a:lstStyle>
              <a:p>
                <a:pPr eaLnBrk="1" hangingPunct="1">
                  <a:buClrTx/>
                  <a:buSzPct val="70000"/>
                  <a:buFontTx/>
                  <a:buNone/>
                </a:pPr>
                <a:r>
                  <a:rPr lang="en-US" altLang="en-BE" sz="12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en-BE" sz="1200" i="1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01" name="Freeform 149">
                <a:extLst>
                  <a:ext uri="{FF2B5EF4-FFF2-40B4-BE49-F238E27FC236}">
                    <a16:creationId xmlns:a16="http://schemas.microsoft.com/office/drawing/2014/main" id="{3FE920B5-162B-8A7D-45C5-4A48D7649D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20720861">
                <a:off x="9410896" y="2414499"/>
                <a:ext cx="106765" cy="431267"/>
              </a:xfrm>
              <a:custGeom>
                <a:avLst/>
                <a:gdLst>
                  <a:gd name="G0" fmla="+- 24 0 0"/>
                  <a:gd name="G1" fmla="+- 1 0 0"/>
                  <a:gd name="G2" fmla="+- 1 0 0"/>
                  <a:gd name="G3" fmla="+- 1 0 0"/>
                  <a:gd name="G4" fmla="+- 1 0 0"/>
                  <a:gd name="G5" fmla="+- 1 0 0"/>
                  <a:gd name="G6" fmla="+- 1 0 0"/>
                  <a:gd name="G7" fmla="+- 1 0 0"/>
                  <a:gd name="G8" fmla="+- 1 0 0"/>
                  <a:gd name="G9" fmla="+- 1 0 0"/>
                  <a:gd name="G10" fmla="+- 1 0 0"/>
                  <a:gd name="G11" fmla="+- 1 0 0"/>
                  <a:gd name="G12" fmla="+- 1 0 0"/>
                  <a:gd name="G13" fmla="*/ 1 24577 2"/>
                  <a:gd name="G14" fmla="+- 1 0 0"/>
                  <a:gd name="G15" fmla="+- 1 0 0"/>
                  <a:gd name="G16" fmla="*/ 1 0 0"/>
                  <a:gd name="G17" fmla="+- 1 0 0"/>
                  <a:gd name="G18" fmla="+- 1 0 0"/>
                  <a:gd name="G19" fmla="+- 1 0 0"/>
                  <a:gd name="G20" fmla="+- 1 0 0"/>
                  <a:gd name="G21" fmla="+- 1 0 0"/>
                  <a:gd name="G22" fmla="+- 1 0 0"/>
                  <a:gd name="G23" fmla="+- 1 0 0"/>
                  <a:gd name="G24" fmla="+- 1 0 0"/>
                  <a:gd name="T0" fmla="*/ 0 w 362"/>
                  <a:gd name="T1" fmla="*/ 7079 h 650"/>
                  <a:gd name="T2" fmla="*/ 1102 w 362"/>
                  <a:gd name="T3" fmla="*/ 6820 h 650"/>
                  <a:gd name="T4" fmla="*/ 2177 w 362"/>
                  <a:gd name="T5" fmla="*/ 6509 h 650"/>
                  <a:gd name="T6" fmla="*/ 3462 w 362"/>
                  <a:gd name="T7" fmla="*/ 5991 h 650"/>
                  <a:gd name="T8" fmla="*/ 4769 w 362"/>
                  <a:gd name="T9" fmla="*/ 5225 h 650"/>
                  <a:gd name="T10" fmla="*/ 5543 w 362"/>
                  <a:gd name="T11" fmla="*/ 4510 h 650"/>
                  <a:gd name="T12" fmla="*/ 6379 w 362"/>
                  <a:gd name="T13" fmla="*/ 3351 h 650"/>
                  <a:gd name="T14" fmla="*/ 7213 w 362"/>
                  <a:gd name="T15" fmla="*/ 1481 h 650"/>
                  <a:gd name="T16" fmla="*/ 7641 w 362"/>
                  <a:gd name="T17" fmla="*/ 0 h 650"/>
                  <a:gd name="connsiteX0" fmla="*/ 3212 w 8609"/>
                  <a:gd name="connsiteY0" fmla="*/ 14066 h 14066"/>
                  <a:gd name="connsiteX1" fmla="*/ 45 w 8609"/>
                  <a:gd name="connsiteY1" fmla="*/ 9662 h 14066"/>
                  <a:gd name="connsiteX2" fmla="*/ 1482 w 8609"/>
                  <a:gd name="connsiteY2" fmla="*/ 9200 h 14066"/>
                  <a:gd name="connsiteX3" fmla="*/ 3139 w 8609"/>
                  <a:gd name="connsiteY3" fmla="*/ 8462 h 14066"/>
                  <a:gd name="connsiteX4" fmla="*/ 4852 w 8609"/>
                  <a:gd name="connsiteY4" fmla="*/ 7385 h 14066"/>
                  <a:gd name="connsiteX5" fmla="*/ 5847 w 8609"/>
                  <a:gd name="connsiteY5" fmla="*/ 6369 h 14066"/>
                  <a:gd name="connsiteX6" fmla="*/ 6952 w 8609"/>
                  <a:gd name="connsiteY6" fmla="*/ 4738 h 14066"/>
                  <a:gd name="connsiteX7" fmla="*/ 8057 w 8609"/>
                  <a:gd name="connsiteY7" fmla="*/ 2092 h 14066"/>
                  <a:gd name="connsiteX8" fmla="*/ 8609 w 8609"/>
                  <a:gd name="connsiteY8" fmla="*/ 0 h 14066"/>
                  <a:gd name="connsiteX0" fmla="*/ 2048 w 8317"/>
                  <a:gd name="connsiteY0" fmla="*/ 10000 h 10000"/>
                  <a:gd name="connsiteX1" fmla="*/ 3755 w 8317"/>
                  <a:gd name="connsiteY1" fmla="*/ 7544 h 10000"/>
                  <a:gd name="connsiteX2" fmla="*/ 38 w 8317"/>
                  <a:gd name="connsiteY2" fmla="*/ 6541 h 10000"/>
                  <a:gd name="connsiteX3" fmla="*/ 1963 w 8317"/>
                  <a:gd name="connsiteY3" fmla="*/ 6016 h 10000"/>
                  <a:gd name="connsiteX4" fmla="*/ 3953 w 8317"/>
                  <a:gd name="connsiteY4" fmla="*/ 5250 h 10000"/>
                  <a:gd name="connsiteX5" fmla="*/ 5109 w 8317"/>
                  <a:gd name="connsiteY5" fmla="*/ 4528 h 10000"/>
                  <a:gd name="connsiteX6" fmla="*/ 6392 w 8317"/>
                  <a:gd name="connsiteY6" fmla="*/ 3368 h 10000"/>
                  <a:gd name="connsiteX7" fmla="*/ 7676 w 8317"/>
                  <a:gd name="connsiteY7" fmla="*/ 1487 h 10000"/>
                  <a:gd name="connsiteX8" fmla="*/ 8317 w 8317"/>
                  <a:gd name="connsiteY8" fmla="*/ 0 h 10000"/>
                  <a:gd name="connsiteX0" fmla="*/ 103 w 7641"/>
                  <a:gd name="connsiteY0" fmla="*/ 10000 h 10000"/>
                  <a:gd name="connsiteX1" fmla="*/ 2156 w 7641"/>
                  <a:gd name="connsiteY1" fmla="*/ 7544 h 10000"/>
                  <a:gd name="connsiteX2" fmla="*/ 2579 w 7641"/>
                  <a:gd name="connsiteY2" fmla="*/ 6919 h 10000"/>
                  <a:gd name="connsiteX3" fmla="*/ 1 w 7641"/>
                  <a:gd name="connsiteY3" fmla="*/ 6016 h 10000"/>
                  <a:gd name="connsiteX4" fmla="*/ 2394 w 7641"/>
                  <a:gd name="connsiteY4" fmla="*/ 5250 h 10000"/>
                  <a:gd name="connsiteX5" fmla="*/ 3784 w 7641"/>
                  <a:gd name="connsiteY5" fmla="*/ 4528 h 10000"/>
                  <a:gd name="connsiteX6" fmla="*/ 5326 w 7641"/>
                  <a:gd name="connsiteY6" fmla="*/ 3368 h 10000"/>
                  <a:gd name="connsiteX7" fmla="*/ 6870 w 7641"/>
                  <a:gd name="connsiteY7" fmla="*/ 1487 h 10000"/>
                  <a:gd name="connsiteX8" fmla="*/ 7641 w 7641"/>
                  <a:gd name="connsiteY8" fmla="*/ 0 h 10000"/>
                  <a:gd name="connsiteX0" fmla="*/ 0 w 9865"/>
                  <a:gd name="connsiteY0" fmla="*/ 10000 h 10000"/>
                  <a:gd name="connsiteX1" fmla="*/ 2687 w 9865"/>
                  <a:gd name="connsiteY1" fmla="*/ 7544 h 10000"/>
                  <a:gd name="connsiteX2" fmla="*/ 3240 w 9865"/>
                  <a:gd name="connsiteY2" fmla="*/ 6919 h 10000"/>
                  <a:gd name="connsiteX3" fmla="*/ 3874 w 9865"/>
                  <a:gd name="connsiteY3" fmla="*/ 6329 h 10000"/>
                  <a:gd name="connsiteX4" fmla="*/ 2998 w 9865"/>
                  <a:gd name="connsiteY4" fmla="*/ 5250 h 10000"/>
                  <a:gd name="connsiteX5" fmla="*/ 4817 w 9865"/>
                  <a:gd name="connsiteY5" fmla="*/ 4528 h 10000"/>
                  <a:gd name="connsiteX6" fmla="*/ 6835 w 9865"/>
                  <a:gd name="connsiteY6" fmla="*/ 3368 h 10000"/>
                  <a:gd name="connsiteX7" fmla="*/ 8856 w 9865"/>
                  <a:gd name="connsiteY7" fmla="*/ 1487 h 10000"/>
                  <a:gd name="connsiteX8" fmla="*/ 9865 w 9865"/>
                  <a:gd name="connsiteY8" fmla="*/ 0 h 10000"/>
                  <a:gd name="connsiteX0" fmla="*/ 0 w 10000"/>
                  <a:gd name="connsiteY0" fmla="*/ 10000 h 10000"/>
                  <a:gd name="connsiteX1" fmla="*/ 2724 w 10000"/>
                  <a:gd name="connsiteY1" fmla="*/ 7544 h 10000"/>
                  <a:gd name="connsiteX2" fmla="*/ 3284 w 10000"/>
                  <a:gd name="connsiteY2" fmla="*/ 6919 h 10000"/>
                  <a:gd name="connsiteX3" fmla="*/ 3927 w 10000"/>
                  <a:gd name="connsiteY3" fmla="*/ 6329 h 10000"/>
                  <a:gd name="connsiteX4" fmla="*/ 4777 w 10000"/>
                  <a:gd name="connsiteY4" fmla="*/ 5399 h 10000"/>
                  <a:gd name="connsiteX5" fmla="*/ 4883 w 10000"/>
                  <a:gd name="connsiteY5" fmla="*/ 4528 h 10000"/>
                  <a:gd name="connsiteX6" fmla="*/ 6929 w 10000"/>
                  <a:gd name="connsiteY6" fmla="*/ 3368 h 10000"/>
                  <a:gd name="connsiteX7" fmla="*/ 8977 w 10000"/>
                  <a:gd name="connsiteY7" fmla="*/ 1487 h 10000"/>
                  <a:gd name="connsiteX8" fmla="*/ 10000 w 10000"/>
                  <a:gd name="connsiteY8" fmla="*/ 0 h 10000"/>
                  <a:gd name="connsiteX0" fmla="*/ 0 w 10000"/>
                  <a:gd name="connsiteY0" fmla="*/ 10000 h 10000"/>
                  <a:gd name="connsiteX1" fmla="*/ 2724 w 10000"/>
                  <a:gd name="connsiteY1" fmla="*/ 7544 h 10000"/>
                  <a:gd name="connsiteX2" fmla="*/ 3284 w 10000"/>
                  <a:gd name="connsiteY2" fmla="*/ 6919 h 10000"/>
                  <a:gd name="connsiteX3" fmla="*/ 3927 w 10000"/>
                  <a:gd name="connsiteY3" fmla="*/ 6329 h 10000"/>
                  <a:gd name="connsiteX4" fmla="*/ 4777 w 10000"/>
                  <a:gd name="connsiteY4" fmla="*/ 5399 h 10000"/>
                  <a:gd name="connsiteX5" fmla="*/ 5631 w 10000"/>
                  <a:gd name="connsiteY5" fmla="*/ 4553 h 10000"/>
                  <a:gd name="connsiteX6" fmla="*/ 6929 w 10000"/>
                  <a:gd name="connsiteY6" fmla="*/ 3368 h 10000"/>
                  <a:gd name="connsiteX7" fmla="*/ 8977 w 10000"/>
                  <a:gd name="connsiteY7" fmla="*/ 1487 h 10000"/>
                  <a:gd name="connsiteX8" fmla="*/ 10000 w 10000"/>
                  <a:gd name="connsiteY8" fmla="*/ 0 h 10000"/>
                  <a:gd name="connsiteX0" fmla="*/ 0 w 7276"/>
                  <a:gd name="connsiteY0" fmla="*/ 7544 h 7544"/>
                  <a:gd name="connsiteX1" fmla="*/ 560 w 7276"/>
                  <a:gd name="connsiteY1" fmla="*/ 6919 h 7544"/>
                  <a:gd name="connsiteX2" fmla="*/ 1203 w 7276"/>
                  <a:gd name="connsiteY2" fmla="*/ 6329 h 7544"/>
                  <a:gd name="connsiteX3" fmla="*/ 2053 w 7276"/>
                  <a:gd name="connsiteY3" fmla="*/ 5399 h 7544"/>
                  <a:gd name="connsiteX4" fmla="*/ 2907 w 7276"/>
                  <a:gd name="connsiteY4" fmla="*/ 4553 h 7544"/>
                  <a:gd name="connsiteX5" fmla="*/ 4205 w 7276"/>
                  <a:gd name="connsiteY5" fmla="*/ 3368 h 7544"/>
                  <a:gd name="connsiteX6" fmla="*/ 6253 w 7276"/>
                  <a:gd name="connsiteY6" fmla="*/ 1487 h 7544"/>
                  <a:gd name="connsiteX7" fmla="*/ 7276 w 7276"/>
                  <a:gd name="connsiteY7" fmla="*/ 0 h 7544"/>
                  <a:gd name="connsiteX0" fmla="*/ 0 w 9230"/>
                  <a:gd name="connsiteY0" fmla="*/ 9172 h 9172"/>
                  <a:gd name="connsiteX1" fmla="*/ 883 w 9230"/>
                  <a:gd name="connsiteY1" fmla="*/ 8389 h 9172"/>
                  <a:gd name="connsiteX2" fmla="*/ 2052 w 9230"/>
                  <a:gd name="connsiteY2" fmla="*/ 7157 h 9172"/>
                  <a:gd name="connsiteX3" fmla="*/ 3225 w 9230"/>
                  <a:gd name="connsiteY3" fmla="*/ 6035 h 9172"/>
                  <a:gd name="connsiteX4" fmla="*/ 5009 w 9230"/>
                  <a:gd name="connsiteY4" fmla="*/ 4464 h 9172"/>
                  <a:gd name="connsiteX5" fmla="*/ 7824 w 9230"/>
                  <a:gd name="connsiteY5" fmla="*/ 1971 h 9172"/>
                  <a:gd name="connsiteX6" fmla="*/ 9230 w 9230"/>
                  <a:gd name="connsiteY6" fmla="*/ 0 h 9172"/>
                  <a:gd name="connsiteX0" fmla="*/ 0 w 9043"/>
                  <a:gd name="connsiteY0" fmla="*/ 9146 h 9146"/>
                  <a:gd name="connsiteX1" fmla="*/ 1266 w 9043"/>
                  <a:gd name="connsiteY1" fmla="*/ 7803 h 9146"/>
                  <a:gd name="connsiteX2" fmla="*/ 2537 w 9043"/>
                  <a:gd name="connsiteY2" fmla="*/ 6580 h 9146"/>
                  <a:gd name="connsiteX3" fmla="*/ 4470 w 9043"/>
                  <a:gd name="connsiteY3" fmla="*/ 4867 h 9146"/>
                  <a:gd name="connsiteX4" fmla="*/ 7520 w 9043"/>
                  <a:gd name="connsiteY4" fmla="*/ 2149 h 9146"/>
                  <a:gd name="connsiteX5" fmla="*/ 9043 w 9043"/>
                  <a:gd name="connsiteY5" fmla="*/ 0 h 9146"/>
                  <a:gd name="connsiteX0" fmla="*/ 0 w 8600"/>
                  <a:gd name="connsiteY0" fmla="*/ 8532 h 8532"/>
                  <a:gd name="connsiteX1" fmla="*/ 1405 w 8600"/>
                  <a:gd name="connsiteY1" fmla="*/ 7194 h 8532"/>
                  <a:gd name="connsiteX2" fmla="*/ 3543 w 8600"/>
                  <a:gd name="connsiteY2" fmla="*/ 5321 h 8532"/>
                  <a:gd name="connsiteX3" fmla="*/ 6916 w 8600"/>
                  <a:gd name="connsiteY3" fmla="*/ 2350 h 8532"/>
                  <a:gd name="connsiteX4" fmla="*/ 8600 w 8600"/>
                  <a:gd name="connsiteY4" fmla="*/ 0 h 8532"/>
                  <a:gd name="connsiteX0" fmla="*/ 0 w 8366"/>
                  <a:gd name="connsiteY0" fmla="*/ 8432 h 8432"/>
                  <a:gd name="connsiteX1" fmla="*/ 2486 w 8366"/>
                  <a:gd name="connsiteY1" fmla="*/ 6237 h 8432"/>
                  <a:gd name="connsiteX2" fmla="*/ 6408 w 8366"/>
                  <a:gd name="connsiteY2" fmla="*/ 2754 h 8432"/>
                  <a:gd name="connsiteX3" fmla="*/ 8366 w 8366"/>
                  <a:gd name="connsiteY3" fmla="*/ 0 h 8432"/>
                  <a:gd name="connsiteX0" fmla="*/ 0 w 10000"/>
                  <a:gd name="connsiteY0" fmla="*/ 10000 h 10000"/>
                  <a:gd name="connsiteX1" fmla="*/ 2972 w 10000"/>
                  <a:gd name="connsiteY1" fmla="*/ 7397 h 10000"/>
                  <a:gd name="connsiteX2" fmla="*/ 7660 w 10000"/>
                  <a:gd name="connsiteY2" fmla="*/ 3266 h 10000"/>
                  <a:gd name="connsiteX3" fmla="*/ 10000 w 10000"/>
                  <a:gd name="connsiteY3" fmla="*/ 0 h 10000"/>
                  <a:gd name="connsiteX0" fmla="*/ 0 w 10699"/>
                  <a:gd name="connsiteY0" fmla="*/ 10096 h 10096"/>
                  <a:gd name="connsiteX1" fmla="*/ 2972 w 10699"/>
                  <a:gd name="connsiteY1" fmla="*/ 7493 h 10096"/>
                  <a:gd name="connsiteX2" fmla="*/ 7660 w 10699"/>
                  <a:gd name="connsiteY2" fmla="*/ 3362 h 10096"/>
                  <a:gd name="connsiteX3" fmla="*/ 10699 w 10699"/>
                  <a:gd name="connsiteY3" fmla="*/ 0 h 10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99" h="10096">
                    <a:moveTo>
                      <a:pt x="0" y="10096"/>
                    </a:moveTo>
                    <a:cubicBezTo>
                      <a:pt x="822" y="9354"/>
                      <a:pt x="1694" y="8616"/>
                      <a:pt x="2972" y="7493"/>
                    </a:cubicBezTo>
                    <a:cubicBezTo>
                      <a:pt x="4248" y="6372"/>
                      <a:pt x="6483" y="4588"/>
                      <a:pt x="7660" y="3362"/>
                    </a:cubicBezTo>
                    <a:cubicBezTo>
                      <a:pt x="8827" y="2138"/>
                      <a:pt x="10118" y="1008"/>
                      <a:pt x="10699" y="0"/>
                    </a:cubicBezTo>
                  </a:path>
                </a:pathLst>
              </a:custGeom>
              <a:noFill/>
              <a:ln w="34925" cap="flat">
                <a:solidFill>
                  <a:srgbClr val="000000"/>
                </a:solidFill>
                <a:prstDash val="solid"/>
                <a:round/>
                <a:headEnd/>
                <a:tailEnd/>
                <a:extLst>
                  <a:ext uri="{C807C97D-BFC1-408E-A445-0C87EB9F89A2}">
                    <ask:lineSketchStyleProps xmlns:ask="http://schemas.microsoft.com/office/drawing/2018/sketchyshapes" xmlns=""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BE"/>
              </a:p>
            </p:txBody>
          </p:sp>
          <p:sp>
            <p:nvSpPr>
              <p:cNvPr id="102" name="Text Box 155">
                <a:extLst>
                  <a:ext uri="{FF2B5EF4-FFF2-40B4-BE49-F238E27FC236}">
                    <a16:creationId xmlns:a16="http://schemas.microsoft.com/office/drawing/2014/main" id="{D15151CF-6C70-582B-F6DD-F5FEA602350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9139965" y="2320131"/>
                <a:ext cx="388546" cy="2791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 b="1">
                    <a:solidFill>
                      <a:srgbClr val="000000"/>
                    </a:solidFill>
                    <a:latin typeface="Arial" panose="020B0604020202020204" pitchFamily="34" charset="0"/>
                    <a:cs typeface="AR PL UMing HK" charset="0"/>
                  </a:defRPr>
                </a:lvl9pPr>
              </a:lstStyle>
              <a:p>
                <a:pPr eaLnBrk="1" hangingPunct="1">
                  <a:buClrTx/>
                  <a:buSzPct val="70000"/>
                  <a:buFontTx/>
                  <a:buNone/>
                </a:pPr>
                <a:r>
                  <a:rPr lang="en-US" altLang="en-BE" sz="12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en-BE" sz="1200" i="1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TH</a:t>
                </a:r>
              </a:p>
            </p:txBody>
          </p:sp>
          <p:sp>
            <p:nvSpPr>
              <p:cNvPr id="103" name="Freeform 14">
                <a:extLst>
                  <a:ext uri="{FF2B5EF4-FFF2-40B4-BE49-F238E27FC236}">
                    <a16:creationId xmlns:a16="http://schemas.microsoft.com/office/drawing/2014/main" id="{1AD6BAD6-7F49-F775-FE5A-4CB8E7914586}"/>
                  </a:ext>
                </a:extLst>
              </p:cNvPr>
              <p:cNvSpPr>
                <a:spLocks/>
              </p:cNvSpPr>
              <p:nvPr/>
            </p:nvSpPr>
            <p:spPr bwMode="auto">
              <a:xfrm rot="6567880" flipH="1">
                <a:off x="9456290" y="2340610"/>
                <a:ext cx="45719" cy="122671"/>
              </a:xfrm>
              <a:custGeom>
                <a:avLst/>
                <a:gdLst>
                  <a:gd name="T0" fmla="*/ 2 w 2"/>
                  <a:gd name="T1" fmla="*/ 0 h 232"/>
                  <a:gd name="T2" fmla="*/ 2 w 2"/>
                  <a:gd name="T3" fmla="*/ 0 h 232"/>
                  <a:gd name="T4" fmla="*/ 0 w 2"/>
                  <a:gd name="T5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32">
                    <a:moveTo>
                      <a:pt x="2" y="0"/>
                    </a:moveTo>
                    <a:lnTo>
                      <a:pt x="2" y="0"/>
                    </a:lnTo>
                    <a:lnTo>
                      <a:pt x="0" y="232"/>
                    </a:lnTo>
                  </a:path>
                </a:pathLst>
              </a:custGeom>
              <a:noFill/>
              <a:ln w="38100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241B7393-D839-3D7A-5F50-BDD193155F93}"/>
                      </a:ext>
                    </a:extLst>
                  </p:cNvPr>
                  <p:cNvSpPr txBox="1"/>
                  <p:nvPr/>
                </p:nvSpPr>
                <p:spPr>
                  <a:xfrm>
                    <a:off x="7890367" y="3247071"/>
                    <a:ext cx="1999583" cy="563680"/>
                  </a:xfrm>
                  <a:prstGeom prst="rect">
                    <a:avLst/>
                  </a:prstGeom>
                  <a:noFill/>
                  <a:ln w="19050">
                    <a:solidFill>
                      <a:srgbClr val="00B050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dirty="0"/>
                      <a:t>V</a:t>
                    </a:r>
                    <a14:m>
                      <m:oMath xmlns:m="http://schemas.openxmlformats.org/officeDocument/2006/math"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i="1" baseline="-25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i="1" baseline="-25000">
                                    <a:latin typeface="Cambria Math" panose="02040503050406030204" pitchFamily="18" charset="0"/>
                                  </a:rPr>
                                  <m:t>𝑜𝑥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</m:den>
                            </m:f>
                          </m:e>
                        </m:rad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𝑇𝐻</m:t>
                        </m:r>
                      </m:oMath>
                    </a14:m>
                    <a:endParaRPr lang="en-BE" dirty="0"/>
                  </a:p>
                </p:txBody>
              </p:sp>
            </mc:Choice>
            <mc:Fallback xmlns="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241B7393-D839-3D7A-5F50-BDD193155F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90367" y="3247071"/>
                    <a:ext cx="1999583" cy="56368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6949"/>
                    </a:stretch>
                  </a:blipFill>
                  <a:ln w="19050">
                    <a:solidFill>
                      <a:srgbClr val="00B050"/>
                    </a:solidFill>
                  </a:ln>
                </p:spPr>
                <p:txBody>
                  <a:bodyPr/>
                  <a:lstStyle/>
                  <a:p>
                    <a:r>
                      <a:rPr lang="en-B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98B9C966-BCBB-C72C-6113-A2CFC6F89A9B}"/>
                  </a:ext>
                </a:extLst>
              </p:cNvPr>
              <p:cNvGrpSpPr/>
              <p:nvPr/>
            </p:nvGrpSpPr>
            <p:grpSpPr>
              <a:xfrm rot="10800000">
                <a:off x="6929005" y="2000826"/>
                <a:ext cx="273627" cy="256113"/>
                <a:chOff x="3619500" y="5044440"/>
                <a:chExt cx="324000" cy="324000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CFFF0D1D-8F34-EFA0-4981-ED95B6D3E9BA}"/>
                    </a:ext>
                  </a:extLst>
                </p:cNvPr>
                <p:cNvSpPr/>
                <p:nvPr/>
              </p:nvSpPr>
              <p:spPr>
                <a:xfrm>
                  <a:off x="3619500" y="5044440"/>
                  <a:ext cx="324000" cy="324000"/>
                </a:xfrm>
                <a:prstGeom prst="ellipse">
                  <a:avLst/>
                </a:prstGeom>
                <a:solidFill>
                  <a:schemeClr val="bg1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E" dirty="0"/>
                </a:p>
              </p:txBody>
            </p:sp>
            <p:cxnSp>
              <p:nvCxnSpPr>
                <p:cNvPr id="109" name="Straight Arrow Connector 108">
                  <a:extLst>
                    <a:ext uri="{FF2B5EF4-FFF2-40B4-BE49-F238E27FC236}">
                      <a16:creationId xmlns:a16="http://schemas.microsoft.com/office/drawing/2014/main" id="{78570FB5-7F92-D559-146E-C640D29E55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76172" y="5085080"/>
                  <a:ext cx="0" cy="25483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4943861D-F90B-9418-4E1C-5EBC358A31B3}"/>
                  </a:ext>
                </a:extLst>
              </p:cNvPr>
              <p:cNvGrpSpPr/>
              <p:nvPr/>
            </p:nvGrpSpPr>
            <p:grpSpPr>
              <a:xfrm>
                <a:off x="7217283" y="1800272"/>
                <a:ext cx="84772" cy="88582"/>
                <a:chOff x="1708785" y="6222666"/>
                <a:chExt cx="84772" cy="88582"/>
              </a:xfrm>
            </p:grpSpPr>
            <p:sp>
              <p:nvSpPr>
                <p:cNvPr id="112" name="Freeform 35">
                  <a:extLst>
                    <a:ext uri="{FF2B5EF4-FFF2-40B4-BE49-F238E27FC236}">
                      <a16:creationId xmlns:a16="http://schemas.microsoft.com/office/drawing/2014/main" id="{12017181-CA47-55F3-ABC9-5E1FA270BB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08785" y="626552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13" name="Freeform 35">
                  <a:extLst>
                    <a:ext uri="{FF2B5EF4-FFF2-40B4-BE49-F238E27FC236}">
                      <a16:creationId xmlns:a16="http://schemas.microsoft.com/office/drawing/2014/main" id="{D5840603-C3F3-4BD2-1388-910EF37530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200000">
                  <a:off x="1731645" y="623885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sp>
            <p:nvSpPr>
              <p:cNvPr id="114" name="Freeform 35">
                <a:extLst>
                  <a:ext uri="{FF2B5EF4-FFF2-40B4-BE49-F238E27FC236}">
                    <a16:creationId xmlns:a16="http://schemas.microsoft.com/office/drawing/2014/main" id="{89C73209-DCCB-3978-7E18-1F75BEEB9A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9541" y="2433304"/>
                <a:ext cx="78105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3492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C7F3F06D-84C6-9FA2-E45E-0238F747A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2320" y="2041296"/>
                <a:ext cx="139462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BE" altLang="en-BE" sz="1050" b="1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1</a:t>
                </a:r>
                <a:endParaRPr lang="en-BE" altLang="en-BE" sz="1350" b="1" i="1" dirty="0"/>
              </a:p>
            </p:txBody>
          </p:sp>
        </p:grp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BC7BB11C-DC7C-DEE5-4269-189C44A3A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4399" y="3573775"/>
              <a:ext cx="1345935" cy="484748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685800"/>
              <a:r>
                <a:rPr lang="en-US" altLang="en-BE" sz="1050" b="1" dirty="0">
                  <a:solidFill>
                    <a:srgbClr val="000000"/>
                  </a:solidFill>
                </a:rPr>
                <a:t>Diode MOS characteristics with voltage source</a:t>
              </a:r>
              <a:endParaRPr lang="en-BE" altLang="en-BE" sz="1350" b="1" dirty="0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E85F825C-94CB-3E70-AF6B-1F102A66C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1054" y="3510564"/>
              <a:ext cx="1345935" cy="484748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685800"/>
              <a:r>
                <a:rPr lang="en-US" altLang="en-BE" sz="1050" b="1" dirty="0">
                  <a:solidFill>
                    <a:srgbClr val="000000"/>
                  </a:solidFill>
                </a:rPr>
                <a:t>Diode MOS characteristics with current source</a:t>
              </a:r>
              <a:endParaRPr lang="en-BE" altLang="en-BE" sz="1350" b="1" dirty="0"/>
            </a:p>
          </p:txBody>
        </p:sp>
        <p:sp>
          <p:nvSpPr>
            <p:cNvPr id="205" name="Freeform 36">
              <a:extLst>
                <a:ext uri="{FF2B5EF4-FFF2-40B4-BE49-F238E27FC236}">
                  <a16:creationId xmlns:a16="http://schemas.microsoft.com/office/drawing/2014/main" id="{ED0FBB74-BADE-DC0F-460D-32592E047088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2173776" y="4664884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08" name="Freeform 36">
              <a:extLst>
                <a:ext uri="{FF2B5EF4-FFF2-40B4-BE49-F238E27FC236}">
                  <a16:creationId xmlns:a16="http://schemas.microsoft.com/office/drawing/2014/main" id="{9B39A41A-0698-FBB0-FE07-45CA786038ED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7964782" y="4637489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A924C287-2556-74C2-7CA7-B6A97E080258}"/>
              </a:ext>
            </a:extLst>
          </p:cNvPr>
          <p:cNvGrpSpPr/>
          <p:nvPr/>
        </p:nvGrpSpPr>
        <p:grpSpPr>
          <a:xfrm>
            <a:off x="1133024" y="0"/>
            <a:ext cx="9664261" cy="1374397"/>
            <a:chOff x="1133024" y="0"/>
            <a:chExt cx="9664261" cy="1374397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08BD1BA-0A1C-B1C8-B701-69A58CFE53A2}"/>
                </a:ext>
              </a:extLst>
            </p:cNvPr>
            <p:cNvGrpSpPr/>
            <p:nvPr/>
          </p:nvGrpSpPr>
          <p:grpSpPr>
            <a:xfrm>
              <a:off x="1133024" y="0"/>
              <a:ext cx="9664261" cy="1374397"/>
              <a:chOff x="919664" y="2824223"/>
              <a:chExt cx="9664261" cy="1374397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A8DD4350-12E5-CA90-C0D1-53D10965B112}"/>
                  </a:ext>
                </a:extLst>
              </p:cNvPr>
              <p:cNvSpPr/>
              <p:nvPr/>
            </p:nvSpPr>
            <p:spPr>
              <a:xfrm>
                <a:off x="919664" y="2824223"/>
                <a:ext cx="9664261" cy="137439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20"/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B8F913B-2DD1-3E60-7E34-1852A213EC6C}"/>
                  </a:ext>
                </a:extLst>
              </p:cNvPr>
              <p:cNvSpPr txBox="1"/>
              <p:nvPr/>
            </p:nvSpPr>
            <p:spPr>
              <a:xfrm>
                <a:off x="2638174" y="2923182"/>
                <a:ext cx="6132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594" indent="-228594" algn="ctr">
                  <a:buFont typeface="Arial" panose="020B0604020202020204" pitchFamily="34" charset="0"/>
                  <a:buChar char="•"/>
                </a:pPr>
                <a:r>
                  <a:rPr lang="en-US" sz="1800" b="1" u="sng" dirty="0"/>
                  <a:t>Current Mirrors (Basic Concept)</a:t>
                </a:r>
              </a:p>
            </p:txBody>
          </p:sp>
        </p:grpSp>
        <p:sp>
          <p:nvSpPr>
            <p:cNvPr id="125" name="Content Placeholder 2">
              <a:extLst>
                <a:ext uri="{FF2B5EF4-FFF2-40B4-BE49-F238E27FC236}">
                  <a16:creationId xmlns:a16="http://schemas.microsoft.com/office/drawing/2014/main" id="{2EB03C7A-97EC-E981-ABBB-AC8768B2BFC9}"/>
                </a:ext>
              </a:extLst>
            </p:cNvPr>
            <p:cNvSpPr txBox="1">
              <a:spLocks/>
            </p:cNvSpPr>
            <p:nvPr/>
          </p:nvSpPr>
          <p:spPr>
            <a:xfrm>
              <a:off x="1237959" y="555290"/>
              <a:ext cx="6692937" cy="765768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 algn="just">
                <a:buFont typeface="+mj-lt"/>
                <a:buAutoNum type="arabicPeriod"/>
              </a:pPr>
              <a:r>
                <a:rPr lang="en-US" sz="1800" dirty="0">
                  <a:ea typeface="Lucida Sans" panose="020B0602030504020204" pitchFamily="34" charset="0"/>
                  <a:cs typeface="Arial" panose="020B0604020202020204" pitchFamily="34" charset="0"/>
                </a:rPr>
                <a:t>We build one “</a:t>
              </a:r>
              <a:r>
                <a:rPr lang="en-US" sz="1800" dirty="0" err="1">
                  <a:ea typeface="Lucida Sans" panose="020B0602030504020204" pitchFamily="34" charset="0"/>
                  <a:cs typeface="Arial" panose="020B0604020202020204" pitchFamily="34" charset="0"/>
                </a:rPr>
                <a:t>V</a:t>
              </a:r>
              <a:r>
                <a:rPr lang="en-US" sz="1800" baseline="-25000" dirty="0" err="1">
                  <a:ea typeface="Lucida Sans" panose="020B0602030504020204" pitchFamily="34" charset="0"/>
                  <a:cs typeface="Arial" panose="020B0604020202020204" pitchFamily="34" charset="0"/>
                </a:rPr>
                <a:t>golden</a:t>
              </a:r>
              <a:r>
                <a:rPr lang="en-US" sz="1800" dirty="0">
                  <a:ea typeface="Lucida Sans" panose="020B0602030504020204" pitchFamily="34" charset="0"/>
                  <a:cs typeface="Arial" panose="020B0604020202020204" pitchFamily="34" charset="0"/>
                </a:rPr>
                <a:t>” current source using bandgap circuits.</a:t>
              </a:r>
            </a:p>
            <a:p>
              <a:pPr marL="342900" indent="-342900" algn="just">
                <a:buFont typeface="+mj-lt"/>
                <a:buAutoNum type="arabicPeriod"/>
              </a:pPr>
              <a:r>
                <a:rPr lang="en-US" sz="1800" dirty="0">
                  <a:ea typeface="Lucida Sans" panose="020B0602030504020204" pitchFamily="34" charset="0"/>
                  <a:cs typeface="Arial" panose="020B0604020202020204" pitchFamily="34" charset="0"/>
                </a:rPr>
                <a:t>Then we “copy” (clone) this current source to build many others.</a:t>
              </a:r>
            </a:p>
          </p:txBody>
        </p:sp>
        <p:pic>
          <p:nvPicPr>
            <p:cNvPr id="230" name="Picture 229">
              <a:extLst>
                <a:ext uri="{FF2B5EF4-FFF2-40B4-BE49-F238E27FC236}">
                  <a16:creationId xmlns:a16="http://schemas.microsoft.com/office/drawing/2014/main" id="{79B2D4C4-77D4-BED2-A54D-953DE5358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55199" y="439901"/>
              <a:ext cx="548688" cy="548688"/>
            </a:xfrm>
            <a:prstGeom prst="rect">
              <a:avLst/>
            </a:prstGeom>
          </p:spPr>
        </p:pic>
      </p:grpSp>
      <p:pic>
        <p:nvPicPr>
          <p:cNvPr id="231" name="Picture 230">
            <a:extLst>
              <a:ext uri="{FF2B5EF4-FFF2-40B4-BE49-F238E27FC236}">
                <a16:creationId xmlns:a16="http://schemas.microsoft.com/office/drawing/2014/main" id="{3D93252D-9282-7ACA-2679-BA7986187C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8594" y="1439697"/>
            <a:ext cx="5345314" cy="2026166"/>
          </a:xfrm>
          <a:prstGeom prst="rect">
            <a:avLst/>
          </a:prstGeom>
        </p:spPr>
      </p:pic>
      <p:pic>
        <p:nvPicPr>
          <p:cNvPr id="233" name="Picture 232">
            <a:extLst>
              <a:ext uri="{FF2B5EF4-FFF2-40B4-BE49-F238E27FC236}">
                <a16:creationId xmlns:a16="http://schemas.microsoft.com/office/drawing/2014/main" id="{EC1B3DFB-25D1-3C6D-06D5-2E953F9F81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806" y="1384312"/>
            <a:ext cx="1760623" cy="212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55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21A2D8-2301-C0D0-C0D1-0C3391EA9711}"/>
              </a:ext>
            </a:extLst>
          </p:cNvPr>
          <p:cNvSpPr/>
          <p:nvPr/>
        </p:nvSpPr>
        <p:spPr>
          <a:xfrm>
            <a:off x="0" y="-45396"/>
            <a:ext cx="12192000" cy="6903396"/>
          </a:xfrm>
          <a:prstGeom prst="rect">
            <a:avLst/>
          </a:prstGeom>
          <a:solidFill>
            <a:srgbClr val="D9D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400"/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8F2D6361-5D27-A994-97B2-0D6F43CE28B5}"/>
              </a:ext>
            </a:extLst>
          </p:cNvPr>
          <p:cNvGrpSpPr/>
          <p:nvPr/>
        </p:nvGrpSpPr>
        <p:grpSpPr>
          <a:xfrm>
            <a:off x="1038860" y="3998528"/>
            <a:ext cx="10807700" cy="2757872"/>
            <a:chOff x="1038860" y="3998528"/>
            <a:chExt cx="10807700" cy="275787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E60B185-EEC0-F206-40E5-F117A53E76FD}"/>
                </a:ext>
              </a:extLst>
            </p:cNvPr>
            <p:cNvGrpSpPr/>
            <p:nvPr/>
          </p:nvGrpSpPr>
          <p:grpSpPr>
            <a:xfrm>
              <a:off x="1038860" y="4389120"/>
              <a:ext cx="10807700" cy="2367280"/>
              <a:chOff x="1181100" y="4287520"/>
              <a:chExt cx="10807700" cy="236728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4D33A2C-4634-3217-9C00-B4E26779828B}"/>
                  </a:ext>
                </a:extLst>
              </p:cNvPr>
              <p:cNvSpPr/>
              <p:nvPr/>
            </p:nvSpPr>
            <p:spPr>
              <a:xfrm>
                <a:off x="1181100" y="4287520"/>
                <a:ext cx="10807700" cy="236728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20" dirty="0"/>
                  <a:t>v</a:t>
                </a:r>
              </a:p>
            </p:txBody>
          </p: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44BB5477-09FD-C230-41FD-607D3622B500}"/>
                  </a:ext>
                </a:extLst>
              </p:cNvPr>
              <p:cNvCxnSpPr>
                <a:cxnSpLocks/>
                <a:endCxn id="93" idx="0"/>
              </p:cNvCxnSpPr>
              <p:nvPr/>
            </p:nvCxnSpPr>
            <p:spPr>
              <a:xfrm>
                <a:off x="2783360" y="5015725"/>
                <a:ext cx="0" cy="4714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Freeform 14">
                <a:extLst>
                  <a:ext uri="{FF2B5EF4-FFF2-40B4-BE49-F238E27FC236}">
                    <a16:creationId xmlns:a16="http://schemas.microsoft.com/office/drawing/2014/main" id="{ADEFE3CD-1682-B681-9938-6EAFAEEF2D4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541142" y="5476197"/>
                <a:ext cx="0" cy="188119"/>
              </a:xfrm>
              <a:custGeom>
                <a:avLst/>
                <a:gdLst>
                  <a:gd name="T0" fmla="*/ 2 w 2"/>
                  <a:gd name="T1" fmla="*/ 0 h 232"/>
                  <a:gd name="T2" fmla="*/ 2 w 2"/>
                  <a:gd name="T3" fmla="*/ 0 h 232"/>
                  <a:gd name="T4" fmla="*/ 0 w 2"/>
                  <a:gd name="T5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32">
                    <a:moveTo>
                      <a:pt x="2" y="0"/>
                    </a:moveTo>
                    <a:lnTo>
                      <a:pt x="2" y="0"/>
                    </a:lnTo>
                    <a:lnTo>
                      <a:pt x="0" y="232"/>
                    </a:lnTo>
                  </a:path>
                </a:pathLst>
              </a:custGeom>
              <a:noFill/>
              <a:ln w="38100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91" name="Freeform 15">
                <a:extLst>
                  <a:ext uri="{FF2B5EF4-FFF2-40B4-BE49-F238E27FC236}">
                    <a16:creationId xmlns:a16="http://schemas.microsoft.com/office/drawing/2014/main" id="{CFD0A525-0A6D-3A49-6B81-F24A6EA43AA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768318" y="5668126"/>
                <a:ext cx="0" cy="377074"/>
              </a:xfrm>
              <a:custGeom>
                <a:avLst/>
                <a:gdLst>
                  <a:gd name="T0" fmla="*/ 0 h 130"/>
                  <a:gd name="T1" fmla="*/ 0 h 130"/>
                  <a:gd name="T2" fmla="*/ 130 h 13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30">
                    <a:moveTo>
                      <a:pt x="0" y="0"/>
                    </a:moveTo>
                    <a:lnTo>
                      <a:pt x="0" y="0"/>
                    </a:lnTo>
                    <a:lnTo>
                      <a:pt x="0" y="13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92" name="Freeform 17">
                <a:extLst>
                  <a:ext uri="{FF2B5EF4-FFF2-40B4-BE49-F238E27FC236}">
                    <a16:creationId xmlns:a16="http://schemas.microsoft.com/office/drawing/2014/main" id="{381DE3DE-72A0-5D59-E408-2569B48962E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11633" y="5658601"/>
                <a:ext cx="171729" cy="0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93" name="Freeform 18">
                <a:extLst>
                  <a:ext uri="{FF2B5EF4-FFF2-40B4-BE49-F238E27FC236}">
                    <a16:creationId xmlns:a16="http://schemas.microsoft.com/office/drawing/2014/main" id="{536E0B59-0BA0-171C-3DE9-8D31C8473EB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11633" y="5487151"/>
                <a:ext cx="171729" cy="0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94" name="Freeform 19">
                <a:extLst>
                  <a:ext uri="{FF2B5EF4-FFF2-40B4-BE49-F238E27FC236}">
                    <a16:creationId xmlns:a16="http://schemas.microsoft.com/office/drawing/2014/main" id="{EE53A960-60BF-177D-AD64-33925F910F2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11632" y="5435954"/>
                <a:ext cx="0" cy="273844"/>
              </a:xfrm>
              <a:custGeom>
                <a:avLst/>
                <a:gdLst>
                  <a:gd name="T0" fmla="*/ 337 h 337"/>
                  <a:gd name="T1" fmla="*/ 337 h 337"/>
                  <a:gd name="T2" fmla="*/ 0 h 33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37">
                    <a:moveTo>
                      <a:pt x="0" y="337"/>
                    </a:moveTo>
                    <a:lnTo>
                      <a:pt x="0" y="337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F6556C9A-D854-C0FB-4748-87D0C8888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0149" y="5483792"/>
                <a:ext cx="276820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M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1</a:t>
                </a:r>
                <a:endParaRPr lang="en-BE" altLang="en-BE" sz="1350" b="1" i="1" dirty="0"/>
              </a:p>
            </p:txBody>
          </p:sp>
          <p:sp>
            <p:nvSpPr>
              <p:cNvPr id="104" name="Freeform 35">
                <a:extLst>
                  <a:ext uri="{FF2B5EF4-FFF2-40B4-BE49-F238E27FC236}">
                    <a16:creationId xmlns:a16="http://schemas.microsoft.com/office/drawing/2014/main" id="{737A31F5-9932-65B6-5454-0DEBEF5416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060" y="5581688"/>
                <a:ext cx="284831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05" name="Freeform 35">
                <a:extLst>
                  <a:ext uri="{FF2B5EF4-FFF2-40B4-BE49-F238E27FC236}">
                    <a16:creationId xmlns:a16="http://schemas.microsoft.com/office/drawing/2014/main" id="{BAA55111-8B36-31C3-8503-114D2B987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520" y="5185448"/>
                <a:ext cx="526131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178FC2D8-2743-8F96-D3A8-9C7A10FF69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2980" y="5185448"/>
                <a:ext cx="0" cy="40076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Freeform 35">
                <a:extLst>
                  <a:ext uri="{FF2B5EF4-FFF2-40B4-BE49-F238E27FC236}">
                    <a16:creationId xmlns:a16="http://schemas.microsoft.com/office/drawing/2014/main" id="{A3694B44-1684-91E3-C2A9-3BB29F1C5D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4520" y="5020348"/>
                <a:ext cx="1569720" cy="140932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17" name="Freeform 35">
                <a:extLst>
                  <a:ext uri="{FF2B5EF4-FFF2-40B4-BE49-F238E27FC236}">
                    <a16:creationId xmlns:a16="http://schemas.microsoft.com/office/drawing/2014/main" id="{BC37CD51-BD25-EB9F-C1FC-2E3BE9468F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4520" y="6051588"/>
                <a:ext cx="891891" cy="69812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2281F222-D75F-5B31-E82E-85F5209B1B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4520" y="5015268"/>
                <a:ext cx="0" cy="39314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580A1460-2721-BE16-86EE-C1268BC36E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9600" y="5647728"/>
                <a:ext cx="0" cy="39314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3A170643-39F3-D3F3-3AFE-22784E7B8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3520" y="5457596"/>
                <a:ext cx="86562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1</a:t>
                </a:r>
                <a:endParaRPr lang="en-BE" altLang="en-BE" sz="1350" b="1" i="1" dirty="0"/>
              </a:p>
            </p:txBody>
          </p: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3B073923-C822-6745-D5F4-1989EA12CD14}"/>
                  </a:ext>
                </a:extLst>
              </p:cNvPr>
              <p:cNvGrpSpPr/>
              <p:nvPr/>
            </p:nvGrpSpPr>
            <p:grpSpPr>
              <a:xfrm rot="10800000">
                <a:off x="1747405" y="5401886"/>
                <a:ext cx="273627" cy="256113"/>
                <a:chOff x="3619500" y="5044440"/>
                <a:chExt cx="324000" cy="324000"/>
              </a:xfrm>
            </p:grpSpPr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7B472154-3BBB-C2A5-FD43-EA461D9B7D99}"/>
                    </a:ext>
                  </a:extLst>
                </p:cNvPr>
                <p:cNvSpPr/>
                <p:nvPr/>
              </p:nvSpPr>
              <p:spPr>
                <a:xfrm>
                  <a:off x="3619500" y="5044440"/>
                  <a:ext cx="324000" cy="324000"/>
                </a:xfrm>
                <a:prstGeom prst="ellipse">
                  <a:avLst/>
                </a:prstGeom>
                <a:solidFill>
                  <a:schemeClr val="bg1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E" dirty="0"/>
                </a:p>
              </p:txBody>
            </p:sp>
            <p:cxnSp>
              <p:nvCxnSpPr>
                <p:cNvPr id="194" name="Straight Arrow Connector 193">
                  <a:extLst>
                    <a:ext uri="{FF2B5EF4-FFF2-40B4-BE49-F238E27FC236}">
                      <a16:creationId xmlns:a16="http://schemas.microsoft.com/office/drawing/2014/main" id="{9FD1F756-0F27-88CF-10FF-BF95D583E8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76172" y="5085080"/>
                  <a:ext cx="0" cy="25483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F4F32BEA-73D2-1CC6-478E-E534B2EFA766}"/>
                  </a:ext>
                </a:extLst>
              </p:cNvPr>
              <p:cNvGrpSpPr/>
              <p:nvPr/>
            </p:nvGrpSpPr>
            <p:grpSpPr>
              <a:xfrm>
                <a:off x="2035683" y="5201332"/>
                <a:ext cx="84772" cy="88582"/>
                <a:chOff x="1708785" y="6222666"/>
                <a:chExt cx="84772" cy="88582"/>
              </a:xfrm>
            </p:grpSpPr>
            <p:sp>
              <p:nvSpPr>
                <p:cNvPr id="185" name="Freeform 35">
                  <a:extLst>
                    <a:ext uri="{FF2B5EF4-FFF2-40B4-BE49-F238E27FC236}">
                      <a16:creationId xmlns:a16="http://schemas.microsoft.com/office/drawing/2014/main" id="{83C16735-F919-CF61-8336-1258B60C0E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08785" y="626552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89" name="Freeform 35">
                  <a:extLst>
                    <a:ext uri="{FF2B5EF4-FFF2-40B4-BE49-F238E27FC236}">
                      <a16:creationId xmlns:a16="http://schemas.microsoft.com/office/drawing/2014/main" id="{4195AA84-7138-1460-389F-5F7600CF4B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200000">
                  <a:off x="1731645" y="623885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sp>
            <p:nvSpPr>
              <p:cNvPr id="123" name="Freeform 35">
                <a:extLst>
                  <a:ext uri="{FF2B5EF4-FFF2-40B4-BE49-F238E27FC236}">
                    <a16:creationId xmlns:a16="http://schemas.microsoft.com/office/drawing/2014/main" id="{DB150529-E81A-4EDD-1DE8-E3F0476A6D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7941" y="5834364"/>
                <a:ext cx="78105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3492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C67FA76D-DAC8-05C6-899C-86BF402898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0720" y="5442356"/>
                <a:ext cx="139462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BE" altLang="en-BE" sz="1050" b="1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1</a:t>
                </a:r>
                <a:endParaRPr lang="en-BE" altLang="en-BE" sz="1350" b="1" i="1" dirty="0"/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5A0F2CF3-C952-D9A1-9084-E90BDB10BC66}"/>
                  </a:ext>
                </a:extLst>
              </p:cNvPr>
              <p:cNvGrpSpPr/>
              <p:nvPr/>
            </p:nvGrpSpPr>
            <p:grpSpPr>
              <a:xfrm>
                <a:off x="3450970" y="4462005"/>
                <a:ext cx="777083" cy="1565873"/>
                <a:chOff x="3481450" y="4489945"/>
                <a:chExt cx="777083" cy="1565873"/>
              </a:xfrm>
            </p:grpSpPr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E87B968B-2FCA-15FC-2DC2-51308A751308}"/>
                    </a:ext>
                  </a:extLst>
                </p:cNvPr>
                <p:cNvCxnSpPr>
                  <a:cxnSpLocks/>
                  <a:endCxn id="139" idx="0"/>
                </p:cNvCxnSpPr>
                <p:nvPr/>
              </p:nvCxnSpPr>
              <p:spPr>
                <a:xfrm>
                  <a:off x="3723668" y="4489945"/>
                  <a:ext cx="0" cy="47142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6" name="Freeform 14">
                  <a:extLst>
                    <a:ext uri="{FF2B5EF4-FFF2-40B4-BE49-F238E27FC236}">
                      <a16:creationId xmlns:a16="http://schemas.microsoft.com/office/drawing/2014/main" id="{7E44F642-C803-777B-709C-CB6D0643FA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481450" y="4950417"/>
                  <a:ext cx="0" cy="188119"/>
                </a:xfrm>
                <a:custGeom>
                  <a:avLst/>
                  <a:gdLst>
                    <a:gd name="T0" fmla="*/ 2 w 2"/>
                    <a:gd name="T1" fmla="*/ 0 h 232"/>
                    <a:gd name="T2" fmla="*/ 2 w 2"/>
                    <a:gd name="T3" fmla="*/ 0 h 232"/>
                    <a:gd name="T4" fmla="*/ 0 w 2"/>
                    <a:gd name="T5" fmla="*/ 232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232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232"/>
                      </a:lnTo>
                    </a:path>
                  </a:pathLst>
                </a:custGeom>
                <a:noFill/>
                <a:ln w="38100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37" name="Freeform 15">
                  <a:extLst>
                    <a:ext uri="{FF2B5EF4-FFF2-40B4-BE49-F238E27FC236}">
                      <a16:creationId xmlns:a16="http://schemas.microsoft.com/office/drawing/2014/main" id="{3A7DA75B-4911-D568-B8F7-E1A1F7D1E9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676878" y="5142346"/>
                  <a:ext cx="45719" cy="816494"/>
                </a:xfrm>
                <a:custGeom>
                  <a:avLst/>
                  <a:gdLst>
                    <a:gd name="T0" fmla="*/ 0 h 130"/>
                    <a:gd name="T1" fmla="*/ 0 h 130"/>
                    <a:gd name="T2" fmla="*/ 130 h 130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3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 dirty="0"/>
                </a:p>
              </p:txBody>
            </p:sp>
            <p:sp>
              <p:nvSpPr>
                <p:cNvPr id="138" name="Freeform 17">
                  <a:extLst>
                    <a:ext uri="{FF2B5EF4-FFF2-40B4-BE49-F238E27FC236}">
                      <a16:creationId xmlns:a16="http://schemas.microsoft.com/office/drawing/2014/main" id="{49A35923-99B1-3354-7950-7B2E098178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551941" y="5132821"/>
                  <a:ext cx="171729" cy="0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 type="triangle"/>
                  <a:tailEnd type="none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39" name="Freeform 18">
                  <a:extLst>
                    <a:ext uri="{FF2B5EF4-FFF2-40B4-BE49-F238E27FC236}">
                      <a16:creationId xmlns:a16="http://schemas.microsoft.com/office/drawing/2014/main" id="{7FAB061C-9DC8-1E37-5BAA-E9D13B63AC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551941" y="4961371"/>
                  <a:ext cx="171729" cy="0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40" name="Freeform 19">
                  <a:extLst>
                    <a:ext uri="{FF2B5EF4-FFF2-40B4-BE49-F238E27FC236}">
                      <a16:creationId xmlns:a16="http://schemas.microsoft.com/office/drawing/2014/main" id="{2DE20BF4-AD20-4751-3C76-9A145D269D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551940" y="4910174"/>
                  <a:ext cx="0" cy="273844"/>
                </a:xfrm>
                <a:custGeom>
                  <a:avLst/>
                  <a:gdLst>
                    <a:gd name="T0" fmla="*/ 337 h 337"/>
                    <a:gd name="T1" fmla="*/ 337 h 337"/>
                    <a:gd name="T2" fmla="*/ 0 h 337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337">
                      <a:moveTo>
                        <a:pt x="0" y="337"/>
                      </a:moveTo>
                      <a:lnTo>
                        <a:pt x="0" y="3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AC0F377D-22DA-D89E-9F84-0FC551AF93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0457" y="4958012"/>
                  <a:ext cx="276820" cy="1615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286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743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200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657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defTabSz="685800"/>
                  <a:r>
                    <a:rPr lang="en-US" altLang="en-BE" sz="1050" b="1" i="1" dirty="0">
                      <a:solidFill>
                        <a:srgbClr val="000000"/>
                      </a:solidFill>
                    </a:rPr>
                    <a:t>M</a:t>
                  </a:r>
                  <a:r>
                    <a:rPr lang="en-US" altLang="en-BE" sz="1050" b="1" i="1" baseline="-25000" dirty="0">
                      <a:solidFill>
                        <a:srgbClr val="000000"/>
                      </a:solidFill>
                    </a:rPr>
                    <a:t>2</a:t>
                  </a:r>
                  <a:endParaRPr lang="en-BE" altLang="en-BE" sz="1350" b="1" i="1" dirty="0"/>
                </a:p>
              </p:txBody>
            </p:sp>
            <p:sp>
              <p:nvSpPr>
                <p:cNvPr id="149" name="Freeform 88">
                  <a:extLst>
                    <a:ext uri="{FF2B5EF4-FFF2-40B4-BE49-F238E27FC236}">
                      <a16:creationId xmlns:a16="http://schemas.microsoft.com/office/drawing/2014/main" id="{3998447F-2D89-8664-CC42-206AC6D7F0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70426" y="5973665"/>
                  <a:ext cx="103584" cy="0"/>
                </a:xfrm>
                <a:custGeom>
                  <a:avLst/>
                  <a:gdLst>
                    <a:gd name="T0" fmla="*/ 0 w 127"/>
                    <a:gd name="T1" fmla="*/ 0 w 127"/>
                    <a:gd name="T2" fmla="*/ 127 w 12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78" name="Freeform 89">
                  <a:extLst>
                    <a:ext uri="{FF2B5EF4-FFF2-40B4-BE49-F238E27FC236}">
                      <a16:creationId xmlns:a16="http://schemas.microsoft.com/office/drawing/2014/main" id="{3FC7513B-417A-B009-7FFF-82A419EA2C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96619" y="6015337"/>
                  <a:ext cx="51197" cy="0"/>
                </a:xfrm>
                <a:custGeom>
                  <a:avLst/>
                  <a:gdLst>
                    <a:gd name="T0" fmla="*/ 0 w 63"/>
                    <a:gd name="T1" fmla="*/ 0 w 63"/>
                    <a:gd name="T2" fmla="*/ 63 w 6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79" name="Freeform 90">
                  <a:extLst>
                    <a:ext uri="{FF2B5EF4-FFF2-40B4-BE49-F238E27FC236}">
                      <a16:creationId xmlns:a16="http://schemas.microsoft.com/office/drawing/2014/main" id="{DF9AE55C-6952-31F9-766F-69D6993A66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6860" y="6055818"/>
                  <a:ext cx="11906" cy="0"/>
                </a:xfrm>
                <a:custGeom>
                  <a:avLst/>
                  <a:gdLst>
                    <a:gd name="T0" fmla="*/ 0 w 15"/>
                    <a:gd name="T1" fmla="*/ 0 w 15"/>
                    <a:gd name="T2" fmla="*/ 15 w 1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5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80" name="Freeform 17">
                  <a:extLst>
                    <a:ext uri="{FF2B5EF4-FFF2-40B4-BE49-F238E27FC236}">
                      <a16:creationId xmlns:a16="http://schemas.microsoft.com/office/drawing/2014/main" id="{C2E56A89-96B5-E4E0-6FD6-9AA41311C8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 flipH="1" flipV="1">
                  <a:off x="3732907" y="4650523"/>
                  <a:ext cx="317067" cy="45719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 type="triangle"/>
                  <a:tailEnd type="none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27314EB2-3D06-C310-22EF-A0C9693240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1713" y="4517903"/>
                  <a:ext cx="276820" cy="1615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286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743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200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657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defTabSz="685800"/>
                  <a:r>
                    <a:rPr lang="en-US" altLang="en-BE" sz="1050" b="1" i="1" dirty="0" err="1">
                      <a:solidFill>
                        <a:srgbClr val="000000"/>
                      </a:solidFill>
                    </a:rPr>
                    <a:t>I</a:t>
                  </a:r>
                  <a:r>
                    <a:rPr lang="en-US" altLang="en-BE" sz="1050" b="1" i="1" baseline="-25000" dirty="0" err="1">
                      <a:solidFill>
                        <a:srgbClr val="000000"/>
                      </a:solidFill>
                    </a:rPr>
                    <a:t>out</a:t>
                  </a:r>
                  <a:endParaRPr lang="en-BE" altLang="en-BE" sz="1350" b="1" i="1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3CE8C676-84D2-408F-6239-8B974CC11655}"/>
                      </a:ext>
                    </a:extLst>
                  </p:cNvPr>
                  <p:cNvSpPr txBox="1"/>
                  <p:nvPr/>
                </p:nvSpPr>
                <p:spPr>
                  <a:xfrm>
                    <a:off x="4827937" y="4431792"/>
                    <a:ext cx="2742802" cy="450636"/>
                  </a:xfrm>
                  <a:prstGeom prst="rect">
                    <a:avLst/>
                  </a:prstGeom>
                  <a:noFill/>
                  <a:ln w="19050">
                    <a:solidFill>
                      <a:srgbClr val="00B050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 =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𝑜𝑥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(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r>
                      <a:rPr lang="en-US" dirty="0"/>
                      <a:t>-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𝑇𝐻</m:t>
                        </m:r>
                      </m:oMath>
                    </a14:m>
                    <a:r>
                      <a:rPr lang="en-US" dirty="0"/>
                      <a:t>)</a:t>
                    </a:r>
                    <a:r>
                      <a:rPr lang="en-US" baseline="30000" dirty="0"/>
                      <a:t>2</a:t>
                    </a:r>
                    <a:endParaRPr lang="en-BE" dirty="0"/>
                  </a:p>
                </p:txBody>
              </p:sp>
            </mc:Choice>
            <mc:Fallback xmlns=""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3CE8C676-84D2-408F-6239-8B974CC116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27937" y="4431792"/>
                    <a:ext cx="2742802" cy="45063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870" r="-2428" b="-9091"/>
                    </a:stretch>
                  </a:blipFill>
                  <a:ln w="19050">
                    <a:solidFill>
                      <a:srgbClr val="00B050"/>
                    </a:solidFill>
                  </a:ln>
                </p:spPr>
                <p:txBody>
                  <a:bodyPr/>
                  <a:lstStyle/>
                  <a:p>
                    <a:r>
                      <a:rPr lang="en-B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id="{54E7A9E6-9902-77C2-CBE4-30643F4565A8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801" y="5029200"/>
                    <a:ext cx="4933082" cy="1132298"/>
                  </a:xfrm>
                  <a:prstGeom prst="rect">
                    <a:avLst/>
                  </a:prstGeom>
                  <a:noFill/>
                  <a:ln w="28575">
                    <a:solidFill>
                      <a:srgbClr val="00B050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 =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𝑜𝑥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  <m:r>
                                            <a:rPr lang="en-US" i="1" baseline="-2500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µ</m:t>
                                          </m:r>
                                          <m:r>
                                            <a:rPr lang="en-US" i="1" baseline="-2500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  <m:r>
                                            <a:rPr lang="en-US" i="1" baseline="-25000">
                                              <a:latin typeface="Cambria Math" panose="02040503050406030204" pitchFamily="18" charset="0"/>
                                            </a:rPr>
                                            <m:t>𝑜𝑥</m:t>
                                          </m:r>
                                          <m:r>
                                            <a:rPr lang="en-US" b="0" i="1" baseline="-2500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baseline="-2500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i="1" baseline="-2500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f>
                                                    <m:f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𝑊</m:t>
                                                      </m:r>
                                                    </m:num>
                                                    <m:den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𝐿</m:t>
                                                      </m:r>
                                                    </m:den>
                                                  </m:f>
                                                </m:e>
                                              </m:d>
                                            </m:e>
                                            <m:sub>
                                              <m:r>
                                                <a:rPr lang="en-US" b="0" i="1" baseline="-25000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ra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i="1" baseline="-25000"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i="1" baseline="-25000"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oMath>
                      </m:oMathPara>
                    </a14:m>
                    <a:endParaRPr lang="en-BE" dirty="0"/>
                  </a:p>
                </p:txBody>
              </p:sp>
            </mc:Choice>
            <mc:Fallback xmlns="">
              <p:sp>
                <p:nvSpPr>
                  <p:cNvPr id="184" name="TextBox 183">
                    <a:extLst>
                      <a:ext uri="{FF2B5EF4-FFF2-40B4-BE49-F238E27FC236}">
                        <a16:creationId xmlns:a16="http://schemas.microsoft.com/office/drawing/2014/main" id="{54E7A9E6-9902-77C2-CBE4-30643F4565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801" y="5029200"/>
                    <a:ext cx="4933082" cy="113229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28575">
                    <a:solidFill>
                      <a:srgbClr val="00B050"/>
                    </a:solidFill>
                  </a:ln>
                </p:spPr>
                <p:txBody>
                  <a:bodyPr/>
                  <a:lstStyle/>
                  <a:p>
                    <a:r>
                      <a:rPr lang="en-B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551C712D-CF64-FB38-61D7-9F8D88205D2A}"/>
                  </a:ext>
                </a:extLst>
              </p:cNvPr>
              <p:cNvCxnSpPr/>
              <p:nvPr/>
            </p:nvCxnSpPr>
            <p:spPr>
              <a:xfrm flipV="1">
                <a:off x="7943088" y="5340096"/>
                <a:ext cx="268224" cy="49377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B773809E-78EC-AEAA-CEAA-EA2530FBD12B}"/>
                  </a:ext>
                </a:extLst>
              </p:cNvPr>
              <p:cNvCxnSpPr/>
              <p:nvPr/>
            </p:nvCxnSpPr>
            <p:spPr>
              <a:xfrm flipV="1">
                <a:off x="8423563" y="5368636"/>
                <a:ext cx="268224" cy="49377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F32B1AB1-0F65-AF27-953C-1BA6E813B0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29786" y="5701145"/>
                <a:ext cx="452905" cy="21502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2622561E-6AA2-486F-1787-C5C2609D72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55200" y="5486401"/>
                <a:ext cx="486618" cy="21779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2A2FF03C-FEA1-8454-04C9-BB7FB5A2935B}"/>
                      </a:ext>
                    </a:extLst>
                  </p:cNvPr>
                  <p:cNvSpPr txBox="1"/>
                  <p:nvPr/>
                </p:nvSpPr>
                <p:spPr>
                  <a:xfrm>
                    <a:off x="9676289" y="5167376"/>
                    <a:ext cx="1935851" cy="1091646"/>
                  </a:xfrm>
                  <a:prstGeom prst="rect">
                    <a:avLst/>
                  </a:prstGeom>
                  <a:noFill/>
                  <a:ln w="19050">
                    <a:solidFill>
                      <a:srgbClr val="00B050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BE" dirty="0"/>
                  </a:p>
                </p:txBody>
              </p:sp>
            </mc:Choice>
            <mc:Fallback xmlns="">
              <p:sp>
                <p:nvSpPr>
                  <p:cNvPr id="191" name="TextBox 190">
                    <a:extLst>
                      <a:ext uri="{FF2B5EF4-FFF2-40B4-BE49-F238E27FC236}">
                        <a16:creationId xmlns:a16="http://schemas.microsoft.com/office/drawing/2014/main" id="{2A2FF03C-FEA1-8454-04C9-BB7FB5A293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76289" y="5167376"/>
                    <a:ext cx="1935851" cy="109164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9050">
                    <a:solidFill>
                      <a:srgbClr val="00B050"/>
                    </a:solidFill>
                  </a:ln>
                </p:spPr>
                <p:txBody>
                  <a:bodyPr/>
                  <a:lstStyle/>
                  <a:p>
                    <a:r>
                      <a:rPr lang="en-B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36289C4C-C740-3745-7C7F-66586BBB79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91456" y="5605780"/>
                <a:ext cx="241300" cy="16103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94C88DCA-5AA1-9FDE-6335-55B611EB62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68253" y="5328689"/>
                <a:ext cx="241300" cy="16103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25819A96-41AC-74A2-6F12-2CF71B2DB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3024" y="3998528"/>
              <a:ext cx="1345935" cy="32316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685800"/>
              <a:r>
                <a:rPr lang="en-US" altLang="en-BE" sz="1050" b="1" dirty="0">
                  <a:solidFill>
                    <a:srgbClr val="000000"/>
                  </a:solidFill>
                </a:rPr>
                <a:t>Basics of current mirror</a:t>
              </a:r>
              <a:endParaRPr lang="en-BE" altLang="en-BE" sz="1350" b="1" dirty="0"/>
            </a:p>
          </p:txBody>
        </p:sp>
        <p:sp>
          <p:nvSpPr>
            <p:cNvPr id="197" name="Freeform 36">
              <a:extLst>
                <a:ext uri="{FF2B5EF4-FFF2-40B4-BE49-F238E27FC236}">
                  <a16:creationId xmlns:a16="http://schemas.microsoft.com/office/drawing/2014/main" id="{D6DA0960-C62F-7DE8-BBFE-360894B4199C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2582426" y="5229272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10" name="Freeform 36">
              <a:extLst>
                <a:ext uri="{FF2B5EF4-FFF2-40B4-BE49-F238E27FC236}">
                  <a16:creationId xmlns:a16="http://schemas.microsoft.com/office/drawing/2014/main" id="{C9927C5B-F7CE-3AC1-96E3-4F6C5DC21E65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2582426" y="5074967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pic>
          <p:nvPicPr>
            <p:cNvPr id="211" name="Picture 210">
              <a:extLst>
                <a:ext uri="{FF2B5EF4-FFF2-40B4-BE49-F238E27FC236}">
                  <a16:creationId xmlns:a16="http://schemas.microsoft.com/office/drawing/2014/main" id="{2B9E0E47-22E7-49F5-541B-276AF3D86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68559" y="4503644"/>
              <a:ext cx="548688" cy="548688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49EABC53-3B03-FC71-0114-E73545148C00}"/>
              </a:ext>
            </a:extLst>
          </p:cNvPr>
          <p:cNvGrpSpPr/>
          <p:nvPr/>
        </p:nvGrpSpPr>
        <p:grpSpPr>
          <a:xfrm>
            <a:off x="7012001" y="188818"/>
            <a:ext cx="4919472" cy="3933893"/>
            <a:chOff x="7012001" y="188818"/>
            <a:chExt cx="4919472" cy="39338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E41F435D-0F9F-786D-2FC6-53ABF9EB299B}"/>
                    </a:ext>
                  </a:extLst>
                </p:cNvPr>
                <p:cNvSpPr/>
                <p:nvPr/>
              </p:nvSpPr>
              <p:spPr>
                <a:xfrm>
                  <a:off x="7199453" y="677381"/>
                  <a:ext cx="4732020" cy="344533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baseline="-25000" smtClean="0">
                          <a:latin typeface="Cambria Math" panose="02040503050406030204" pitchFamily="18" charset="0"/>
                        </a:rPr>
                        <m:t>𝑜𝑢𝑡</m:t>
                      </m:r>
                    </m:oMath>
                  </a14:m>
                  <a:r>
                    <a:rPr lang="en-IN" sz="1620" dirty="0"/>
                    <a:t>v</a:t>
                  </a:r>
                </a:p>
              </p:txBody>
            </p:sp>
          </mc:Choice>
          <mc:Fallback xmlns=""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E41F435D-0F9F-786D-2FC6-53ABF9EB29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453" y="677381"/>
                  <a:ext cx="4732020" cy="344533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38100">
                  <a:solidFill>
                    <a:srgbClr val="002060"/>
                  </a:solidFill>
                </a:ln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64153F25-6126-A2F1-EA04-D5A657DC708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741840" y="760307"/>
              <a:ext cx="27682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BE" altLang="en-BE" sz="1050" b="1" i="1" dirty="0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DD</a:t>
              </a:r>
              <a:endParaRPr lang="en-BE" altLang="en-BE" sz="1350" b="1" i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5B7FC7DE-D17F-4E4B-19FD-854A83C8292A}"/>
                    </a:ext>
                  </a:extLst>
                </p:cNvPr>
                <p:cNvSpPr/>
                <p:nvPr/>
              </p:nvSpPr>
              <p:spPr>
                <a:xfrm>
                  <a:off x="7658641" y="2021357"/>
                  <a:ext cx="1818861" cy="97116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600" b="0" i="1" baseline="-25000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oMath>
                    </m:oMathPara>
                  </a14:m>
                  <a:endParaRPr lang="en-IN" sz="1620" dirty="0"/>
                </a:p>
              </p:txBody>
            </p:sp>
          </mc:Choice>
          <mc:Fallback xmlns=""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5B7FC7DE-D17F-4E4B-19FD-854A83C829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8641" y="2021357"/>
                  <a:ext cx="1818861" cy="97116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81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CB6EF075-2638-B71D-A5DB-F944AFAD6130}"/>
                </a:ext>
              </a:extLst>
            </p:cNvPr>
            <p:cNvSpPr/>
            <p:nvPr/>
          </p:nvSpPr>
          <p:spPr>
            <a:xfrm>
              <a:off x="7660717" y="1282990"/>
              <a:ext cx="324000" cy="324000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dirty="0"/>
            </a:p>
          </p:txBody>
        </p: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BC4DBF5F-BBA9-D1D0-2CDF-6B80883FBA35}"/>
                </a:ext>
              </a:extLst>
            </p:cNvPr>
            <p:cNvCxnSpPr>
              <a:cxnSpLocks/>
            </p:cNvCxnSpPr>
            <p:nvPr/>
          </p:nvCxnSpPr>
          <p:spPr>
            <a:xfrm>
              <a:off x="7817389" y="1323630"/>
              <a:ext cx="0" cy="2548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Freeform 28">
              <a:extLst>
                <a:ext uri="{FF2B5EF4-FFF2-40B4-BE49-F238E27FC236}">
                  <a16:creationId xmlns:a16="http://schemas.microsoft.com/office/drawing/2014/main" id="{1805D345-012D-65CC-CAD7-F327B3276B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734239" y="987470"/>
              <a:ext cx="163115" cy="0"/>
            </a:xfrm>
            <a:custGeom>
              <a:avLst/>
              <a:gdLst>
                <a:gd name="T0" fmla="*/ 0 w 201"/>
                <a:gd name="T1" fmla="*/ 0 w 201"/>
                <a:gd name="T2" fmla="*/ 201 w 20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01">
                  <a:moveTo>
                    <a:pt x="0" y="0"/>
                  </a:moveTo>
                  <a:lnTo>
                    <a:pt x="0" y="0"/>
                  </a:lnTo>
                  <a:lnTo>
                    <a:pt x="201" y="0"/>
                  </a:lnTo>
                </a:path>
              </a:pathLst>
            </a:custGeom>
            <a:noFill/>
            <a:ln w="508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18" name="Freeform 15">
              <a:extLst>
                <a:ext uri="{FF2B5EF4-FFF2-40B4-BE49-F238E27FC236}">
                  <a16:creationId xmlns:a16="http://schemas.microsoft.com/office/drawing/2014/main" id="{7F4FFA64-7EFA-00E9-8223-47F22BEF3F2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772449" y="996986"/>
              <a:ext cx="47272" cy="276860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19" name="Freeform 15">
              <a:extLst>
                <a:ext uri="{FF2B5EF4-FFF2-40B4-BE49-F238E27FC236}">
                  <a16:creationId xmlns:a16="http://schemas.microsoft.com/office/drawing/2014/main" id="{DE319152-6F28-FEB2-44B2-2B2A89FAB32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772449" y="1637066"/>
              <a:ext cx="46764" cy="377444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5A8F509F-8125-D135-E2D2-30001CAC6855}"/>
                </a:ext>
              </a:extLst>
            </p:cNvPr>
            <p:cNvGrpSpPr/>
            <p:nvPr/>
          </p:nvGrpSpPr>
          <p:grpSpPr>
            <a:xfrm rot="10800000" flipV="1">
              <a:off x="7315277" y="2062430"/>
              <a:ext cx="441795" cy="304594"/>
              <a:chOff x="3426488" y="4783455"/>
              <a:chExt cx="200632" cy="298580"/>
            </a:xfrm>
          </p:grpSpPr>
          <p:sp>
            <p:nvSpPr>
              <p:cNvPr id="221" name="Freeform 17">
                <a:extLst>
                  <a:ext uri="{FF2B5EF4-FFF2-40B4-BE49-F238E27FC236}">
                    <a16:creationId xmlns:a16="http://schemas.microsoft.com/office/drawing/2014/main" id="{42CEF042-93B8-6D7F-6A84-DE1F6BF03A0A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3305639" y="4908380"/>
                <a:ext cx="295658" cy="51651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cxnSp>
            <p:nvCxnSpPr>
              <p:cNvPr id="222" name="Straight Arrow Connector 221">
                <a:extLst>
                  <a:ext uri="{FF2B5EF4-FFF2-40B4-BE49-F238E27FC236}">
                    <a16:creationId xmlns:a16="http://schemas.microsoft.com/office/drawing/2014/main" id="{24506236-8F28-527A-3FB5-59FE3064FB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6488" y="4783455"/>
                <a:ext cx="200632" cy="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9F071F53-A2A4-59FE-B95C-E32473C92717}"/>
                </a:ext>
              </a:extLst>
            </p:cNvPr>
            <p:cNvGrpSpPr/>
            <p:nvPr/>
          </p:nvGrpSpPr>
          <p:grpSpPr>
            <a:xfrm rot="10800000" flipV="1">
              <a:off x="7382332" y="1666190"/>
              <a:ext cx="307683" cy="304594"/>
              <a:chOff x="3426488" y="4783455"/>
              <a:chExt cx="200632" cy="298580"/>
            </a:xfrm>
          </p:grpSpPr>
          <p:sp>
            <p:nvSpPr>
              <p:cNvPr id="224" name="Freeform 17">
                <a:extLst>
                  <a:ext uri="{FF2B5EF4-FFF2-40B4-BE49-F238E27FC236}">
                    <a16:creationId xmlns:a16="http://schemas.microsoft.com/office/drawing/2014/main" id="{19E71109-0D7A-140F-660D-416886C22E90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3305639" y="4908380"/>
                <a:ext cx="295658" cy="51651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cxnSp>
            <p:nvCxnSpPr>
              <p:cNvPr id="225" name="Straight Arrow Connector 224">
                <a:extLst>
                  <a:ext uri="{FF2B5EF4-FFF2-40B4-BE49-F238E27FC236}">
                    <a16:creationId xmlns:a16="http://schemas.microsoft.com/office/drawing/2014/main" id="{CF919A1C-8174-92C3-0130-C938CAE4A2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6488" y="4783455"/>
                <a:ext cx="200632" cy="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8EE6F0B9-FCD7-F977-F75B-330B44635522}"/>
                </a:ext>
              </a:extLst>
            </p:cNvPr>
            <p:cNvGrpSpPr/>
            <p:nvPr/>
          </p:nvGrpSpPr>
          <p:grpSpPr>
            <a:xfrm rot="10800000" flipH="1" flipV="1">
              <a:off x="9384703" y="2080718"/>
              <a:ext cx="301917" cy="304594"/>
              <a:chOff x="3426488" y="4783455"/>
              <a:chExt cx="200632" cy="298580"/>
            </a:xfrm>
          </p:grpSpPr>
          <p:sp>
            <p:nvSpPr>
              <p:cNvPr id="227" name="Freeform 17">
                <a:extLst>
                  <a:ext uri="{FF2B5EF4-FFF2-40B4-BE49-F238E27FC236}">
                    <a16:creationId xmlns:a16="http://schemas.microsoft.com/office/drawing/2014/main" id="{11C6E1F5-2D0F-6543-1EC5-803D586D1F1C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3305639" y="4908380"/>
                <a:ext cx="295658" cy="51651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cxnSp>
            <p:nvCxnSpPr>
              <p:cNvPr id="228" name="Straight Arrow Connector 227">
                <a:extLst>
                  <a:ext uri="{FF2B5EF4-FFF2-40B4-BE49-F238E27FC236}">
                    <a16:creationId xmlns:a16="http://schemas.microsoft.com/office/drawing/2014/main" id="{8421CBB7-C617-0456-7674-E65185D768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6488" y="4783455"/>
                <a:ext cx="200632" cy="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9" name="Freeform 15">
              <a:extLst>
                <a:ext uri="{FF2B5EF4-FFF2-40B4-BE49-F238E27FC236}">
                  <a16:creationId xmlns:a16="http://schemas.microsoft.com/office/drawing/2014/main" id="{47C45CAD-9CFD-5B3A-4FA4-806C6944CA5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351313" y="1618778"/>
              <a:ext cx="46764" cy="377444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30" name="Freeform 17">
              <a:extLst>
                <a:ext uri="{FF2B5EF4-FFF2-40B4-BE49-F238E27FC236}">
                  <a16:creationId xmlns:a16="http://schemas.microsoft.com/office/drawing/2014/main" id="{1D8D9C66-C752-F004-6F85-AF6AE7C8360B}"/>
                </a:ext>
              </a:extLst>
            </p:cNvPr>
            <p:cNvSpPr>
              <a:spLocks/>
            </p:cNvSpPr>
            <p:nvPr/>
          </p:nvSpPr>
          <p:spPr bwMode="auto">
            <a:xfrm rot="5400000" flipH="1" flipV="1">
              <a:off x="9264942" y="1779089"/>
              <a:ext cx="317067" cy="45719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 type="triangl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31" name="Freeform 17">
              <a:extLst>
                <a:ext uri="{FF2B5EF4-FFF2-40B4-BE49-F238E27FC236}">
                  <a16:creationId xmlns:a16="http://schemas.microsoft.com/office/drawing/2014/main" id="{10A3FB50-06EC-911A-C77D-088919383A1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745133" y="3238954"/>
              <a:ext cx="435684" cy="55371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 type="triangl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32" name="Freeform 17">
              <a:extLst>
                <a:ext uri="{FF2B5EF4-FFF2-40B4-BE49-F238E27FC236}">
                  <a16:creationId xmlns:a16="http://schemas.microsoft.com/office/drawing/2014/main" id="{611DF8C6-1A2E-5B9D-43CC-1CC98554B49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752753" y="3678374"/>
              <a:ext cx="435684" cy="55371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 type="triangl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233" name="Freeform 15">
              <a:extLst>
                <a:ext uri="{FF2B5EF4-FFF2-40B4-BE49-F238E27FC236}">
                  <a16:creationId xmlns:a16="http://schemas.microsoft.com/office/drawing/2014/main" id="{EFAA2096-0352-B82C-7D90-D3FEF85837F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680753" y="2995458"/>
              <a:ext cx="57940" cy="685292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39D65C17-7489-5CF0-ABF3-0A60B419018B}"/>
                    </a:ext>
                  </a:extLst>
                </p:cNvPr>
                <p:cNvSpPr txBox="1"/>
                <p:nvPr/>
              </p:nvSpPr>
              <p:spPr>
                <a:xfrm>
                  <a:off x="7774001" y="1230404"/>
                  <a:ext cx="8077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oMath>
                    </m:oMathPara>
                  </a14:m>
                  <a:endParaRPr lang="en-BE" baseline="-25000" dirty="0"/>
                </a:p>
              </p:txBody>
            </p:sp>
          </mc:Choice>
          <mc:Fallback xmlns="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39D65C17-7489-5CF0-ABF3-0A60B41901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4001" y="1230404"/>
                  <a:ext cx="80772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96447AEE-AE26-7F8D-E29D-A1336E62C3F8}"/>
                    </a:ext>
                  </a:extLst>
                </p:cNvPr>
                <p:cNvSpPr txBox="1"/>
                <p:nvPr/>
              </p:nvSpPr>
              <p:spPr>
                <a:xfrm>
                  <a:off x="7042481" y="1657124"/>
                  <a:ext cx="8077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oMath>
                    </m:oMathPara>
                  </a14:m>
                  <a:endParaRPr lang="en-BE" baseline="-25000" dirty="0"/>
                </a:p>
              </p:txBody>
            </p:sp>
          </mc:Choice>
          <mc:Fallback xmlns="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96447AEE-AE26-7F8D-E29D-A1336E62C3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2481" y="1657124"/>
                  <a:ext cx="80772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82BF14D1-1CD9-6F33-D8B4-CDCDE9AF65FB}"/>
                    </a:ext>
                  </a:extLst>
                </p:cNvPr>
                <p:cNvSpPr txBox="1"/>
                <p:nvPr/>
              </p:nvSpPr>
              <p:spPr>
                <a:xfrm>
                  <a:off x="7012001" y="2053364"/>
                  <a:ext cx="8077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oMath>
                    </m:oMathPara>
                  </a14:m>
                  <a:endParaRPr lang="en-BE" baseline="-25000" dirty="0"/>
                </a:p>
              </p:txBody>
            </p:sp>
          </mc:Choice>
          <mc:Fallback xmlns=""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82BF14D1-1CD9-6F33-D8B4-CDCDE9AF6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2001" y="2053364"/>
                  <a:ext cx="80772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02A696F5-F050-68C5-A974-F48DAA67F853}"/>
                    </a:ext>
                  </a:extLst>
                </p:cNvPr>
                <p:cNvSpPr txBox="1"/>
                <p:nvPr/>
              </p:nvSpPr>
              <p:spPr>
                <a:xfrm>
                  <a:off x="9328481" y="2038124"/>
                  <a:ext cx="8077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oMath>
                    </m:oMathPara>
                  </a14:m>
                  <a:endParaRPr lang="en-BE" baseline="-25000" dirty="0"/>
                </a:p>
              </p:txBody>
            </p:sp>
          </mc:Choice>
          <mc:Fallback xmlns="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02A696F5-F050-68C5-A974-F48DAA67F8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8481" y="2038124"/>
                  <a:ext cx="80772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480220D6-70EC-885D-F56B-E06CC91B99C9}"/>
                    </a:ext>
                  </a:extLst>
                </p:cNvPr>
                <p:cNvSpPr txBox="1"/>
                <p:nvPr/>
              </p:nvSpPr>
              <p:spPr>
                <a:xfrm>
                  <a:off x="9221801" y="1596164"/>
                  <a:ext cx="8077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oMath>
                    </m:oMathPara>
                  </a14:m>
                  <a:endParaRPr lang="en-BE" baseline="-25000" dirty="0"/>
                </a:p>
              </p:txBody>
            </p:sp>
          </mc:Choice>
          <mc:Fallback xmlns="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480220D6-70EC-885D-F56B-E06CC91B99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1801" y="1596164"/>
                  <a:ext cx="80772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E1C6EAAD-044D-219B-8ABF-731E3DF2A06B}"/>
                    </a:ext>
                  </a:extLst>
                </p:cNvPr>
                <p:cNvSpPr txBox="1"/>
                <p:nvPr/>
              </p:nvSpPr>
              <p:spPr>
                <a:xfrm>
                  <a:off x="9104961" y="3018564"/>
                  <a:ext cx="2412492" cy="3629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 smtClean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i="1" baseline="-25000" dirty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𝐿𝑜𝑤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𝑖𝑑𝑒𝑎𝑙𝑙𝑦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0)</m:t>
                        </m:r>
                      </m:oMath>
                    </m:oMathPara>
                  </a14:m>
                  <a:endParaRPr lang="en-BE" baseline="-25000" dirty="0"/>
                </a:p>
              </p:txBody>
            </p:sp>
          </mc:Choice>
          <mc:Fallback xmlns="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E1C6EAAD-044D-219B-8ABF-731E3DF2A0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4961" y="3018564"/>
                  <a:ext cx="2412492" cy="362984"/>
                </a:xfrm>
                <a:prstGeom prst="rect">
                  <a:avLst/>
                </a:prstGeom>
                <a:blipFill>
                  <a:blip r:embed="rId1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TextBox 239">
                  <a:extLst>
                    <a:ext uri="{FF2B5EF4-FFF2-40B4-BE49-F238E27FC236}">
                      <a16:creationId xmlns:a16="http://schemas.microsoft.com/office/drawing/2014/main" id="{D16CF8AE-8EBC-8A0A-3D9E-734CAC891847}"/>
                    </a:ext>
                  </a:extLst>
                </p:cNvPr>
                <p:cNvSpPr txBox="1"/>
                <p:nvPr/>
              </p:nvSpPr>
              <p:spPr>
                <a:xfrm>
                  <a:off x="9115121" y="3496084"/>
                  <a:ext cx="2615692" cy="3629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 smtClean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𝐻𝑖𝑔h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𝑖𝑑𝑒𝑎𝑙𝑙𝑦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∞)</m:t>
                        </m:r>
                      </m:oMath>
                    </m:oMathPara>
                  </a14:m>
                  <a:endParaRPr lang="en-BE" baseline="-25000" dirty="0"/>
                </a:p>
              </p:txBody>
            </p:sp>
          </mc:Choice>
          <mc:Fallback xmlns="">
            <p:sp>
              <p:nvSpPr>
                <p:cNvPr id="240" name="TextBox 239">
                  <a:extLst>
                    <a:ext uri="{FF2B5EF4-FFF2-40B4-BE49-F238E27FC236}">
                      <a16:creationId xmlns:a16="http://schemas.microsoft.com/office/drawing/2014/main" id="{D16CF8AE-8EBC-8A0A-3D9E-734CAC8918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5121" y="3496084"/>
                  <a:ext cx="2615692" cy="362984"/>
                </a:xfrm>
                <a:prstGeom prst="rect">
                  <a:avLst/>
                </a:prstGeom>
                <a:blipFill>
                  <a:blip r:embed="rId16"/>
                  <a:stretch>
                    <a:fillRect b="-16949"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BA9A26A4-7FE6-53EC-9B3B-0BD386CC7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2978" y="188818"/>
              <a:ext cx="865444" cy="32316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685800"/>
              <a:r>
                <a:rPr lang="en-US" altLang="en-BE" sz="1050" b="1" dirty="0">
                  <a:solidFill>
                    <a:srgbClr val="000000"/>
                  </a:solidFill>
                </a:rPr>
                <a:t>Ideal Current Mirror</a:t>
              </a:r>
              <a:endParaRPr lang="en-BE" altLang="en-BE" sz="1350" b="1" dirty="0"/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0916A22B-C972-7D5C-0E66-4282E757BD4D}"/>
              </a:ext>
            </a:extLst>
          </p:cNvPr>
          <p:cNvGrpSpPr/>
          <p:nvPr/>
        </p:nvGrpSpPr>
        <p:grpSpPr>
          <a:xfrm>
            <a:off x="856526" y="132874"/>
            <a:ext cx="4908984" cy="3779851"/>
            <a:chOff x="856526" y="132874"/>
            <a:chExt cx="4908984" cy="3779851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A21551BE-E381-6081-C038-416418DD8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56526" y="590732"/>
              <a:ext cx="4908984" cy="3321993"/>
            </a:xfrm>
            <a:prstGeom prst="rect">
              <a:avLst/>
            </a:prstGeom>
          </p:spPr>
        </p:pic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A6C545A8-C884-3C4E-4DE9-B1BBFCD1E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4740" y="132874"/>
              <a:ext cx="1368120" cy="32316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685800"/>
              <a:r>
                <a:rPr lang="en-US" altLang="en-BE" sz="1050" b="1" dirty="0">
                  <a:solidFill>
                    <a:srgbClr val="000000"/>
                  </a:solidFill>
                </a:rPr>
                <a:t>Diode Connected MOS Transistors</a:t>
              </a:r>
              <a:endParaRPr lang="en-BE" altLang="en-BE" sz="135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525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3B1DFC-1790-01BE-6B2E-14CA707796DA}"/>
              </a:ext>
            </a:extLst>
          </p:cNvPr>
          <p:cNvSpPr/>
          <p:nvPr/>
        </p:nvSpPr>
        <p:spPr>
          <a:xfrm>
            <a:off x="0" y="-45396"/>
            <a:ext cx="12192000" cy="6903396"/>
          </a:xfrm>
          <a:prstGeom prst="rect">
            <a:avLst/>
          </a:prstGeom>
          <a:solidFill>
            <a:srgbClr val="D9D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4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00878F-3477-5D44-A351-59A73575198E}"/>
              </a:ext>
            </a:extLst>
          </p:cNvPr>
          <p:cNvGrpSpPr/>
          <p:nvPr/>
        </p:nvGrpSpPr>
        <p:grpSpPr>
          <a:xfrm>
            <a:off x="212090" y="2010630"/>
            <a:ext cx="10564875" cy="1860331"/>
            <a:chOff x="212090" y="2010630"/>
            <a:chExt cx="10564875" cy="1860331"/>
          </a:xfrm>
        </p:grpSpPr>
        <p:grpSp>
          <p:nvGrpSpPr>
            <p:cNvPr id="372" name="Group 371">
              <a:extLst>
                <a:ext uri="{FF2B5EF4-FFF2-40B4-BE49-F238E27FC236}">
                  <a16:creationId xmlns:a16="http://schemas.microsoft.com/office/drawing/2014/main" id="{09F5B0A4-040F-47AE-B9E1-7DF95A5CF71E}"/>
                </a:ext>
              </a:extLst>
            </p:cNvPr>
            <p:cNvGrpSpPr/>
            <p:nvPr/>
          </p:nvGrpSpPr>
          <p:grpSpPr>
            <a:xfrm>
              <a:off x="566420" y="2010630"/>
              <a:ext cx="10210545" cy="1860331"/>
              <a:chOff x="586740" y="1919190"/>
              <a:chExt cx="10210545" cy="1860331"/>
            </a:xfrm>
          </p:grpSpPr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F9A13E5C-8AD2-9BF9-FADC-3AAD94A23848}"/>
                  </a:ext>
                </a:extLst>
              </p:cNvPr>
              <p:cNvSpPr/>
              <p:nvPr/>
            </p:nvSpPr>
            <p:spPr>
              <a:xfrm>
                <a:off x="586740" y="2148841"/>
                <a:ext cx="10210545" cy="163068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20"/>
              </a:p>
            </p:txBody>
          </p: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63128FD3-DA4F-3B5B-BEF8-3C92F23C7B3B}"/>
                  </a:ext>
                </a:extLst>
              </p:cNvPr>
              <p:cNvGrpSpPr/>
              <p:nvPr/>
            </p:nvGrpSpPr>
            <p:grpSpPr>
              <a:xfrm>
                <a:off x="6113906" y="1919190"/>
                <a:ext cx="103584" cy="82153"/>
                <a:chOff x="3453256" y="2397980"/>
                <a:chExt cx="103584" cy="82153"/>
              </a:xfrm>
            </p:grpSpPr>
            <p:sp>
              <p:nvSpPr>
                <p:cNvPr id="101" name="Freeform 88">
                  <a:extLst>
                    <a:ext uri="{FF2B5EF4-FFF2-40B4-BE49-F238E27FC236}">
                      <a16:creationId xmlns:a16="http://schemas.microsoft.com/office/drawing/2014/main" id="{3C7E0D1F-2DF8-08AB-6C5E-9D9E7DC651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3256" y="2397980"/>
                  <a:ext cx="103584" cy="0"/>
                </a:xfrm>
                <a:custGeom>
                  <a:avLst/>
                  <a:gdLst>
                    <a:gd name="T0" fmla="*/ 0 w 127"/>
                    <a:gd name="T1" fmla="*/ 0 w 127"/>
                    <a:gd name="T2" fmla="*/ 127 w 12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02" name="Freeform 89">
                  <a:extLst>
                    <a:ext uri="{FF2B5EF4-FFF2-40B4-BE49-F238E27FC236}">
                      <a16:creationId xmlns:a16="http://schemas.microsoft.com/office/drawing/2014/main" id="{B52C079A-B8BD-C1BB-A581-A51F3D2E89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9449" y="2441557"/>
                  <a:ext cx="51197" cy="0"/>
                </a:xfrm>
                <a:custGeom>
                  <a:avLst/>
                  <a:gdLst>
                    <a:gd name="T0" fmla="*/ 0 w 63"/>
                    <a:gd name="T1" fmla="*/ 0 w 63"/>
                    <a:gd name="T2" fmla="*/ 63 w 6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03" name="Freeform 90">
                  <a:extLst>
                    <a:ext uri="{FF2B5EF4-FFF2-40B4-BE49-F238E27FC236}">
                      <a16:creationId xmlns:a16="http://schemas.microsoft.com/office/drawing/2014/main" id="{9D1C0277-BED0-98AF-A3FC-FA2E01E72D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9690" y="2480133"/>
                  <a:ext cx="11906" cy="0"/>
                </a:xfrm>
                <a:custGeom>
                  <a:avLst/>
                  <a:gdLst>
                    <a:gd name="T0" fmla="*/ 0 w 15"/>
                    <a:gd name="T1" fmla="*/ 0 w 15"/>
                    <a:gd name="T2" fmla="*/ 15 w 1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5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cxnSp>
            <p:nvCxnSpPr>
              <p:cNvPr id="176" name="Straight Arrow Connector 175">
                <a:extLst>
                  <a:ext uri="{FF2B5EF4-FFF2-40B4-BE49-F238E27FC236}">
                    <a16:creationId xmlns:a16="http://schemas.microsoft.com/office/drawing/2014/main" id="{8376B770-5C40-7011-B2FC-056F299725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1313" y="2594610"/>
                <a:ext cx="0" cy="872744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82C137BD-F1F6-E5C0-CB92-7D645393F434}"/>
                  </a:ext>
                </a:extLst>
              </p:cNvPr>
              <p:cNvCxnSpPr>
                <a:cxnSpLocks/>
                <a:endCxn id="115" idx="0"/>
              </p:cNvCxnSpPr>
              <p:nvPr/>
            </p:nvCxnSpPr>
            <p:spPr>
              <a:xfrm>
                <a:off x="3007388" y="2335009"/>
                <a:ext cx="0" cy="4714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Freeform 14">
                <a:extLst>
                  <a:ext uri="{FF2B5EF4-FFF2-40B4-BE49-F238E27FC236}">
                    <a16:creationId xmlns:a16="http://schemas.microsoft.com/office/drawing/2014/main" id="{50FFC3D5-B4E8-92CE-4707-1814BC75550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765170" y="2795481"/>
                <a:ext cx="0" cy="188119"/>
              </a:xfrm>
              <a:custGeom>
                <a:avLst/>
                <a:gdLst>
                  <a:gd name="T0" fmla="*/ 2 w 2"/>
                  <a:gd name="T1" fmla="*/ 0 h 232"/>
                  <a:gd name="T2" fmla="*/ 2 w 2"/>
                  <a:gd name="T3" fmla="*/ 0 h 232"/>
                  <a:gd name="T4" fmla="*/ 0 w 2"/>
                  <a:gd name="T5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32">
                    <a:moveTo>
                      <a:pt x="2" y="0"/>
                    </a:moveTo>
                    <a:lnTo>
                      <a:pt x="2" y="0"/>
                    </a:lnTo>
                    <a:lnTo>
                      <a:pt x="0" y="232"/>
                    </a:lnTo>
                  </a:path>
                </a:pathLst>
              </a:custGeom>
              <a:noFill/>
              <a:ln w="38100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13" name="Freeform 15">
                <a:extLst>
                  <a:ext uri="{FF2B5EF4-FFF2-40B4-BE49-F238E27FC236}">
                    <a16:creationId xmlns:a16="http://schemas.microsoft.com/office/drawing/2014/main" id="{F7F2C1C3-EC9C-580B-385F-41E59ED1435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960597" y="2987410"/>
                <a:ext cx="45719" cy="443114"/>
              </a:xfrm>
              <a:custGeom>
                <a:avLst/>
                <a:gdLst>
                  <a:gd name="T0" fmla="*/ 0 h 130"/>
                  <a:gd name="T1" fmla="*/ 0 h 130"/>
                  <a:gd name="T2" fmla="*/ 130 h 13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30">
                    <a:moveTo>
                      <a:pt x="0" y="0"/>
                    </a:moveTo>
                    <a:lnTo>
                      <a:pt x="0" y="0"/>
                    </a:lnTo>
                    <a:lnTo>
                      <a:pt x="0" y="13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14" name="Freeform 17">
                <a:extLst>
                  <a:ext uri="{FF2B5EF4-FFF2-40B4-BE49-F238E27FC236}">
                    <a16:creationId xmlns:a16="http://schemas.microsoft.com/office/drawing/2014/main" id="{72ABB5E4-3ACB-E7D6-317A-17B7F88DE45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835661" y="2977885"/>
                <a:ext cx="171729" cy="0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15" name="Freeform 18">
                <a:extLst>
                  <a:ext uri="{FF2B5EF4-FFF2-40B4-BE49-F238E27FC236}">
                    <a16:creationId xmlns:a16="http://schemas.microsoft.com/office/drawing/2014/main" id="{E6EBF1BB-B66F-690F-D864-18FD8926378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835661" y="2806435"/>
                <a:ext cx="171729" cy="0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16" name="Freeform 19">
                <a:extLst>
                  <a:ext uri="{FF2B5EF4-FFF2-40B4-BE49-F238E27FC236}">
                    <a16:creationId xmlns:a16="http://schemas.microsoft.com/office/drawing/2014/main" id="{1BD0346D-97A9-504C-66D4-37B63D7FCB6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835660" y="2755238"/>
                <a:ext cx="0" cy="273844"/>
              </a:xfrm>
              <a:custGeom>
                <a:avLst/>
                <a:gdLst>
                  <a:gd name="T0" fmla="*/ 337 h 337"/>
                  <a:gd name="T1" fmla="*/ 337 h 337"/>
                  <a:gd name="T2" fmla="*/ 0 h 33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37">
                    <a:moveTo>
                      <a:pt x="0" y="337"/>
                    </a:moveTo>
                    <a:lnTo>
                      <a:pt x="0" y="337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17" name="Freeform 35">
                <a:extLst>
                  <a:ext uri="{FF2B5EF4-FFF2-40B4-BE49-F238E27FC236}">
                    <a16:creationId xmlns:a16="http://schemas.microsoft.com/office/drawing/2014/main" id="{12B155B3-40EF-7341-DA02-7DDFA89C3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9320" y="2890812"/>
                <a:ext cx="569311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67E0797D-1D00-91B2-1F77-E4D049115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4177" y="2803076"/>
                <a:ext cx="276820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M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1</a:t>
                </a:r>
                <a:endParaRPr lang="en-BE" altLang="en-BE" sz="1350" b="1" i="1" dirty="0"/>
              </a:p>
            </p:txBody>
          </p:sp>
          <p:sp>
            <p:nvSpPr>
              <p:cNvPr id="119" name="Freeform 17">
                <a:extLst>
                  <a:ext uri="{FF2B5EF4-FFF2-40B4-BE49-F238E27FC236}">
                    <a16:creationId xmlns:a16="http://schemas.microsoft.com/office/drawing/2014/main" id="{D578D1C7-FC4D-6F2C-7F39-ECF346FC38E4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3000839" y="2453724"/>
                <a:ext cx="295658" cy="51651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6C1D533E-ACDC-CCE8-F95D-11CA02457F25}"/>
                  </a:ext>
                </a:extLst>
              </p:cNvPr>
              <p:cNvGrpSpPr/>
              <p:nvPr/>
            </p:nvGrpSpPr>
            <p:grpSpPr>
              <a:xfrm>
                <a:off x="2960242" y="3434681"/>
                <a:ext cx="103584" cy="82153"/>
                <a:chOff x="3449446" y="2483705"/>
                <a:chExt cx="103584" cy="82153"/>
              </a:xfrm>
            </p:grpSpPr>
            <p:sp>
              <p:nvSpPr>
                <p:cNvPr id="121" name="Freeform 88">
                  <a:extLst>
                    <a:ext uri="{FF2B5EF4-FFF2-40B4-BE49-F238E27FC236}">
                      <a16:creationId xmlns:a16="http://schemas.microsoft.com/office/drawing/2014/main" id="{3722A73E-BBDA-9211-9DB1-D1D4974997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446" y="2483705"/>
                  <a:ext cx="103584" cy="0"/>
                </a:xfrm>
                <a:custGeom>
                  <a:avLst/>
                  <a:gdLst>
                    <a:gd name="T0" fmla="*/ 0 w 127"/>
                    <a:gd name="T1" fmla="*/ 0 w 127"/>
                    <a:gd name="T2" fmla="*/ 127 w 12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22" name="Freeform 89">
                  <a:extLst>
                    <a:ext uri="{FF2B5EF4-FFF2-40B4-BE49-F238E27FC236}">
                      <a16:creationId xmlns:a16="http://schemas.microsoft.com/office/drawing/2014/main" id="{71B53136-7796-6058-3D5D-844B42D817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5639" y="2525377"/>
                  <a:ext cx="51197" cy="0"/>
                </a:xfrm>
                <a:custGeom>
                  <a:avLst/>
                  <a:gdLst>
                    <a:gd name="T0" fmla="*/ 0 w 63"/>
                    <a:gd name="T1" fmla="*/ 0 w 63"/>
                    <a:gd name="T2" fmla="*/ 63 w 6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23" name="Freeform 90">
                  <a:extLst>
                    <a:ext uri="{FF2B5EF4-FFF2-40B4-BE49-F238E27FC236}">
                      <a16:creationId xmlns:a16="http://schemas.microsoft.com/office/drawing/2014/main" id="{AA275662-E180-966D-FD19-E07F3F56B4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5880" y="2565858"/>
                  <a:ext cx="11906" cy="0"/>
                </a:xfrm>
                <a:custGeom>
                  <a:avLst/>
                  <a:gdLst>
                    <a:gd name="T0" fmla="*/ 0 w 15"/>
                    <a:gd name="T1" fmla="*/ 0 w 15"/>
                    <a:gd name="T2" fmla="*/ 15 w 1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5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cxnSp>
            <p:nvCxnSpPr>
              <p:cNvPr id="126" name="Straight Arrow Connector 125">
                <a:extLst>
                  <a:ext uri="{FF2B5EF4-FFF2-40B4-BE49-F238E27FC236}">
                    <a16:creationId xmlns:a16="http://schemas.microsoft.com/office/drawing/2014/main" id="{61DBFBF0-197C-3562-4A93-C6FF06758D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8713" y="2895079"/>
                <a:ext cx="0" cy="615455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CE2D0346-27DD-6155-9CDA-9C2BCC5386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200" y="3306470"/>
                <a:ext cx="193964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BE" altLang="en-BE" sz="1050" b="1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dc</a:t>
                </a:r>
                <a:endParaRPr lang="en-BE" altLang="en-BE" sz="1350" b="1" i="1" dirty="0"/>
              </a:p>
            </p:txBody>
          </p: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B8451EF3-D46E-5BA0-6097-2A8F2A64B89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069592" y="3112008"/>
                <a:ext cx="216000" cy="212856"/>
                <a:chOff x="2552192" y="1928114"/>
                <a:chExt cx="251460" cy="247800"/>
              </a:xfrm>
            </p:grpSpPr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13DD6173-0A36-B5AD-8D7B-AF14E0973BE4}"/>
                    </a:ext>
                  </a:extLst>
                </p:cNvPr>
                <p:cNvSpPr/>
                <p:nvPr/>
              </p:nvSpPr>
              <p:spPr>
                <a:xfrm>
                  <a:off x="2552192" y="1928114"/>
                  <a:ext cx="251460" cy="247800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E" dirty="0"/>
                </a:p>
              </p:txBody>
            </p:sp>
            <p:sp>
              <p:nvSpPr>
                <p:cNvPr id="130" name="Freeform 35">
                  <a:extLst>
                    <a:ext uri="{FF2B5EF4-FFF2-40B4-BE49-F238E27FC236}">
                      <a16:creationId xmlns:a16="http://schemas.microsoft.com/office/drawing/2014/main" id="{E1C17162-9B4E-F11D-0EF0-AED382CD45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200000">
                  <a:off x="2670358" y="1976937"/>
                  <a:ext cx="63834" cy="47561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31" name="Freeform 35">
                  <a:extLst>
                    <a:ext uri="{FF2B5EF4-FFF2-40B4-BE49-F238E27FC236}">
                      <a16:creationId xmlns:a16="http://schemas.microsoft.com/office/drawing/2014/main" id="{AD41E5EC-19C8-E1FB-8FEF-81848EFEF0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5631" y="199832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32" name="Freeform 35">
                  <a:extLst>
                    <a:ext uri="{FF2B5EF4-FFF2-40B4-BE49-F238E27FC236}">
                      <a16:creationId xmlns:a16="http://schemas.microsoft.com/office/drawing/2014/main" id="{2C8E7C23-5E74-DF9E-830F-46CF26A4C7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9441" y="211643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0ED6509B-D113-D676-7043-94746405D4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21688" y="2328799"/>
                <a:ext cx="200632" cy="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0FFCF129-6943-B7BC-20C5-F112BF785F2F}"/>
                  </a:ext>
                </a:extLst>
              </p:cNvPr>
              <p:cNvGrpSpPr/>
              <p:nvPr/>
            </p:nvGrpSpPr>
            <p:grpSpPr>
              <a:xfrm>
                <a:off x="2128646" y="3526629"/>
                <a:ext cx="103584" cy="82153"/>
                <a:chOff x="3449446" y="2483705"/>
                <a:chExt cx="103584" cy="82153"/>
              </a:xfrm>
            </p:grpSpPr>
            <p:sp>
              <p:nvSpPr>
                <p:cNvPr id="135" name="Freeform 88">
                  <a:extLst>
                    <a:ext uri="{FF2B5EF4-FFF2-40B4-BE49-F238E27FC236}">
                      <a16:creationId xmlns:a16="http://schemas.microsoft.com/office/drawing/2014/main" id="{E9F62635-DEFE-3665-BF07-BDE2866320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446" y="2483705"/>
                  <a:ext cx="103584" cy="0"/>
                </a:xfrm>
                <a:custGeom>
                  <a:avLst/>
                  <a:gdLst>
                    <a:gd name="T0" fmla="*/ 0 w 127"/>
                    <a:gd name="T1" fmla="*/ 0 w 127"/>
                    <a:gd name="T2" fmla="*/ 127 w 12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36" name="Freeform 89">
                  <a:extLst>
                    <a:ext uri="{FF2B5EF4-FFF2-40B4-BE49-F238E27FC236}">
                      <a16:creationId xmlns:a16="http://schemas.microsoft.com/office/drawing/2014/main" id="{F21E9C60-2983-61EF-C6C2-9D221CD8A2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5639" y="2525377"/>
                  <a:ext cx="51197" cy="0"/>
                </a:xfrm>
                <a:custGeom>
                  <a:avLst/>
                  <a:gdLst>
                    <a:gd name="T0" fmla="*/ 0 w 63"/>
                    <a:gd name="T1" fmla="*/ 0 w 63"/>
                    <a:gd name="T2" fmla="*/ 63 w 6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37" name="Freeform 90">
                  <a:extLst>
                    <a:ext uri="{FF2B5EF4-FFF2-40B4-BE49-F238E27FC236}">
                      <a16:creationId xmlns:a16="http://schemas.microsoft.com/office/drawing/2014/main" id="{0587F1AE-FE63-EBA3-E4F4-25D9AE2990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5880" y="2565858"/>
                  <a:ext cx="11906" cy="0"/>
                </a:xfrm>
                <a:custGeom>
                  <a:avLst/>
                  <a:gdLst>
                    <a:gd name="T0" fmla="*/ 0 w 15"/>
                    <a:gd name="T1" fmla="*/ 0 w 15"/>
                    <a:gd name="T2" fmla="*/ 15 w 1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5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7BCD3C17-A3DC-4889-677A-CD2ED0FCB5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6542" y="2376830"/>
                <a:ext cx="360408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Z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in </a:t>
                </a:r>
                <a:r>
                  <a:rPr lang="en-US" altLang="en-BE" sz="1050" b="1" i="1" dirty="0">
                    <a:solidFill>
                      <a:srgbClr val="000000"/>
                    </a:solidFill>
                  </a:rPr>
                  <a:t>=?</a:t>
                </a:r>
                <a:endParaRPr lang="en-BE" altLang="en-BE" sz="1350" b="1" i="1" dirty="0"/>
              </a:p>
            </p:txBody>
          </p:sp>
          <p:sp>
            <p:nvSpPr>
              <p:cNvPr id="143" name="Arrow: Right 142">
                <a:extLst>
                  <a:ext uri="{FF2B5EF4-FFF2-40B4-BE49-F238E27FC236}">
                    <a16:creationId xmlns:a16="http://schemas.microsoft.com/office/drawing/2014/main" id="{1087D009-FB95-ABAF-F2E6-600F88926E25}"/>
                  </a:ext>
                </a:extLst>
              </p:cNvPr>
              <p:cNvSpPr/>
              <p:nvPr/>
            </p:nvSpPr>
            <p:spPr>
              <a:xfrm>
                <a:off x="3742690" y="2941320"/>
                <a:ext cx="259080" cy="195072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BE"/>
              </a:p>
            </p:txBody>
          </p: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2FC7834F-B0BC-2639-F2CD-38DED6D3EAFF}"/>
                  </a:ext>
                </a:extLst>
              </p:cNvPr>
              <p:cNvGrpSpPr/>
              <p:nvPr/>
            </p:nvGrpSpPr>
            <p:grpSpPr>
              <a:xfrm>
                <a:off x="4292726" y="2277999"/>
                <a:ext cx="1408304" cy="1279983"/>
                <a:chOff x="4747386" y="3009519"/>
                <a:chExt cx="1408304" cy="1279983"/>
              </a:xfrm>
            </p:grpSpPr>
            <p:cxnSp>
              <p:nvCxnSpPr>
                <p:cNvPr id="144" name="Straight Arrow Connector 143">
                  <a:extLst>
                    <a:ext uri="{FF2B5EF4-FFF2-40B4-BE49-F238E27FC236}">
                      <a16:creationId xmlns:a16="http://schemas.microsoft.com/office/drawing/2014/main" id="{0ADB0AF1-0D14-E800-D96A-04DB86D23056}"/>
                    </a:ext>
                  </a:extLst>
                </p:cNvPr>
                <p:cNvCxnSpPr>
                  <a:cxnSpLocks/>
                  <a:endCxn id="148" idx="0"/>
                </p:cNvCxnSpPr>
                <p:nvPr/>
              </p:nvCxnSpPr>
              <p:spPr>
                <a:xfrm>
                  <a:off x="5626128" y="3015729"/>
                  <a:ext cx="0" cy="47142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5" name="Freeform 14">
                  <a:extLst>
                    <a:ext uri="{FF2B5EF4-FFF2-40B4-BE49-F238E27FC236}">
                      <a16:creationId xmlns:a16="http://schemas.microsoft.com/office/drawing/2014/main" id="{647755C4-2143-1535-4AA0-C341F7317B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383910" y="3476201"/>
                  <a:ext cx="0" cy="188119"/>
                </a:xfrm>
                <a:custGeom>
                  <a:avLst/>
                  <a:gdLst>
                    <a:gd name="T0" fmla="*/ 2 w 2"/>
                    <a:gd name="T1" fmla="*/ 0 h 232"/>
                    <a:gd name="T2" fmla="*/ 2 w 2"/>
                    <a:gd name="T3" fmla="*/ 0 h 232"/>
                    <a:gd name="T4" fmla="*/ 0 w 2"/>
                    <a:gd name="T5" fmla="*/ 232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232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232"/>
                      </a:lnTo>
                    </a:path>
                  </a:pathLst>
                </a:custGeom>
                <a:noFill/>
                <a:ln w="38100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46" name="Freeform 15">
                  <a:extLst>
                    <a:ext uri="{FF2B5EF4-FFF2-40B4-BE49-F238E27FC236}">
                      <a16:creationId xmlns:a16="http://schemas.microsoft.com/office/drawing/2014/main" id="{CFA6BCB1-9249-CE8A-6C84-F0F78D9647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579337" y="3668130"/>
                  <a:ext cx="45719" cy="443114"/>
                </a:xfrm>
                <a:custGeom>
                  <a:avLst/>
                  <a:gdLst>
                    <a:gd name="T0" fmla="*/ 0 h 130"/>
                    <a:gd name="T1" fmla="*/ 0 h 130"/>
                    <a:gd name="T2" fmla="*/ 130 h 130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3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47" name="Freeform 17">
                  <a:extLst>
                    <a:ext uri="{FF2B5EF4-FFF2-40B4-BE49-F238E27FC236}">
                      <a16:creationId xmlns:a16="http://schemas.microsoft.com/office/drawing/2014/main" id="{661AADF7-CBFB-C26B-56D7-F653D97259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454401" y="3658605"/>
                  <a:ext cx="171729" cy="0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 type="triangle"/>
                  <a:tailEnd type="none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48" name="Freeform 18">
                  <a:extLst>
                    <a:ext uri="{FF2B5EF4-FFF2-40B4-BE49-F238E27FC236}">
                      <a16:creationId xmlns:a16="http://schemas.microsoft.com/office/drawing/2014/main" id="{C614CEF9-D1EC-A24D-957B-948903B068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454401" y="3487155"/>
                  <a:ext cx="171729" cy="0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49" name="Freeform 19">
                  <a:extLst>
                    <a:ext uri="{FF2B5EF4-FFF2-40B4-BE49-F238E27FC236}">
                      <a16:creationId xmlns:a16="http://schemas.microsoft.com/office/drawing/2014/main" id="{A8BD2B6C-AE33-E3C4-6AFA-E6909CE0D2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454400" y="3435958"/>
                  <a:ext cx="0" cy="273844"/>
                </a:xfrm>
                <a:custGeom>
                  <a:avLst/>
                  <a:gdLst>
                    <a:gd name="T0" fmla="*/ 337 h 337"/>
                    <a:gd name="T1" fmla="*/ 337 h 337"/>
                    <a:gd name="T2" fmla="*/ 0 h 337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337">
                      <a:moveTo>
                        <a:pt x="0" y="337"/>
                      </a:moveTo>
                      <a:lnTo>
                        <a:pt x="0" y="3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50" name="Freeform 35">
                  <a:extLst>
                    <a:ext uri="{FF2B5EF4-FFF2-40B4-BE49-F238E27FC236}">
                      <a16:creationId xmlns:a16="http://schemas.microsoft.com/office/drawing/2014/main" id="{0F113D6F-E76E-0985-FC72-8110E53DBA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98060" y="3571532"/>
                  <a:ext cx="569311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07FA4078-0B93-170B-9422-0E9A3F1546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22917" y="3483796"/>
                  <a:ext cx="276820" cy="1615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286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743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200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657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defTabSz="685800"/>
                  <a:r>
                    <a:rPr lang="en-US" altLang="en-BE" sz="1050" b="1" i="1" dirty="0">
                      <a:solidFill>
                        <a:srgbClr val="000000"/>
                      </a:solidFill>
                    </a:rPr>
                    <a:t>M</a:t>
                  </a:r>
                  <a:r>
                    <a:rPr lang="en-US" altLang="en-BE" sz="1050" b="1" i="1" baseline="-25000" dirty="0">
                      <a:solidFill>
                        <a:srgbClr val="000000"/>
                      </a:solidFill>
                    </a:rPr>
                    <a:t>1</a:t>
                  </a:r>
                  <a:endParaRPr lang="en-BE" altLang="en-BE" sz="1350" b="1" i="1" dirty="0"/>
                </a:p>
              </p:txBody>
            </p:sp>
            <p:sp>
              <p:nvSpPr>
                <p:cNvPr id="152" name="Freeform 17">
                  <a:extLst>
                    <a:ext uri="{FF2B5EF4-FFF2-40B4-BE49-F238E27FC236}">
                      <a16:creationId xmlns:a16="http://schemas.microsoft.com/office/drawing/2014/main" id="{D6D6A72B-6797-7BCD-A72E-2E91798812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 flipH="1" flipV="1">
                  <a:off x="5619579" y="3134444"/>
                  <a:ext cx="295658" cy="51651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 type="triangle"/>
                  <a:tailEnd type="none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7168EA15-58EC-BFB2-DE85-1F3FADC49B67}"/>
                    </a:ext>
                  </a:extLst>
                </p:cNvPr>
                <p:cNvGrpSpPr/>
                <p:nvPr/>
              </p:nvGrpSpPr>
              <p:grpSpPr>
                <a:xfrm>
                  <a:off x="5578982" y="4115401"/>
                  <a:ext cx="103584" cy="82153"/>
                  <a:chOff x="3449446" y="2483705"/>
                  <a:chExt cx="103584" cy="82153"/>
                </a:xfrm>
              </p:grpSpPr>
              <p:sp>
                <p:nvSpPr>
                  <p:cNvPr id="154" name="Freeform 88">
                    <a:extLst>
                      <a:ext uri="{FF2B5EF4-FFF2-40B4-BE49-F238E27FC236}">
                        <a16:creationId xmlns:a16="http://schemas.microsoft.com/office/drawing/2014/main" id="{FBC52FF0-CA71-9AC3-9FBF-A050A85ABF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49446" y="2483705"/>
                    <a:ext cx="103584" cy="0"/>
                  </a:xfrm>
                  <a:custGeom>
                    <a:avLst/>
                    <a:gdLst>
                      <a:gd name="T0" fmla="*/ 0 w 127"/>
                      <a:gd name="T1" fmla="*/ 0 w 127"/>
                      <a:gd name="T2" fmla="*/ 127 w 127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127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127" y="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155" name="Freeform 89">
                    <a:extLst>
                      <a:ext uri="{FF2B5EF4-FFF2-40B4-BE49-F238E27FC236}">
                        <a16:creationId xmlns:a16="http://schemas.microsoft.com/office/drawing/2014/main" id="{FA640E30-A0C5-2201-7B1B-AAB2AAFC04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75639" y="2525377"/>
                    <a:ext cx="51197" cy="0"/>
                  </a:xfrm>
                  <a:custGeom>
                    <a:avLst/>
                    <a:gdLst>
                      <a:gd name="T0" fmla="*/ 0 w 63"/>
                      <a:gd name="T1" fmla="*/ 0 w 63"/>
                      <a:gd name="T2" fmla="*/ 63 w 6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63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63" y="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156" name="Freeform 90">
                    <a:extLst>
                      <a:ext uri="{FF2B5EF4-FFF2-40B4-BE49-F238E27FC236}">
                        <a16:creationId xmlns:a16="http://schemas.microsoft.com/office/drawing/2014/main" id="{CE8A9CEB-5A5A-6008-7702-D798FF28A1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95880" y="2565858"/>
                    <a:ext cx="11906" cy="0"/>
                  </a:xfrm>
                  <a:custGeom>
                    <a:avLst/>
                    <a:gdLst>
                      <a:gd name="T0" fmla="*/ 0 w 15"/>
                      <a:gd name="T1" fmla="*/ 0 w 15"/>
                      <a:gd name="T2" fmla="*/ 15 w 15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15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15" y="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</p:grpSp>
            <p:cxnSp>
              <p:nvCxnSpPr>
                <p:cNvPr id="157" name="Straight Arrow Connector 156">
                  <a:extLst>
                    <a:ext uri="{FF2B5EF4-FFF2-40B4-BE49-F238E27FC236}">
                      <a16:creationId xmlns:a16="http://schemas.microsoft.com/office/drawing/2014/main" id="{07BD5DBE-F1ED-0117-F29D-4D0B7EADA0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97453" y="3575799"/>
                  <a:ext cx="0" cy="615455"/>
                </a:xfrm>
                <a:prstGeom prst="straightConnector1">
                  <a:avLst/>
                </a:prstGeom>
                <a:ln w="28575" cap="rnd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Arrow Connector 163">
                  <a:extLst>
                    <a:ext uri="{FF2B5EF4-FFF2-40B4-BE49-F238E27FC236}">
                      <a16:creationId xmlns:a16="http://schemas.microsoft.com/office/drawing/2014/main" id="{F4D3EE98-0B99-9037-3C33-F8585D1381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40428" y="3009519"/>
                  <a:ext cx="200632" cy="0"/>
                </a:xfrm>
                <a:prstGeom prst="straightConnector1">
                  <a:avLst/>
                </a:prstGeom>
                <a:ln w="28575" cap="rnd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D44DCA7E-6774-1DE8-DC05-AF05360300AC}"/>
                    </a:ext>
                  </a:extLst>
                </p:cNvPr>
                <p:cNvGrpSpPr/>
                <p:nvPr/>
              </p:nvGrpSpPr>
              <p:grpSpPr>
                <a:xfrm>
                  <a:off x="4747386" y="4207349"/>
                  <a:ext cx="103584" cy="82153"/>
                  <a:chOff x="3449446" y="2483705"/>
                  <a:chExt cx="103584" cy="82153"/>
                </a:xfrm>
              </p:grpSpPr>
              <p:sp>
                <p:nvSpPr>
                  <p:cNvPr id="166" name="Freeform 88">
                    <a:extLst>
                      <a:ext uri="{FF2B5EF4-FFF2-40B4-BE49-F238E27FC236}">
                        <a16:creationId xmlns:a16="http://schemas.microsoft.com/office/drawing/2014/main" id="{0F93443C-0BE0-9CD7-568D-3A8BEE379E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49446" y="2483705"/>
                    <a:ext cx="103584" cy="0"/>
                  </a:xfrm>
                  <a:custGeom>
                    <a:avLst/>
                    <a:gdLst>
                      <a:gd name="T0" fmla="*/ 0 w 127"/>
                      <a:gd name="T1" fmla="*/ 0 w 127"/>
                      <a:gd name="T2" fmla="*/ 127 w 127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127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127" y="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167" name="Freeform 89">
                    <a:extLst>
                      <a:ext uri="{FF2B5EF4-FFF2-40B4-BE49-F238E27FC236}">
                        <a16:creationId xmlns:a16="http://schemas.microsoft.com/office/drawing/2014/main" id="{E21BD808-8032-75DE-6B38-2F7E214E8F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75639" y="2525377"/>
                    <a:ext cx="51197" cy="0"/>
                  </a:xfrm>
                  <a:custGeom>
                    <a:avLst/>
                    <a:gdLst>
                      <a:gd name="T0" fmla="*/ 0 w 63"/>
                      <a:gd name="T1" fmla="*/ 0 w 63"/>
                      <a:gd name="T2" fmla="*/ 63 w 6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63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63" y="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168" name="Freeform 90">
                    <a:extLst>
                      <a:ext uri="{FF2B5EF4-FFF2-40B4-BE49-F238E27FC236}">
                        <a16:creationId xmlns:a16="http://schemas.microsoft.com/office/drawing/2014/main" id="{7CF5EB1E-AD0B-3991-F72F-FC00FE1ACBE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95880" y="2565858"/>
                    <a:ext cx="11906" cy="0"/>
                  </a:xfrm>
                  <a:custGeom>
                    <a:avLst/>
                    <a:gdLst>
                      <a:gd name="T0" fmla="*/ 0 w 15"/>
                      <a:gd name="T1" fmla="*/ 0 w 15"/>
                      <a:gd name="T2" fmla="*/ 15 w 15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15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15" y="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</p:grpSp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20FF4A70-6325-FE34-C4C8-D9B1A45D6D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95282" y="3057550"/>
                  <a:ext cx="360408" cy="1615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286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743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200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657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defTabSz="685800"/>
                  <a:r>
                    <a:rPr lang="en-US" altLang="en-BE" sz="1050" b="1" i="1" dirty="0">
                      <a:solidFill>
                        <a:srgbClr val="000000"/>
                      </a:solidFill>
                    </a:rPr>
                    <a:t>Z</a:t>
                  </a:r>
                  <a:r>
                    <a:rPr lang="en-US" altLang="en-BE" sz="1050" b="1" i="1" baseline="-25000" dirty="0">
                      <a:solidFill>
                        <a:srgbClr val="000000"/>
                      </a:solidFill>
                    </a:rPr>
                    <a:t>in </a:t>
                  </a:r>
                  <a:r>
                    <a:rPr lang="en-US" altLang="en-BE" sz="1050" b="1" i="1" dirty="0">
                      <a:solidFill>
                        <a:srgbClr val="000000"/>
                      </a:solidFill>
                    </a:rPr>
                    <a:t>=?</a:t>
                  </a:r>
                  <a:endParaRPr lang="en-BE" altLang="en-BE" sz="1350" b="1" i="1" dirty="0"/>
                </a:p>
              </p:txBody>
            </p:sp>
          </p:grpSp>
          <p:sp>
            <p:nvSpPr>
              <p:cNvPr id="171" name="Arrow: Right 170">
                <a:extLst>
                  <a:ext uri="{FF2B5EF4-FFF2-40B4-BE49-F238E27FC236}">
                    <a16:creationId xmlns:a16="http://schemas.microsoft.com/office/drawing/2014/main" id="{566D997A-68C2-FD44-397A-58E70B4CCC84}"/>
                  </a:ext>
                </a:extLst>
              </p:cNvPr>
              <p:cNvSpPr/>
              <p:nvPr/>
            </p:nvSpPr>
            <p:spPr>
              <a:xfrm>
                <a:off x="5795010" y="2880360"/>
                <a:ext cx="259080" cy="195072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BE"/>
              </a:p>
            </p:txBody>
          </p:sp>
          <p:sp>
            <p:nvSpPr>
              <p:cNvPr id="172" name="Freeform 35">
                <a:extLst>
                  <a:ext uri="{FF2B5EF4-FFF2-40B4-BE49-F238E27FC236}">
                    <a16:creationId xmlns:a16="http://schemas.microsoft.com/office/drawing/2014/main" id="{3232A30E-F807-25A0-CEE2-CA20B9984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89140" y="3474720"/>
                <a:ext cx="2458720" cy="101600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grpSp>
            <p:nvGrpSpPr>
              <p:cNvPr id="175" name="Group 174">
                <a:extLst>
                  <a:ext uri="{FF2B5EF4-FFF2-40B4-BE49-F238E27FC236}">
                    <a16:creationId xmlns:a16="http://schemas.microsoft.com/office/drawing/2014/main" id="{61658394-4955-B410-1364-F8F93A78E974}"/>
                  </a:ext>
                </a:extLst>
              </p:cNvPr>
              <p:cNvGrpSpPr/>
              <p:nvPr/>
            </p:nvGrpSpPr>
            <p:grpSpPr>
              <a:xfrm>
                <a:off x="7623048" y="2834640"/>
                <a:ext cx="229362" cy="301752"/>
                <a:chOff x="8034528" y="3316224"/>
                <a:chExt cx="256032" cy="323088"/>
              </a:xfrm>
            </p:grpSpPr>
            <p:sp>
              <p:nvSpPr>
                <p:cNvPr id="173" name="Diamond 172">
                  <a:extLst>
                    <a:ext uri="{FF2B5EF4-FFF2-40B4-BE49-F238E27FC236}">
                      <a16:creationId xmlns:a16="http://schemas.microsoft.com/office/drawing/2014/main" id="{18BE7ADD-07F6-1DD6-0688-DC8543002354}"/>
                    </a:ext>
                  </a:extLst>
                </p:cNvPr>
                <p:cNvSpPr/>
                <p:nvPr/>
              </p:nvSpPr>
              <p:spPr>
                <a:xfrm>
                  <a:off x="8034528" y="3316224"/>
                  <a:ext cx="256032" cy="323088"/>
                </a:xfrm>
                <a:prstGeom prst="diamond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BE"/>
                </a:p>
              </p:txBody>
            </p:sp>
            <p:sp>
              <p:nvSpPr>
                <p:cNvPr id="174" name="Freeform 17">
                  <a:extLst>
                    <a:ext uri="{FF2B5EF4-FFF2-40B4-BE49-F238E27FC236}">
                      <a16:creationId xmlns:a16="http://schemas.microsoft.com/office/drawing/2014/main" id="{BB1C44F6-6866-968D-961B-2D86AD3B01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 flipH="1" flipV="1">
                  <a:off x="8100144" y="3450421"/>
                  <a:ext cx="200410" cy="73748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 type="triangle"/>
                  <a:tailEnd type="none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46F56FF0-1404-A293-D164-C5ACFB3B49AC}"/>
                  </a:ext>
                </a:extLst>
              </p:cNvPr>
              <p:cNvGrpSpPr/>
              <p:nvPr/>
            </p:nvGrpSpPr>
            <p:grpSpPr>
              <a:xfrm>
                <a:off x="8610465" y="2873852"/>
                <a:ext cx="178443" cy="239189"/>
                <a:chOff x="5542451" y="2102326"/>
                <a:chExt cx="174669" cy="355599"/>
              </a:xfrm>
            </p:grpSpPr>
            <p:grpSp>
              <p:nvGrpSpPr>
                <p:cNvPr id="179" name="Group 178">
                  <a:extLst>
                    <a:ext uri="{FF2B5EF4-FFF2-40B4-BE49-F238E27FC236}">
                      <a16:creationId xmlns:a16="http://schemas.microsoft.com/office/drawing/2014/main" id="{84DD06D6-B793-63B2-4170-2E49187D71EE}"/>
                    </a:ext>
                  </a:extLst>
                </p:cNvPr>
                <p:cNvGrpSpPr/>
                <p:nvPr/>
              </p:nvGrpSpPr>
              <p:grpSpPr>
                <a:xfrm>
                  <a:off x="5542451" y="2102326"/>
                  <a:ext cx="166687" cy="236537"/>
                  <a:chOff x="5542451" y="2102326"/>
                  <a:chExt cx="166687" cy="236537"/>
                </a:xfrm>
              </p:grpSpPr>
              <p:sp>
                <p:nvSpPr>
                  <p:cNvPr id="183" name="Freeform 43">
                    <a:extLst>
                      <a:ext uri="{FF2B5EF4-FFF2-40B4-BE49-F238E27FC236}">
                        <a16:creationId xmlns:a16="http://schemas.microsoft.com/office/drawing/2014/main" id="{D6017056-2807-1FDB-BBD0-E258CC5039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221388"/>
                    <a:ext cx="166687" cy="117475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/>
                  </a:p>
                </p:txBody>
              </p:sp>
              <p:sp>
                <p:nvSpPr>
                  <p:cNvPr id="184" name="Freeform 46">
                    <a:extLst>
                      <a:ext uri="{FF2B5EF4-FFF2-40B4-BE49-F238E27FC236}">
                        <a16:creationId xmlns:a16="http://schemas.microsoft.com/office/drawing/2014/main" id="{E0945FC5-9EB8-B96F-8630-7325E459CE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102326"/>
                    <a:ext cx="166687" cy="119063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 dirty="0"/>
                  </a:p>
                </p:txBody>
              </p:sp>
            </p:grpSp>
            <p:grpSp>
              <p:nvGrpSpPr>
                <p:cNvPr id="180" name="Group 179">
                  <a:extLst>
                    <a:ext uri="{FF2B5EF4-FFF2-40B4-BE49-F238E27FC236}">
                      <a16:creationId xmlns:a16="http://schemas.microsoft.com/office/drawing/2014/main" id="{0059D4DB-6316-F99A-EE00-1696AC50E688}"/>
                    </a:ext>
                  </a:extLst>
                </p:cNvPr>
                <p:cNvGrpSpPr/>
                <p:nvPr/>
              </p:nvGrpSpPr>
              <p:grpSpPr>
                <a:xfrm>
                  <a:off x="5550433" y="2221388"/>
                  <a:ext cx="166687" cy="236537"/>
                  <a:chOff x="5542451" y="2102326"/>
                  <a:chExt cx="166687" cy="236537"/>
                </a:xfrm>
              </p:grpSpPr>
              <p:sp>
                <p:nvSpPr>
                  <p:cNvPr id="181" name="Freeform 43">
                    <a:extLst>
                      <a:ext uri="{FF2B5EF4-FFF2-40B4-BE49-F238E27FC236}">
                        <a16:creationId xmlns:a16="http://schemas.microsoft.com/office/drawing/2014/main" id="{3D2AB0D2-4E54-6022-614B-1A53016A5ED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221388"/>
                    <a:ext cx="166687" cy="117475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/>
                  </a:p>
                </p:txBody>
              </p:sp>
              <p:sp>
                <p:nvSpPr>
                  <p:cNvPr id="182" name="Freeform 46">
                    <a:extLst>
                      <a:ext uri="{FF2B5EF4-FFF2-40B4-BE49-F238E27FC236}">
                        <a16:creationId xmlns:a16="http://schemas.microsoft.com/office/drawing/2014/main" id="{265F90BC-4E04-7656-67B7-9CD54DEBC8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102326"/>
                    <a:ext cx="166687" cy="119063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/>
                  </a:p>
                </p:txBody>
              </p:sp>
            </p:grpSp>
          </p:grp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E5C5E16E-99E4-BF06-3715-25851020858F}"/>
                  </a:ext>
                </a:extLst>
              </p:cNvPr>
              <p:cNvCxnSpPr>
                <a:cxnSpLocks/>
                <a:stCxn id="181" idx="0"/>
              </p:cNvCxnSpPr>
              <p:nvPr/>
            </p:nvCxnSpPr>
            <p:spPr>
              <a:xfrm>
                <a:off x="8703214" y="3113041"/>
                <a:ext cx="0" cy="360409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Arrow Connector 186">
                <a:extLst>
                  <a:ext uri="{FF2B5EF4-FFF2-40B4-BE49-F238E27FC236}">
                    <a16:creationId xmlns:a16="http://schemas.microsoft.com/office/drawing/2014/main" id="{3C454108-6C76-363E-D45A-A10C04A7F8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5594" y="2621280"/>
                <a:ext cx="0" cy="25019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Freeform 35">
                <a:extLst>
                  <a:ext uri="{FF2B5EF4-FFF2-40B4-BE49-F238E27FC236}">
                    <a16:creationId xmlns:a16="http://schemas.microsoft.com/office/drawing/2014/main" id="{5C068FE6-CA7C-6184-E60C-14E88EB0D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39380" y="2595880"/>
                <a:ext cx="1737360" cy="8127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90" name="Freeform 36">
                <a:extLst>
                  <a:ext uri="{FF2B5EF4-FFF2-40B4-BE49-F238E27FC236}">
                    <a16:creationId xmlns:a16="http://schemas.microsoft.com/office/drawing/2014/main" id="{EF419AF8-9446-825E-C644-4936994B68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476537" y="2542333"/>
                <a:ext cx="108000" cy="108000"/>
              </a:xfrm>
              <a:custGeom>
                <a:avLst/>
                <a:gdLst>
                  <a:gd name="T0" fmla="*/ 80 w 80"/>
                  <a:gd name="T1" fmla="*/ 40 h 80"/>
                  <a:gd name="T2" fmla="*/ 80 w 80"/>
                  <a:gd name="T3" fmla="*/ 40 h 80"/>
                  <a:gd name="T4" fmla="*/ 40 w 80"/>
                  <a:gd name="T5" fmla="*/ 80 h 80"/>
                  <a:gd name="T6" fmla="*/ 0 w 80"/>
                  <a:gd name="T7" fmla="*/ 40 h 80"/>
                  <a:gd name="T8" fmla="*/ 40 w 80"/>
                  <a:gd name="T9" fmla="*/ 0 h 80"/>
                  <a:gd name="T10" fmla="*/ 80 w 80"/>
                  <a:gd name="T11" fmla="*/ 40 h 80"/>
                  <a:gd name="T12" fmla="*/ 80 w 80"/>
                  <a:gd name="T13" fmla="*/ 40 h 80"/>
                  <a:gd name="T14" fmla="*/ 80 w 80"/>
                  <a:gd name="T15" fmla="*/ 40 h 80"/>
                  <a:gd name="T16" fmla="*/ 80 w 80"/>
                  <a:gd name="T17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80">
                    <a:moveTo>
                      <a:pt x="80" y="40"/>
                    </a:moveTo>
                    <a:lnTo>
                      <a:pt x="80" y="40"/>
                    </a:lnTo>
                    <a:cubicBezTo>
                      <a:pt x="80" y="62"/>
                      <a:pt x="63" y="80"/>
                      <a:pt x="40" y="80"/>
                    </a:cubicBezTo>
                    <a:cubicBezTo>
                      <a:pt x="18" y="80"/>
                      <a:pt x="0" y="62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3" y="0"/>
                      <a:pt x="80" y="18"/>
                      <a:pt x="80" y="40"/>
                    </a:cubicBezTo>
                    <a:lnTo>
                      <a:pt x="80" y="40"/>
                    </a:lnTo>
                    <a:close/>
                    <a:moveTo>
                      <a:pt x="80" y="40"/>
                    </a:moveTo>
                    <a:lnTo>
                      <a:pt x="80" y="4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91385D0E-2366-C926-3C0D-E2B84ABC24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86462" y="2920390"/>
                <a:ext cx="539478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Z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in </a:t>
                </a:r>
                <a:r>
                  <a:rPr lang="en-US" altLang="en-BE" sz="1050" b="1" i="1" dirty="0">
                    <a:solidFill>
                      <a:srgbClr val="000000"/>
                    </a:solidFill>
                  </a:rPr>
                  <a:t>= </a:t>
                </a:r>
                <a:r>
                  <a:rPr lang="en-US" altLang="en-BE" sz="1050" b="1" i="1" dirty="0" err="1">
                    <a:solidFill>
                      <a:srgbClr val="000000"/>
                    </a:solidFill>
                  </a:rPr>
                  <a:t>r</a:t>
                </a:r>
                <a:r>
                  <a:rPr lang="en-US" altLang="en-BE" sz="1050" b="1" i="1" baseline="-25000" dirty="0" err="1">
                    <a:solidFill>
                      <a:srgbClr val="000000"/>
                    </a:solidFill>
                  </a:rPr>
                  <a:t>ds</a:t>
                </a:r>
                <a:endParaRPr lang="en-BE" altLang="en-BE" sz="1350" b="1" i="1" dirty="0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29AD9A6A-B06D-4AD6-5D5A-9F73ED1A8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00942" y="2920390"/>
                <a:ext cx="691878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m </a:t>
                </a:r>
                <a:r>
                  <a:rPr lang="en-US" altLang="en-BE" sz="1050" b="1" i="1" dirty="0" err="1">
                    <a:solidFill>
                      <a:srgbClr val="000000"/>
                    </a:solidFill>
                  </a:rPr>
                  <a:t>V</a:t>
                </a:r>
                <a:r>
                  <a:rPr lang="en-US" altLang="en-BE" sz="1050" b="1" i="1" baseline="-25000" dirty="0" err="1">
                    <a:solidFill>
                      <a:srgbClr val="000000"/>
                    </a:solidFill>
                  </a:rPr>
                  <a:t>gs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BE" sz="1050" b="1" i="1" dirty="0">
                    <a:solidFill>
                      <a:srgbClr val="000000"/>
                    </a:solidFill>
                  </a:rPr>
                  <a:t>= 0</a:t>
                </a:r>
                <a:endParaRPr lang="en-BE" altLang="en-BE" sz="1350" b="1" i="1" dirty="0"/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FF71C3A3-88CC-234F-5CDC-F28D290E1E96}"/>
                  </a:ext>
                </a:extLst>
              </p:cNvPr>
              <p:cNvSpPr txBox="1"/>
              <p:nvPr/>
            </p:nvSpPr>
            <p:spPr>
              <a:xfrm>
                <a:off x="6591300" y="2771894"/>
                <a:ext cx="88392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en-BE" sz="1400" b="1" i="1" dirty="0" err="1">
                    <a:solidFill>
                      <a:srgbClr val="000000"/>
                    </a:solidFill>
                  </a:rPr>
                  <a:t>V</a:t>
                </a:r>
                <a:r>
                  <a:rPr lang="en-US" altLang="en-BE" sz="1400" b="1" i="1" baseline="-25000" dirty="0" err="1">
                    <a:solidFill>
                      <a:srgbClr val="000000"/>
                    </a:solidFill>
                  </a:rPr>
                  <a:t>gs</a:t>
                </a:r>
                <a:r>
                  <a:rPr lang="en-US" altLang="en-BE" sz="1400" b="1" i="1" baseline="-250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BE" sz="1400" b="1" i="1" dirty="0">
                    <a:solidFill>
                      <a:srgbClr val="000000"/>
                    </a:solidFill>
                  </a:rPr>
                  <a:t>= 0</a:t>
                </a:r>
                <a:endParaRPr lang="en-BE" sz="1400" dirty="0"/>
              </a:p>
            </p:txBody>
          </p:sp>
          <p:sp>
            <p:nvSpPr>
              <p:cNvPr id="195" name="Freeform 36">
                <a:extLst>
                  <a:ext uri="{FF2B5EF4-FFF2-40B4-BE49-F238E27FC236}">
                    <a16:creationId xmlns:a16="http://schemas.microsoft.com/office/drawing/2014/main" id="{44BDD040-1BA6-CB04-8C24-61196A1502F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12737" y="2527093"/>
                <a:ext cx="108000" cy="108000"/>
              </a:xfrm>
              <a:custGeom>
                <a:avLst/>
                <a:gdLst>
                  <a:gd name="T0" fmla="*/ 80 w 80"/>
                  <a:gd name="T1" fmla="*/ 40 h 80"/>
                  <a:gd name="T2" fmla="*/ 80 w 80"/>
                  <a:gd name="T3" fmla="*/ 40 h 80"/>
                  <a:gd name="T4" fmla="*/ 40 w 80"/>
                  <a:gd name="T5" fmla="*/ 80 h 80"/>
                  <a:gd name="T6" fmla="*/ 0 w 80"/>
                  <a:gd name="T7" fmla="*/ 40 h 80"/>
                  <a:gd name="T8" fmla="*/ 40 w 80"/>
                  <a:gd name="T9" fmla="*/ 0 h 80"/>
                  <a:gd name="T10" fmla="*/ 80 w 80"/>
                  <a:gd name="T11" fmla="*/ 40 h 80"/>
                  <a:gd name="T12" fmla="*/ 80 w 80"/>
                  <a:gd name="T13" fmla="*/ 40 h 80"/>
                  <a:gd name="T14" fmla="*/ 80 w 80"/>
                  <a:gd name="T15" fmla="*/ 40 h 80"/>
                  <a:gd name="T16" fmla="*/ 80 w 80"/>
                  <a:gd name="T17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80">
                    <a:moveTo>
                      <a:pt x="80" y="40"/>
                    </a:moveTo>
                    <a:lnTo>
                      <a:pt x="80" y="40"/>
                    </a:lnTo>
                    <a:cubicBezTo>
                      <a:pt x="80" y="62"/>
                      <a:pt x="63" y="80"/>
                      <a:pt x="40" y="80"/>
                    </a:cubicBezTo>
                    <a:cubicBezTo>
                      <a:pt x="18" y="80"/>
                      <a:pt x="0" y="62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3" y="0"/>
                      <a:pt x="80" y="18"/>
                      <a:pt x="80" y="40"/>
                    </a:cubicBezTo>
                    <a:lnTo>
                      <a:pt x="80" y="40"/>
                    </a:lnTo>
                    <a:close/>
                    <a:moveTo>
                      <a:pt x="80" y="40"/>
                    </a:moveTo>
                    <a:lnTo>
                      <a:pt x="80" y="4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196" name="Freeform 36">
                <a:extLst>
                  <a:ext uri="{FF2B5EF4-FFF2-40B4-BE49-F238E27FC236}">
                    <a16:creationId xmlns:a16="http://schemas.microsoft.com/office/drawing/2014/main" id="{A1D806AD-AE19-3AAF-7956-12791A4714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82257" y="3416093"/>
                <a:ext cx="108000" cy="108000"/>
              </a:xfrm>
              <a:custGeom>
                <a:avLst/>
                <a:gdLst>
                  <a:gd name="T0" fmla="*/ 80 w 80"/>
                  <a:gd name="T1" fmla="*/ 40 h 80"/>
                  <a:gd name="T2" fmla="*/ 80 w 80"/>
                  <a:gd name="T3" fmla="*/ 40 h 80"/>
                  <a:gd name="T4" fmla="*/ 40 w 80"/>
                  <a:gd name="T5" fmla="*/ 80 h 80"/>
                  <a:gd name="T6" fmla="*/ 0 w 80"/>
                  <a:gd name="T7" fmla="*/ 40 h 80"/>
                  <a:gd name="T8" fmla="*/ 40 w 80"/>
                  <a:gd name="T9" fmla="*/ 0 h 80"/>
                  <a:gd name="T10" fmla="*/ 80 w 80"/>
                  <a:gd name="T11" fmla="*/ 40 h 80"/>
                  <a:gd name="T12" fmla="*/ 80 w 80"/>
                  <a:gd name="T13" fmla="*/ 40 h 80"/>
                  <a:gd name="T14" fmla="*/ 80 w 80"/>
                  <a:gd name="T15" fmla="*/ 40 h 80"/>
                  <a:gd name="T16" fmla="*/ 80 w 80"/>
                  <a:gd name="T17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80">
                    <a:moveTo>
                      <a:pt x="80" y="40"/>
                    </a:moveTo>
                    <a:lnTo>
                      <a:pt x="80" y="40"/>
                    </a:lnTo>
                    <a:cubicBezTo>
                      <a:pt x="80" y="62"/>
                      <a:pt x="63" y="80"/>
                      <a:pt x="40" y="80"/>
                    </a:cubicBezTo>
                    <a:cubicBezTo>
                      <a:pt x="18" y="80"/>
                      <a:pt x="0" y="62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3" y="0"/>
                      <a:pt x="80" y="18"/>
                      <a:pt x="80" y="40"/>
                    </a:cubicBezTo>
                    <a:lnTo>
                      <a:pt x="80" y="40"/>
                    </a:lnTo>
                    <a:close/>
                    <a:moveTo>
                      <a:pt x="80" y="40"/>
                    </a:moveTo>
                    <a:lnTo>
                      <a:pt x="80" y="4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02" name="Arc 201">
                <a:extLst>
                  <a:ext uri="{FF2B5EF4-FFF2-40B4-BE49-F238E27FC236}">
                    <a16:creationId xmlns:a16="http://schemas.microsoft.com/office/drawing/2014/main" id="{6A005534-0FBD-2A96-D41E-59C3D89CA355}"/>
                  </a:ext>
                </a:extLst>
              </p:cNvPr>
              <p:cNvSpPr/>
              <p:nvPr/>
            </p:nvSpPr>
            <p:spPr>
              <a:xfrm rot="14952249">
                <a:off x="6848582" y="2541349"/>
                <a:ext cx="480530" cy="528320"/>
              </a:xfrm>
              <a:prstGeom prst="arc">
                <a:avLst/>
              </a:prstGeom>
              <a:ln w="19050"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BE"/>
              </a:p>
            </p:txBody>
          </p:sp>
          <p:sp>
            <p:nvSpPr>
              <p:cNvPr id="203" name="Arc 202">
                <a:extLst>
                  <a:ext uri="{FF2B5EF4-FFF2-40B4-BE49-F238E27FC236}">
                    <a16:creationId xmlns:a16="http://schemas.microsoft.com/office/drawing/2014/main" id="{72D70914-AC53-5949-5848-D0821D6E8383}"/>
                  </a:ext>
                </a:extLst>
              </p:cNvPr>
              <p:cNvSpPr/>
              <p:nvPr/>
            </p:nvSpPr>
            <p:spPr>
              <a:xfrm rot="6002538" flipV="1">
                <a:off x="6774503" y="2915630"/>
                <a:ext cx="513832" cy="466451"/>
              </a:xfrm>
              <a:prstGeom prst="arc">
                <a:avLst/>
              </a:prstGeom>
              <a:ln w="19050"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BE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31B53B18-F079-9B58-1405-DBFF4ABBA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95300" y="2315870"/>
                <a:ext cx="97784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D</a:t>
                </a:r>
                <a:endParaRPr lang="en-BE" altLang="en-BE" sz="1350" b="1" i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D53AD711-90FB-A1E1-AA36-51311CB0CD39}"/>
                      </a:ext>
                    </a:extLst>
                  </p:cNvPr>
                  <p:cNvSpPr txBox="1"/>
                  <p:nvPr/>
                </p:nvSpPr>
                <p:spPr>
                  <a:xfrm>
                    <a:off x="9593580" y="2223254"/>
                    <a:ext cx="1173480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𝑑𝑠</m:t>
                              </m:r>
                            </m:sub>
                          </m:sSub>
                        </m:oMath>
                      </m:oMathPara>
                    </a14:m>
                    <a:endParaRPr lang="en-BE" sz="1600" dirty="0"/>
                  </a:p>
                </p:txBody>
              </p:sp>
            </mc:Choice>
            <mc:Fallback xmlns=""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D53AD711-90FB-A1E1-AA36-51311CB0CD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93580" y="2223254"/>
                    <a:ext cx="1173480" cy="33855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B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F6498B76-0544-C6FB-9775-B63AF629C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705" y="2893628"/>
                <a:ext cx="865444" cy="323165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defTabSz="685800"/>
                <a:r>
                  <a:rPr lang="en-US" altLang="en-BE" sz="1050" b="1" dirty="0">
                    <a:solidFill>
                      <a:srgbClr val="000000"/>
                    </a:solidFill>
                  </a:rPr>
                  <a:t>Looking into drain</a:t>
                </a:r>
                <a:endParaRPr lang="en-BE" altLang="en-BE" sz="1350" b="1" dirty="0"/>
              </a:p>
            </p:txBody>
          </p:sp>
          <p:sp>
            <p:nvSpPr>
              <p:cNvPr id="367" name="Freeform 36">
                <a:extLst>
                  <a:ext uri="{FF2B5EF4-FFF2-40B4-BE49-F238E27FC236}">
                    <a16:creationId xmlns:a16="http://schemas.microsoft.com/office/drawing/2014/main" id="{97C96557-FBCC-1DF5-05BC-9DFDA755F8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flipH="1">
                <a:off x="8632706" y="2536872"/>
                <a:ext cx="108000" cy="108000"/>
              </a:xfrm>
              <a:custGeom>
                <a:avLst/>
                <a:gdLst>
                  <a:gd name="T0" fmla="*/ 80 w 80"/>
                  <a:gd name="T1" fmla="*/ 40 h 80"/>
                  <a:gd name="T2" fmla="*/ 80 w 80"/>
                  <a:gd name="T3" fmla="*/ 40 h 80"/>
                  <a:gd name="T4" fmla="*/ 40 w 80"/>
                  <a:gd name="T5" fmla="*/ 80 h 80"/>
                  <a:gd name="T6" fmla="*/ 0 w 80"/>
                  <a:gd name="T7" fmla="*/ 40 h 80"/>
                  <a:gd name="T8" fmla="*/ 40 w 80"/>
                  <a:gd name="T9" fmla="*/ 0 h 80"/>
                  <a:gd name="T10" fmla="*/ 80 w 80"/>
                  <a:gd name="T11" fmla="*/ 40 h 80"/>
                  <a:gd name="T12" fmla="*/ 80 w 80"/>
                  <a:gd name="T13" fmla="*/ 40 h 80"/>
                  <a:gd name="T14" fmla="*/ 80 w 80"/>
                  <a:gd name="T15" fmla="*/ 40 h 80"/>
                  <a:gd name="T16" fmla="*/ 80 w 80"/>
                  <a:gd name="T17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80">
                    <a:moveTo>
                      <a:pt x="80" y="40"/>
                    </a:moveTo>
                    <a:lnTo>
                      <a:pt x="80" y="40"/>
                    </a:lnTo>
                    <a:cubicBezTo>
                      <a:pt x="80" y="62"/>
                      <a:pt x="63" y="80"/>
                      <a:pt x="40" y="80"/>
                    </a:cubicBezTo>
                    <a:cubicBezTo>
                      <a:pt x="18" y="80"/>
                      <a:pt x="0" y="62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3" y="0"/>
                      <a:pt x="80" y="18"/>
                      <a:pt x="80" y="40"/>
                    </a:cubicBezTo>
                    <a:lnTo>
                      <a:pt x="80" y="40"/>
                    </a:lnTo>
                    <a:close/>
                    <a:moveTo>
                      <a:pt x="80" y="40"/>
                    </a:moveTo>
                    <a:lnTo>
                      <a:pt x="80" y="4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</p:grpSp>
        <p:sp>
          <p:nvSpPr>
            <p:cNvPr id="374" name="Arrow: Right 373">
              <a:extLst>
                <a:ext uri="{FF2B5EF4-FFF2-40B4-BE49-F238E27FC236}">
                  <a16:creationId xmlns:a16="http://schemas.microsoft.com/office/drawing/2014/main" id="{480C45C1-BC63-DC60-542C-A2508EC7EBB4}"/>
                </a:ext>
              </a:extLst>
            </p:cNvPr>
            <p:cNvSpPr/>
            <p:nvPr/>
          </p:nvSpPr>
          <p:spPr>
            <a:xfrm>
              <a:off x="212090" y="2969260"/>
              <a:ext cx="259080" cy="195072"/>
            </a:xfrm>
            <a:prstGeom prst="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02832F0-16D0-3C66-A4DC-B988E90915BB}"/>
              </a:ext>
            </a:extLst>
          </p:cNvPr>
          <p:cNvGrpSpPr/>
          <p:nvPr/>
        </p:nvGrpSpPr>
        <p:grpSpPr>
          <a:xfrm>
            <a:off x="252730" y="3975854"/>
            <a:ext cx="12053570" cy="2783085"/>
            <a:chOff x="252730" y="3975854"/>
            <a:chExt cx="12053570" cy="2783085"/>
          </a:xfrm>
        </p:grpSpPr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CD31C37D-54BF-8654-A22D-C75DD8655A2F}"/>
                </a:ext>
              </a:extLst>
            </p:cNvPr>
            <p:cNvSpPr/>
            <p:nvPr/>
          </p:nvSpPr>
          <p:spPr>
            <a:xfrm>
              <a:off x="579120" y="3977640"/>
              <a:ext cx="11193780" cy="278129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20"/>
            </a:p>
          </p:txBody>
        </p: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933FEE6D-4CAA-1968-AB82-9258229FA93A}"/>
                </a:ext>
              </a:extLst>
            </p:cNvPr>
            <p:cNvGrpSpPr/>
            <p:nvPr/>
          </p:nvGrpSpPr>
          <p:grpSpPr>
            <a:xfrm>
              <a:off x="610380" y="4201588"/>
              <a:ext cx="3013014" cy="2462814"/>
              <a:chOff x="1882920" y="4254928"/>
              <a:chExt cx="3013014" cy="2462814"/>
            </a:xfrm>
          </p:grpSpPr>
          <p:cxnSp>
            <p:nvCxnSpPr>
              <p:cNvPr id="209" name="Straight Arrow Connector 208">
                <a:extLst>
                  <a:ext uri="{FF2B5EF4-FFF2-40B4-BE49-F238E27FC236}">
                    <a16:creationId xmlns:a16="http://schemas.microsoft.com/office/drawing/2014/main" id="{E77AD58A-CD60-943C-F2BA-800C8BB27104}"/>
                  </a:ext>
                </a:extLst>
              </p:cNvPr>
              <p:cNvCxnSpPr>
                <a:cxnSpLocks/>
                <a:endCxn id="213" idx="0"/>
              </p:cNvCxnSpPr>
              <p:nvPr/>
            </p:nvCxnSpPr>
            <p:spPr>
              <a:xfrm>
                <a:off x="3053108" y="5443969"/>
                <a:ext cx="0" cy="4714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0" name="Freeform 14">
                <a:extLst>
                  <a:ext uri="{FF2B5EF4-FFF2-40B4-BE49-F238E27FC236}">
                    <a16:creationId xmlns:a16="http://schemas.microsoft.com/office/drawing/2014/main" id="{44FAF7B3-6CE6-781E-F5BF-F0DDCF6D747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810890" y="5904441"/>
                <a:ext cx="0" cy="188119"/>
              </a:xfrm>
              <a:custGeom>
                <a:avLst/>
                <a:gdLst>
                  <a:gd name="T0" fmla="*/ 2 w 2"/>
                  <a:gd name="T1" fmla="*/ 0 h 232"/>
                  <a:gd name="T2" fmla="*/ 2 w 2"/>
                  <a:gd name="T3" fmla="*/ 0 h 232"/>
                  <a:gd name="T4" fmla="*/ 0 w 2"/>
                  <a:gd name="T5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32">
                    <a:moveTo>
                      <a:pt x="2" y="0"/>
                    </a:moveTo>
                    <a:lnTo>
                      <a:pt x="2" y="0"/>
                    </a:lnTo>
                    <a:lnTo>
                      <a:pt x="0" y="232"/>
                    </a:lnTo>
                  </a:path>
                </a:pathLst>
              </a:custGeom>
              <a:noFill/>
              <a:ln w="38100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11" name="Freeform 15">
                <a:extLst>
                  <a:ext uri="{FF2B5EF4-FFF2-40B4-BE49-F238E27FC236}">
                    <a16:creationId xmlns:a16="http://schemas.microsoft.com/office/drawing/2014/main" id="{4E579687-45C4-E5CA-87D3-F3054C7D0D2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006317" y="6096370"/>
                <a:ext cx="45719" cy="443114"/>
              </a:xfrm>
              <a:custGeom>
                <a:avLst/>
                <a:gdLst>
                  <a:gd name="T0" fmla="*/ 0 h 130"/>
                  <a:gd name="T1" fmla="*/ 0 h 130"/>
                  <a:gd name="T2" fmla="*/ 130 h 13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30">
                    <a:moveTo>
                      <a:pt x="0" y="0"/>
                    </a:moveTo>
                    <a:lnTo>
                      <a:pt x="0" y="0"/>
                    </a:lnTo>
                    <a:lnTo>
                      <a:pt x="0" y="13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12" name="Freeform 17">
                <a:extLst>
                  <a:ext uri="{FF2B5EF4-FFF2-40B4-BE49-F238E27FC236}">
                    <a16:creationId xmlns:a16="http://schemas.microsoft.com/office/drawing/2014/main" id="{6A500397-B0C1-F015-A61B-2BDE87E1A7E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881381" y="6086845"/>
                <a:ext cx="171729" cy="0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13" name="Freeform 18">
                <a:extLst>
                  <a:ext uri="{FF2B5EF4-FFF2-40B4-BE49-F238E27FC236}">
                    <a16:creationId xmlns:a16="http://schemas.microsoft.com/office/drawing/2014/main" id="{AA653056-ED5E-4EEB-160C-31AFDFFBBCE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881381" y="5915395"/>
                <a:ext cx="171729" cy="0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14" name="Freeform 19">
                <a:extLst>
                  <a:ext uri="{FF2B5EF4-FFF2-40B4-BE49-F238E27FC236}">
                    <a16:creationId xmlns:a16="http://schemas.microsoft.com/office/drawing/2014/main" id="{E9BBB21E-2E05-A96A-A482-CA6815F5452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881380" y="5864198"/>
                <a:ext cx="0" cy="273844"/>
              </a:xfrm>
              <a:custGeom>
                <a:avLst/>
                <a:gdLst>
                  <a:gd name="T0" fmla="*/ 337 h 337"/>
                  <a:gd name="T1" fmla="*/ 337 h 337"/>
                  <a:gd name="T2" fmla="*/ 0 h 33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37">
                    <a:moveTo>
                      <a:pt x="0" y="337"/>
                    </a:moveTo>
                    <a:lnTo>
                      <a:pt x="0" y="337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15" name="Freeform 35">
                <a:extLst>
                  <a:ext uri="{FF2B5EF4-FFF2-40B4-BE49-F238E27FC236}">
                    <a16:creationId xmlns:a16="http://schemas.microsoft.com/office/drawing/2014/main" id="{982D7F73-4536-CC0E-12D1-0F9E271775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5040" y="5999772"/>
                <a:ext cx="569311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904176BF-5B52-E9BF-FBE4-6100B22ADC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9897" y="5912036"/>
                <a:ext cx="276820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M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1</a:t>
                </a:r>
                <a:endParaRPr lang="en-BE" altLang="en-BE" sz="1350" b="1" i="1" dirty="0"/>
              </a:p>
            </p:txBody>
          </p:sp>
          <p:sp>
            <p:nvSpPr>
              <p:cNvPr id="217" name="Freeform 17">
                <a:extLst>
                  <a:ext uri="{FF2B5EF4-FFF2-40B4-BE49-F238E27FC236}">
                    <a16:creationId xmlns:a16="http://schemas.microsoft.com/office/drawing/2014/main" id="{C29813B7-F392-AB9D-D804-0D3D5C5A6F9E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3160859" y="4541604"/>
                <a:ext cx="295658" cy="51651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grpSp>
            <p:nvGrpSpPr>
              <p:cNvPr id="218" name="Group 217">
                <a:extLst>
                  <a:ext uri="{FF2B5EF4-FFF2-40B4-BE49-F238E27FC236}">
                    <a16:creationId xmlns:a16="http://schemas.microsoft.com/office/drawing/2014/main" id="{39FAB3B9-A153-C80D-9355-1352261BA291}"/>
                  </a:ext>
                </a:extLst>
              </p:cNvPr>
              <p:cNvGrpSpPr/>
              <p:nvPr/>
            </p:nvGrpSpPr>
            <p:grpSpPr>
              <a:xfrm>
                <a:off x="3005962" y="6543641"/>
                <a:ext cx="103584" cy="82153"/>
                <a:chOff x="3449446" y="2483705"/>
                <a:chExt cx="103584" cy="82153"/>
              </a:xfrm>
            </p:grpSpPr>
            <p:sp>
              <p:nvSpPr>
                <p:cNvPr id="219" name="Freeform 88">
                  <a:extLst>
                    <a:ext uri="{FF2B5EF4-FFF2-40B4-BE49-F238E27FC236}">
                      <a16:creationId xmlns:a16="http://schemas.microsoft.com/office/drawing/2014/main" id="{A5656406-2F2C-EB5A-5092-B61DBE4F35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446" y="2483705"/>
                  <a:ext cx="103584" cy="0"/>
                </a:xfrm>
                <a:custGeom>
                  <a:avLst/>
                  <a:gdLst>
                    <a:gd name="T0" fmla="*/ 0 w 127"/>
                    <a:gd name="T1" fmla="*/ 0 w 127"/>
                    <a:gd name="T2" fmla="*/ 127 w 12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20" name="Freeform 89">
                  <a:extLst>
                    <a:ext uri="{FF2B5EF4-FFF2-40B4-BE49-F238E27FC236}">
                      <a16:creationId xmlns:a16="http://schemas.microsoft.com/office/drawing/2014/main" id="{CBD8C880-A1F7-5D27-85B4-6247BB7733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5639" y="2525377"/>
                  <a:ext cx="51197" cy="0"/>
                </a:xfrm>
                <a:custGeom>
                  <a:avLst/>
                  <a:gdLst>
                    <a:gd name="T0" fmla="*/ 0 w 63"/>
                    <a:gd name="T1" fmla="*/ 0 w 63"/>
                    <a:gd name="T2" fmla="*/ 63 w 6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21" name="Freeform 90">
                  <a:extLst>
                    <a:ext uri="{FF2B5EF4-FFF2-40B4-BE49-F238E27FC236}">
                      <a16:creationId xmlns:a16="http://schemas.microsoft.com/office/drawing/2014/main" id="{DBD7B3AF-4FA1-900A-ABE4-CF6C6E5829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5880" y="2565858"/>
                  <a:ext cx="11906" cy="0"/>
                </a:xfrm>
                <a:custGeom>
                  <a:avLst/>
                  <a:gdLst>
                    <a:gd name="T0" fmla="*/ 0 w 15"/>
                    <a:gd name="T1" fmla="*/ 0 w 15"/>
                    <a:gd name="T2" fmla="*/ 15 w 1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5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cxnSp>
            <p:nvCxnSpPr>
              <p:cNvPr id="222" name="Straight Arrow Connector 221">
                <a:extLst>
                  <a:ext uri="{FF2B5EF4-FFF2-40B4-BE49-F238E27FC236}">
                    <a16:creationId xmlns:a16="http://schemas.microsoft.com/office/drawing/2014/main" id="{9363EB5D-D497-BDA0-D8F1-D74505AFE2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24433" y="6004039"/>
                <a:ext cx="0" cy="615455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4A749977-39DF-1709-6A07-91286C4337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2920" y="6415430"/>
                <a:ext cx="243656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BE" altLang="en-BE" sz="1050" b="1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dc1</a:t>
                </a:r>
                <a:endParaRPr lang="en-BE" altLang="en-BE" sz="1350" b="1" i="1" dirty="0"/>
              </a:p>
            </p:txBody>
          </p:sp>
          <p:grpSp>
            <p:nvGrpSpPr>
              <p:cNvPr id="224" name="Group 223">
                <a:extLst>
                  <a:ext uri="{FF2B5EF4-FFF2-40B4-BE49-F238E27FC236}">
                    <a16:creationId xmlns:a16="http://schemas.microsoft.com/office/drawing/2014/main" id="{2D1C4FF5-4E95-26A2-04D1-247D2CE305F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115312" y="6220968"/>
                <a:ext cx="216000" cy="212856"/>
                <a:chOff x="2552192" y="1928114"/>
                <a:chExt cx="251460" cy="247800"/>
              </a:xfrm>
            </p:grpSpPr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9132CFCC-AE05-1B38-6338-996E1AA3BFA4}"/>
                    </a:ext>
                  </a:extLst>
                </p:cNvPr>
                <p:cNvSpPr/>
                <p:nvPr/>
              </p:nvSpPr>
              <p:spPr>
                <a:xfrm>
                  <a:off x="2552192" y="1928114"/>
                  <a:ext cx="251460" cy="247800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E" dirty="0"/>
                </a:p>
              </p:txBody>
            </p:sp>
            <p:sp>
              <p:nvSpPr>
                <p:cNvPr id="226" name="Freeform 35">
                  <a:extLst>
                    <a:ext uri="{FF2B5EF4-FFF2-40B4-BE49-F238E27FC236}">
                      <a16:creationId xmlns:a16="http://schemas.microsoft.com/office/drawing/2014/main" id="{4A493C9B-D93D-CBBB-78E5-71AB78FA32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200000">
                  <a:off x="2670358" y="1976937"/>
                  <a:ext cx="63834" cy="47561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27" name="Freeform 35">
                  <a:extLst>
                    <a:ext uri="{FF2B5EF4-FFF2-40B4-BE49-F238E27FC236}">
                      <a16:creationId xmlns:a16="http://schemas.microsoft.com/office/drawing/2014/main" id="{F63C02E2-27F0-9F87-3F8D-4B85D923C6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5631" y="199832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28" name="Freeform 35">
                  <a:extLst>
                    <a:ext uri="{FF2B5EF4-FFF2-40B4-BE49-F238E27FC236}">
                      <a16:creationId xmlns:a16="http://schemas.microsoft.com/office/drawing/2014/main" id="{7FD8EED7-2AE6-9DDE-50BE-1FA8A08E06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9441" y="211643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cxnSp>
            <p:nvCxnSpPr>
              <p:cNvPr id="229" name="Straight Arrow Connector 228">
                <a:extLst>
                  <a:ext uri="{FF2B5EF4-FFF2-40B4-BE49-F238E27FC236}">
                    <a16:creationId xmlns:a16="http://schemas.microsoft.com/office/drawing/2014/main" id="{72FE3DFC-5061-D814-6D0B-F4764BA5CF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81708" y="4416679"/>
                <a:ext cx="200632" cy="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>
                <a:extLst>
                  <a:ext uri="{FF2B5EF4-FFF2-40B4-BE49-F238E27FC236}">
                    <a16:creationId xmlns:a16="http://schemas.microsoft.com/office/drawing/2014/main" id="{237EAD2F-3770-1252-D378-620C7DDA3B2F}"/>
                  </a:ext>
                </a:extLst>
              </p:cNvPr>
              <p:cNvGrpSpPr/>
              <p:nvPr/>
            </p:nvGrpSpPr>
            <p:grpSpPr>
              <a:xfrm>
                <a:off x="2174366" y="6635589"/>
                <a:ext cx="103584" cy="82153"/>
                <a:chOff x="3449446" y="2483705"/>
                <a:chExt cx="103584" cy="82153"/>
              </a:xfrm>
            </p:grpSpPr>
            <p:sp>
              <p:nvSpPr>
                <p:cNvPr id="231" name="Freeform 88">
                  <a:extLst>
                    <a:ext uri="{FF2B5EF4-FFF2-40B4-BE49-F238E27FC236}">
                      <a16:creationId xmlns:a16="http://schemas.microsoft.com/office/drawing/2014/main" id="{8F5850DF-8DE1-6C18-265A-D7F2F21EB4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446" y="2483705"/>
                  <a:ext cx="103584" cy="0"/>
                </a:xfrm>
                <a:custGeom>
                  <a:avLst/>
                  <a:gdLst>
                    <a:gd name="T0" fmla="*/ 0 w 127"/>
                    <a:gd name="T1" fmla="*/ 0 w 127"/>
                    <a:gd name="T2" fmla="*/ 127 w 12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32" name="Freeform 89">
                  <a:extLst>
                    <a:ext uri="{FF2B5EF4-FFF2-40B4-BE49-F238E27FC236}">
                      <a16:creationId xmlns:a16="http://schemas.microsoft.com/office/drawing/2014/main" id="{F0DA3F41-6B63-DCDB-E3F8-A03154F1E8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5639" y="2525377"/>
                  <a:ext cx="51197" cy="0"/>
                </a:xfrm>
                <a:custGeom>
                  <a:avLst/>
                  <a:gdLst>
                    <a:gd name="T0" fmla="*/ 0 w 63"/>
                    <a:gd name="T1" fmla="*/ 0 w 63"/>
                    <a:gd name="T2" fmla="*/ 63 w 6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33" name="Freeform 90">
                  <a:extLst>
                    <a:ext uri="{FF2B5EF4-FFF2-40B4-BE49-F238E27FC236}">
                      <a16:creationId xmlns:a16="http://schemas.microsoft.com/office/drawing/2014/main" id="{BDC2D951-D6C2-E6C3-35B6-9B8956B7AA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5880" y="2565858"/>
                  <a:ext cx="11906" cy="0"/>
                </a:xfrm>
                <a:custGeom>
                  <a:avLst/>
                  <a:gdLst>
                    <a:gd name="T0" fmla="*/ 0 w 15"/>
                    <a:gd name="T1" fmla="*/ 0 w 15"/>
                    <a:gd name="T2" fmla="*/ 15 w 1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5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1AEE824E-883F-AB33-3935-F85F1765F0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6562" y="4464710"/>
                <a:ext cx="360408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Z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in </a:t>
                </a:r>
                <a:r>
                  <a:rPr lang="en-US" altLang="en-BE" sz="1050" b="1" i="1" dirty="0">
                    <a:solidFill>
                      <a:srgbClr val="000000"/>
                    </a:solidFill>
                  </a:rPr>
                  <a:t>=?</a:t>
                </a:r>
                <a:endParaRPr lang="en-BE" altLang="en-BE" sz="1350" b="1" i="1" dirty="0"/>
              </a:p>
            </p:txBody>
          </p:sp>
          <p:cxnSp>
            <p:nvCxnSpPr>
              <p:cNvPr id="235" name="Straight Arrow Connector 234">
                <a:extLst>
                  <a:ext uri="{FF2B5EF4-FFF2-40B4-BE49-F238E27FC236}">
                    <a16:creationId xmlns:a16="http://schemas.microsoft.com/office/drawing/2014/main" id="{9E8C4BA0-F695-BE79-F5D1-17C8B1325DB3}"/>
                  </a:ext>
                </a:extLst>
              </p:cNvPr>
              <p:cNvCxnSpPr>
                <a:cxnSpLocks/>
                <a:stCxn id="261" idx="2"/>
                <a:endCxn id="239" idx="0"/>
              </p:cNvCxnSpPr>
              <p:nvPr/>
            </p:nvCxnSpPr>
            <p:spPr>
              <a:xfrm>
                <a:off x="3053110" y="4362928"/>
                <a:ext cx="0" cy="60758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6" name="Freeform 14">
                <a:extLst>
                  <a:ext uri="{FF2B5EF4-FFF2-40B4-BE49-F238E27FC236}">
                    <a16:creationId xmlns:a16="http://schemas.microsoft.com/office/drawing/2014/main" id="{0D70E4E0-F233-DF24-5DD1-D667FA28804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810890" y="4959561"/>
                <a:ext cx="0" cy="188119"/>
              </a:xfrm>
              <a:custGeom>
                <a:avLst/>
                <a:gdLst>
                  <a:gd name="T0" fmla="*/ 2 w 2"/>
                  <a:gd name="T1" fmla="*/ 0 h 232"/>
                  <a:gd name="T2" fmla="*/ 2 w 2"/>
                  <a:gd name="T3" fmla="*/ 0 h 232"/>
                  <a:gd name="T4" fmla="*/ 0 w 2"/>
                  <a:gd name="T5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32">
                    <a:moveTo>
                      <a:pt x="2" y="0"/>
                    </a:moveTo>
                    <a:lnTo>
                      <a:pt x="2" y="0"/>
                    </a:lnTo>
                    <a:lnTo>
                      <a:pt x="0" y="232"/>
                    </a:lnTo>
                  </a:path>
                </a:pathLst>
              </a:custGeom>
              <a:noFill/>
              <a:ln w="38100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37" name="Freeform 15">
                <a:extLst>
                  <a:ext uri="{FF2B5EF4-FFF2-40B4-BE49-F238E27FC236}">
                    <a16:creationId xmlns:a16="http://schemas.microsoft.com/office/drawing/2014/main" id="{8C95D539-CACE-B538-DE99-6184255692D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006317" y="5151490"/>
                <a:ext cx="45719" cy="443114"/>
              </a:xfrm>
              <a:custGeom>
                <a:avLst/>
                <a:gdLst>
                  <a:gd name="T0" fmla="*/ 0 h 130"/>
                  <a:gd name="T1" fmla="*/ 0 h 130"/>
                  <a:gd name="T2" fmla="*/ 130 h 13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30">
                    <a:moveTo>
                      <a:pt x="0" y="0"/>
                    </a:moveTo>
                    <a:lnTo>
                      <a:pt x="0" y="0"/>
                    </a:lnTo>
                    <a:lnTo>
                      <a:pt x="0" y="13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38" name="Freeform 17">
                <a:extLst>
                  <a:ext uri="{FF2B5EF4-FFF2-40B4-BE49-F238E27FC236}">
                    <a16:creationId xmlns:a16="http://schemas.microsoft.com/office/drawing/2014/main" id="{59E95F00-D4E0-0147-D2EB-86825C29E3E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881381" y="5141965"/>
                <a:ext cx="171729" cy="0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39" name="Freeform 18">
                <a:extLst>
                  <a:ext uri="{FF2B5EF4-FFF2-40B4-BE49-F238E27FC236}">
                    <a16:creationId xmlns:a16="http://schemas.microsoft.com/office/drawing/2014/main" id="{6675FF22-A728-C624-6491-A4920A9E543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881381" y="4970515"/>
                <a:ext cx="171729" cy="0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40" name="Freeform 19">
                <a:extLst>
                  <a:ext uri="{FF2B5EF4-FFF2-40B4-BE49-F238E27FC236}">
                    <a16:creationId xmlns:a16="http://schemas.microsoft.com/office/drawing/2014/main" id="{1201C1D2-180F-731E-B3F2-A1C598509DF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881380" y="4919318"/>
                <a:ext cx="0" cy="273844"/>
              </a:xfrm>
              <a:custGeom>
                <a:avLst/>
                <a:gdLst>
                  <a:gd name="T0" fmla="*/ 337 h 337"/>
                  <a:gd name="T1" fmla="*/ 337 h 337"/>
                  <a:gd name="T2" fmla="*/ 0 h 33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37">
                    <a:moveTo>
                      <a:pt x="0" y="337"/>
                    </a:moveTo>
                    <a:lnTo>
                      <a:pt x="0" y="337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41" name="Freeform 35">
                <a:extLst>
                  <a:ext uri="{FF2B5EF4-FFF2-40B4-BE49-F238E27FC236}">
                    <a16:creationId xmlns:a16="http://schemas.microsoft.com/office/drawing/2014/main" id="{0EE00598-372C-C3B0-7F89-77EDA07E6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5040" y="5054892"/>
                <a:ext cx="569311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63A2D63F-0DD5-1FCD-11EB-76CF0DE69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9897" y="4967156"/>
                <a:ext cx="276820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M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2</a:t>
                </a:r>
                <a:endParaRPr lang="en-BE" altLang="en-BE" sz="1350" b="1" i="1" dirty="0"/>
              </a:p>
            </p:txBody>
          </p:sp>
          <p:cxnSp>
            <p:nvCxnSpPr>
              <p:cNvPr id="243" name="Straight Arrow Connector 242">
                <a:extLst>
                  <a:ext uri="{FF2B5EF4-FFF2-40B4-BE49-F238E27FC236}">
                    <a16:creationId xmlns:a16="http://schemas.microsoft.com/office/drawing/2014/main" id="{7FED4E26-AEB7-C016-35BC-600472EC41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24433" y="5059159"/>
                <a:ext cx="0" cy="615455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D12696E2-9ED3-DADF-83D5-41F9EF52F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2920" y="5470550"/>
                <a:ext cx="243656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BE" altLang="en-BE" sz="1050" b="1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dc2</a:t>
                </a:r>
                <a:endParaRPr lang="en-BE" altLang="en-BE" sz="1350" b="1" i="1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2FF2ED45-FFDB-A25C-A5F1-C2779BDE516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115312" y="5276088"/>
                <a:ext cx="216000" cy="212856"/>
                <a:chOff x="2552192" y="1928114"/>
                <a:chExt cx="251460" cy="247800"/>
              </a:xfrm>
            </p:grpSpPr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2FFDFF64-46C9-17E2-D1A2-841D6711AEC6}"/>
                    </a:ext>
                  </a:extLst>
                </p:cNvPr>
                <p:cNvSpPr/>
                <p:nvPr/>
              </p:nvSpPr>
              <p:spPr>
                <a:xfrm>
                  <a:off x="2552192" y="1928114"/>
                  <a:ext cx="251460" cy="247800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E" dirty="0"/>
                </a:p>
              </p:txBody>
            </p:sp>
            <p:sp>
              <p:nvSpPr>
                <p:cNvPr id="247" name="Freeform 35">
                  <a:extLst>
                    <a:ext uri="{FF2B5EF4-FFF2-40B4-BE49-F238E27FC236}">
                      <a16:creationId xmlns:a16="http://schemas.microsoft.com/office/drawing/2014/main" id="{C8417B9F-A70E-8AED-FE64-1E3DE9747F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200000">
                  <a:off x="2670358" y="1976937"/>
                  <a:ext cx="63834" cy="47561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48" name="Freeform 35">
                  <a:extLst>
                    <a:ext uri="{FF2B5EF4-FFF2-40B4-BE49-F238E27FC236}">
                      <a16:creationId xmlns:a16="http://schemas.microsoft.com/office/drawing/2014/main" id="{8C27C0E0-D2F5-BA36-4A4C-01BCFE6201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5631" y="199832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49" name="Freeform 35">
                  <a:extLst>
                    <a:ext uri="{FF2B5EF4-FFF2-40B4-BE49-F238E27FC236}">
                      <a16:creationId xmlns:a16="http://schemas.microsoft.com/office/drawing/2014/main" id="{8D6BABBF-80B1-4915-E93F-92BE679FAF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9441" y="211643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id="{277C5AEA-6461-D5FF-2527-C7BED67BEEBD}"/>
                  </a:ext>
                </a:extLst>
              </p:cNvPr>
              <p:cNvGrpSpPr/>
              <p:nvPr/>
            </p:nvGrpSpPr>
            <p:grpSpPr>
              <a:xfrm>
                <a:off x="2174366" y="5690709"/>
                <a:ext cx="103584" cy="82153"/>
                <a:chOff x="3449446" y="2483705"/>
                <a:chExt cx="103584" cy="82153"/>
              </a:xfrm>
            </p:grpSpPr>
            <p:sp>
              <p:nvSpPr>
                <p:cNvPr id="251" name="Freeform 88">
                  <a:extLst>
                    <a:ext uri="{FF2B5EF4-FFF2-40B4-BE49-F238E27FC236}">
                      <a16:creationId xmlns:a16="http://schemas.microsoft.com/office/drawing/2014/main" id="{C076B994-C01E-3ED2-859D-6D11EF7D7D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446" y="2483705"/>
                  <a:ext cx="103584" cy="0"/>
                </a:xfrm>
                <a:custGeom>
                  <a:avLst/>
                  <a:gdLst>
                    <a:gd name="T0" fmla="*/ 0 w 127"/>
                    <a:gd name="T1" fmla="*/ 0 w 127"/>
                    <a:gd name="T2" fmla="*/ 127 w 12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52" name="Freeform 89">
                  <a:extLst>
                    <a:ext uri="{FF2B5EF4-FFF2-40B4-BE49-F238E27FC236}">
                      <a16:creationId xmlns:a16="http://schemas.microsoft.com/office/drawing/2014/main" id="{C6F92D9A-34EF-7DFF-AB15-BF3A76255E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5639" y="2525377"/>
                  <a:ext cx="51197" cy="0"/>
                </a:xfrm>
                <a:custGeom>
                  <a:avLst/>
                  <a:gdLst>
                    <a:gd name="T0" fmla="*/ 0 w 63"/>
                    <a:gd name="T1" fmla="*/ 0 w 63"/>
                    <a:gd name="T2" fmla="*/ 63 w 6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53" name="Freeform 90">
                  <a:extLst>
                    <a:ext uri="{FF2B5EF4-FFF2-40B4-BE49-F238E27FC236}">
                      <a16:creationId xmlns:a16="http://schemas.microsoft.com/office/drawing/2014/main" id="{F5100035-0F51-684F-4677-F6959EF644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5880" y="2565858"/>
                  <a:ext cx="11906" cy="0"/>
                </a:xfrm>
                <a:custGeom>
                  <a:avLst/>
                  <a:gdLst>
                    <a:gd name="T0" fmla="*/ 0 w 15"/>
                    <a:gd name="T1" fmla="*/ 0 w 15"/>
                    <a:gd name="T2" fmla="*/ 15 w 1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5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3D5E143E-E6FC-11BB-EDC7-8F1A47891F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0900" y="5061356"/>
                <a:ext cx="125034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 err="1">
                    <a:solidFill>
                      <a:srgbClr val="000000"/>
                    </a:solidFill>
                  </a:rPr>
                  <a:t>v</a:t>
                </a:r>
                <a:r>
                  <a:rPr lang="en-US" altLang="en-BE" sz="1050" b="1" i="1" baseline="-25000" dirty="0" err="1">
                    <a:solidFill>
                      <a:srgbClr val="000000"/>
                    </a:solidFill>
                  </a:rPr>
                  <a:t>x</a:t>
                </a:r>
                <a:endParaRPr lang="en-BE" altLang="en-BE" sz="1350" b="1" i="1" dirty="0"/>
              </a:p>
            </p:txBody>
          </p:sp>
          <p:grpSp>
            <p:nvGrpSpPr>
              <p:cNvPr id="255" name="Group 254">
                <a:extLst>
                  <a:ext uri="{FF2B5EF4-FFF2-40B4-BE49-F238E27FC236}">
                    <a16:creationId xmlns:a16="http://schemas.microsoft.com/office/drawing/2014/main" id="{DBE7E287-8451-70F4-13E0-19D12D20BAE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530852" y="5051679"/>
                <a:ext cx="216000" cy="212856"/>
                <a:chOff x="2552192" y="1928114"/>
                <a:chExt cx="251460" cy="247800"/>
              </a:xfrm>
            </p:grpSpPr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FABA5723-B003-ED07-D322-35C38C5FF233}"/>
                    </a:ext>
                  </a:extLst>
                </p:cNvPr>
                <p:cNvSpPr/>
                <p:nvPr/>
              </p:nvSpPr>
              <p:spPr>
                <a:xfrm>
                  <a:off x="2552192" y="1928114"/>
                  <a:ext cx="251460" cy="247800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E" dirty="0"/>
                </a:p>
              </p:txBody>
            </p:sp>
            <p:sp>
              <p:nvSpPr>
                <p:cNvPr id="257" name="Freeform 35">
                  <a:extLst>
                    <a:ext uri="{FF2B5EF4-FFF2-40B4-BE49-F238E27FC236}">
                      <a16:creationId xmlns:a16="http://schemas.microsoft.com/office/drawing/2014/main" id="{F23F06E2-D7DE-E932-8EC7-299AFA6D5A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200000">
                  <a:off x="2670358" y="1976937"/>
                  <a:ext cx="63834" cy="47561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58" name="Freeform 35">
                  <a:extLst>
                    <a:ext uri="{FF2B5EF4-FFF2-40B4-BE49-F238E27FC236}">
                      <a16:creationId xmlns:a16="http://schemas.microsoft.com/office/drawing/2014/main" id="{763B8D93-6F07-F47C-5EBD-D09E78CB08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5631" y="199832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59" name="Freeform 35">
                  <a:extLst>
                    <a:ext uri="{FF2B5EF4-FFF2-40B4-BE49-F238E27FC236}">
                      <a16:creationId xmlns:a16="http://schemas.microsoft.com/office/drawing/2014/main" id="{C0EF8062-9589-70AB-1EB1-1775C29D00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9441" y="211643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96910385-4A0B-FFE9-2457-7AF53885B8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40757" y="4314825"/>
                <a:ext cx="0" cy="734949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1" name="Freeform 36">
                <a:extLst>
                  <a:ext uri="{FF2B5EF4-FFF2-40B4-BE49-F238E27FC236}">
                    <a16:creationId xmlns:a16="http://schemas.microsoft.com/office/drawing/2014/main" id="{59791666-C0A9-3C14-2248-6AE6213FA7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99110" y="4254928"/>
                <a:ext cx="108000" cy="108000"/>
              </a:xfrm>
              <a:custGeom>
                <a:avLst/>
                <a:gdLst>
                  <a:gd name="T0" fmla="*/ 80 w 80"/>
                  <a:gd name="T1" fmla="*/ 40 h 80"/>
                  <a:gd name="T2" fmla="*/ 80 w 80"/>
                  <a:gd name="T3" fmla="*/ 40 h 80"/>
                  <a:gd name="T4" fmla="*/ 40 w 80"/>
                  <a:gd name="T5" fmla="*/ 80 h 80"/>
                  <a:gd name="T6" fmla="*/ 0 w 80"/>
                  <a:gd name="T7" fmla="*/ 40 h 80"/>
                  <a:gd name="T8" fmla="*/ 40 w 80"/>
                  <a:gd name="T9" fmla="*/ 0 h 80"/>
                  <a:gd name="T10" fmla="*/ 80 w 80"/>
                  <a:gd name="T11" fmla="*/ 40 h 80"/>
                  <a:gd name="T12" fmla="*/ 80 w 80"/>
                  <a:gd name="T13" fmla="*/ 40 h 80"/>
                  <a:gd name="T14" fmla="*/ 80 w 80"/>
                  <a:gd name="T15" fmla="*/ 40 h 80"/>
                  <a:gd name="T16" fmla="*/ 80 w 80"/>
                  <a:gd name="T17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80">
                    <a:moveTo>
                      <a:pt x="80" y="40"/>
                    </a:moveTo>
                    <a:lnTo>
                      <a:pt x="80" y="40"/>
                    </a:lnTo>
                    <a:cubicBezTo>
                      <a:pt x="80" y="62"/>
                      <a:pt x="63" y="80"/>
                      <a:pt x="40" y="80"/>
                    </a:cubicBezTo>
                    <a:cubicBezTo>
                      <a:pt x="18" y="80"/>
                      <a:pt x="0" y="62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3" y="0"/>
                      <a:pt x="80" y="18"/>
                      <a:pt x="80" y="40"/>
                    </a:cubicBezTo>
                    <a:lnTo>
                      <a:pt x="80" y="40"/>
                    </a:lnTo>
                    <a:close/>
                    <a:moveTo>
                      <a:pt x="80" y="40"/>
                    </a:moveTo>
                    <a:lnTo>
                      <a:pt x="80" y="40"/>
                    </a:lnTo>
                    <a:close/>
                  </a:path>
                </a:pathLst>
              </a:custGeom>
              <a:solidFill>
                <a:srgbClr val="010101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 dirty="0"/>
              </a:p>
            </p:txBody>
          </p:sp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426BC1FD-9837-E5A5-2DE1-2D188CFD58B4}"/>
                  </a:ext>
                </a:extLst>
              </p:cNvPr>
              <p:cNvGrpSpPr/>
              <p:nvPr/>
            </p:nvGrpSpPr>
            <p:grpSpPr>
              <a:xfrm>
                <a:off x="4586096" y="5830155"/>
                <a:ext cx="103584" cy="82153"/>
                <a:chOff x="3449446" y="2483705"/>
                <a:chExt cx="103584" cy="82153"/>
              </a:xfrm>
            </p:grpSpPr>
            <p:sp>
              <p:nvSpPr>
                <p:cNvPr id="263" name="Freeform 88">
                  <a:extLst>
                    <a:ext uri="{FF2B5EF4-FFF2-40B4-BE49-F238E27FC236}">
                      <a16:creationId xmlns:a16="http://schemas.microsoft.com/office/drawing/2014/main" id="{0815E997-AE5D-E42F-7BE9-A1C50E8B97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446" y="2483705"/>
                  <a:ext cx="103584" cy="0"/>
                </a:xfrm>
                <a:custGeom>
                  <a:avLst/>
                  <a:gdLst>
                    <a:gd name="T0" fmla="*/ 0 w 127"/>
                    <a:gd name="T1" fmla="*/ 0 w 127"/>
                    <a:gd name="T2" fmla="*/ 127 w 12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64" name="Freeform 89">
                  <a:extLst>
                    <a:ext uri="{FF2B5EF4-FFF2-40B4-BE49-F238E27FC236}">
                      <a16:creationId xmlns:a16="http://schemas.microsoft.com/office/drawing/2014/main" id="{6C03246B-C5E1-E15E-52D4-12DEF73A99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5639" y="2525377"/>
                  <a:ext cx="51197" cy="0"/>
                </a:xfrm>
                <a:custGeom>
                  <a:avLst/>
                  <a:gdLst>
                    <a:gd name="T0" fmla="*/ 0 w 63"/>
                    <a:gd name="T1" fmla="*/ 0 w 63"/>
                    <a:gd name="T2" fmla="*/ 63 w 6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65" name="Freeform 90">
                  <a:extLst>
                    <a:ext uri="{FF2B5EF4-FFF2-40B4-BE49-F238E27FC236}">
                      <a16:creationId xmlns:a16="http://schemas.microsoft.com/office/drawing/2014/main" id="{EC8F2F84-3E9E-0B47-07FA-DD437139DF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5880" y="2565858"/>
                  <a:ext cx="11906" cy="0"/>
                </a:xfrm>
                <a:custGeom>
                  <a:avLst/>
                  <a:gdLst>
                    <a:gd name="T0" fmla="*/ 0 w 15"/>
                    <a:gd name="T1" fmla="*/ 0 w 15"/>
                    <a:gd name="T2" fmla="*/ 15 w 1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5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cxnSp>
            <p:nvCxnSpPr>
              <p:cNvPr id="266" name="Straight Arrow Connector 265">
                <a:extLst>
                  <a:ext uri="{FF2B5EF4-FFF2-40B4-BE49-F238E27FC236}">
                    <a16:creationId xmlns:a16="http://schemas.microsoft.com/office/drawing/2014/main" id="{FA92C7D9-DDC2-23C8-C449-318700C7A6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57554" y="4318509"/>
                <a:ext cx="1584169" cy="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Arrow Connector 273">
                <a:extLst>
                  <a:ext uri="{FF2B5EF4-FFF2-40B4-BE49-F238E27FC236}">
                    <a16:creationId xmlns:a16="http://schemas.microsoft.com/office/drawing/2014/main" id="{FFDEBB6D-A6B9-6656-9DDC-C66934E3E8CA}"/>
                  </a:ext>
                </a:extLst>
              </p:cNvPr>
              <p:cNvCxnSpPr>
                <a:cxnSpLocks/>
                <a:stCxn id="263" idx="2"/>
              </p:cNvCxnSpPr>
              <p:nvPr/>
            </p:nvCxnSpPr>
            <p:spPr>
              <a:xfrm flipH="1" flipV="1">
                <a:off x="4640757" y="5278755"/>
                <a:ext cx="0" cy="55140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6" name="Freeform 17">
                <a:extLst>
                  <a:ext uri="{FF2B5EF4-FFF2-40B4-BE49-F238E27FC236}">
                    <a16:creationId xmlns:a16="http://schemas.microsoft.com/office/drawing/2014/main" id="{B2482542-7EF2-17FA-28A8-AB7F7D9BFA3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V="1">
                <a:off x="4523054" y="4691801"/>
                <a:ext cx="288724" cy="45719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4D46EAB9-34B1-0BC5-669D-6E7E14AE7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1182" y="4602886"/>
                <a:ext cx="86562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x</a:t>
                </a:r>
                <a:endParaRPr lang="en-BE" altLang="en-BE" sz="1350" b="1" i="1" dirty="0"/>
              </a:p>
            </p:txBody>
          </p:sp>
        </p:grpSp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30EC74FD-E1DA-8F8E-311E-F68998AD36AD}"/>
                </a:ext>
              </a:extLst>
            </p:cNvPr>
            <p:cNvGrpSpPr/>
            <p:nvPr/>
          </p:nvGrpSpPr>
          <p:grpSpPr>
            <a:xfrm>
              <a:off x="3900296" y="4189777"/>
              <a:ext cx="3107902" cy="1903887"/>
              <a:chOff x="6427088" y="4075477"/>
              <a:chExt cx="3107902" cy="1903887"/>
            </a:xfrm>
          </p:grpSpPr>
          <p:cxnSp>
            <p:nvCxnSpPr>
              <p:cNvPr id="278" name="Straight Arrow Connector 277">
                <a:extLst>
                  <a:ext uri="{FF2B5EF4-FFF2-40B4-BE49-F238E27FC236}">
                    <a16:creationId xmlns:a16="http://schemas.microsoft.com/office/drawing/2014/main" id="{FC7207E1-0964-D59F-EC12-BC3D1BEB2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2817" y="4142994"/>
                <a:ext cx="0" cy="872744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9" name="Freeform 35">
                <a:extLst>
                  <a:ext uri="{FF2B5EF4-FFF2-40B4-BE49-F238E27FC236}">
                    <a16:creationId xmlns:a16="http://schemas.microsoft.com/office/drawing/2014/main" id="{2B3FC19E-7CAC-7272-7E77-D78E302524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30644" y="5023104"/>
                <a:ext cx="1634236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grpSp>
            <p:nvGrpSpPr>
              <p:cNvPr id="280" name="Group 279">
                <a:extLst>
                  <a:ext uri="{FF2B5EF4-FFF2-40B4-BE49-F238E27FC236}">
                    <a16:creationId xmlns:a16="http://schemas.microsoft.com/office/drawing/2014/main" id="{59AA3CD4-AA14-9FAB-3E0E-4202B77FC429}"/>
                  </a:ext>
                </a:extLst>
              </p:cNvPr>
              <p:cNvGrpSpPr/>
              <p:nvPr/>
            </p:nvGrpSpPr>
            <p:grpSpPr>
              <a:xfrm>
                <a:off x="7464552" y="4383024"/>
                <a:ext cx="229362" cy="301752"/>
                <a:chOff x="8034528" y="3316224"/>
                <a:chExt cx="256032" cy="323088"/>
              </a:xfrm>
            </p:grpSpPr>
            <p:sp>
              <p:nvSpPr>
                <p:cNvPr id="281" name="Diamond 280">
                  <a:extLst>
                    <a:ext uri="{FF2B5EF4-FFF2-40B4-BE49-F238E27FC236}">
                      <a16:creationId xmlns:a16="http://schemas.microsoft.com/office/drawing/2014/main" id="{0E586349-8BEE-0DDD-24B4-73498E94EDDD}"/>
                    </a:ext>
                  </a:extLst>
                </p:cNvPr>
                <p:cNvSpPr/>
                <p:nvPr/>
              </p:nvSpPr>
              <p:spPr>
                <a:xfrm>
                  <a:off x="8034528" y="3316224"/>
                  <a:ext cx="256032" cy="323088"/>
                </a:xfrm>
                <a:prstGeom prst="diamond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BE"/>
                </a:p>
              </p:txBody>
            </p:sp>
            <p:sp>
              <p:nvSpPr>
                <p:cNvPr id="282" name="Freeform 17">
                  <a:extLst>
                    <a:ext uri="{FF2B5EF4-FFF2-40B4-BE49-F238E27FC236}">
                      <a16:creationId xmlns:a16="http://schemas.microsoft.com/office/drawing/2014/main" id="{B88F357A-786E-42EA-529C-37E37AF73C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 flipH="1" flipV="1">
                  <a:off x="8100144" y="3450421"/>
                  <a:ext cx="200410" cy="73748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 type="triangle"/>
                  <a:tailEnd type="none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grpSp>
            <p:nvGrpSpPr>
              <p:cNvPr id="283" name="Group 282">
                <a:extLst>
                  <a:ext uri="{FF2B5EF4-FFF2-40B4-BE49-F238E27FC236}">
                    <a16:creationId xmlns:a16="http://schemas.microsoft.com/office/drawing/2014/main" id="{E4985216-C100-D271-DD1E-C205798CAAA1}"/>
                  </a:ext>
                </a:extLst>
              </p:cNvPr>
              <p:cNvGrpSpPr/>
              <p:nvPr/>
            </p:nvGrpSpPr>
            <p:grpSpPr>
              <a:xfrm>
                <a:off x="8451969" y="4422236"/>
                <a:ext cx="178443" cy="239189"/>
                <a:chOff x="5542451" y="2102326"/>
                <a:chExt cx="174669" cy="355599"/>
              </a:xfrm>
            </p:grpSpPr>
            <p:grpSp>
              <p:nvGrpSpPr>
                <p:cNvPr id="284" name="Group 283">
                  <a:extLst>
                    <a:ext uri="{FF2B5EF4-FFF2-40B4-BE49-F238E27FC236}">
                      <a16:creationId xmlns:a16="http://schemas.microsoft.com/office/drawing/2014/main" id="{6F0B0B43-8BC0-744D-6E66-F50DC35A9F05}"/>
                    </a:ext>
                  </a:extLst>
                </p:cNvPr>
                <p:cNvGrpSpPr/>
                <p:nvPr/>
              </p:nvGrpSpPr>
              <p:grpSpPr>
                <a:xfrm>
                  <a:off x="5542451" y="2102326"/>
                  <a:ext cx="166687" cy="236537"/>
                  <a:chOff x="5542451" y="2102326"/>
                  <a:chExt cx="166687" cy="236537"/>
                </a:xfrm>
              </p:grpSpPr>
              <p:sp>
                <p:nvSpPr>
                  <p:cNvPr id="288" name="Freeform 43">
                    <a:extLst>
                      <a:ext uri="{FF2B5EF4-FFF2-40B4-BE49-F238E27FC236}">
                        <a16:creationId xmlns:a16="http://schemas.microsoft.com/office/drawing/2014/main" id="{A75824B2-AAE7-0094-E73F-F5FF86F0BD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221388"/>
                    <a:ext cx="166687" cy="117475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/>
                  </a:p>
                </p:txBody>
              </p:sp>
              <p:sp>
                <p:nvSpPr>
                  <p:cNvPr id="289" name="Freeform 46">
                    <a:extLst>
                      <a:ext uri="{FF2B5EF4-FFF2-40B4-BE49-F238E27FC236}">
                        <a16:creationId xmlns:a16="http://schemas.microsoft.com/office/drawing/2014/main" id="{23E12657-62CC-AA3C-C960-F8B439596B6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102326"/>
                    <a:ext cx="166687" cy="119063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 dirty="0"/>
                  </a:p>
                </p:txBody>
              </p:sp>
            </p:grpSp>
            <p:grpSp>
              <p:nvGrpSpPr>
                <p:cNvPr id="285" name="Group 284">
                  <a:extLst>
                    <a:ext uri="{FF2B5EF4-FFF2-40B4-BE49-F238E27FC236}">
                      <a16:creationId xmlns:a16="http://schemas.microsoft.com/office/drawing/2014/main" id="{D26FB0A3-FA85-19FB-39B8-3CF24C95B9B0}"/>
                    </a:ext>
                  </a:extLst>
                </p:cNvPr>
                <p:cNvGrpSpPr/>
                <p:nvPr/>
              </p:nvGrpSpPr>
              <p:grpSpPr>
                <a:xfrm>
                  <a:off x="5550433" y="2221388"/>
                  <a:ext cx="166687" cy="236537"/>
                  <a:chOff x="5542451" y="2102326"/>
                  <a:chExt cx="166687" cy="236537"/>
                </a:xfrm>
              </p:grpSpPr>
              <p:sp>
                <p:nvSpPr>
                  <p:cNvPr id="286" name="Freeform 43">
                    <a:extLst>
                      <a:ext uri="{FF2B5EF4-FFF2-40B4-BE49-F238E27FC236}">
                        <a16:creationId xmlns:a16="http://schemas.microsoft.com/office/drawing/2014/main" id="{72DDB713-E8DA-5995-DDFE-D1AD3255D7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221388"/>
                    <a:ext cx="166687" cy="117475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/>
                  </a:p>
                </p:txBody>
              </p:sp>
              <p:sp>
                <p:nvSpPr>
                  <p:cNvPr id="287" name="Freeform 46">
                    <a:extLst>
                      <a:ext uri="{FF2B5EF4-FFF2-40B4-BE49-F238E27FC236}">
                        <a16:creationId xmlns:a16="http://schemas.microsoft.com/office/drawing/2014/main" id="{EE4C2F0F-278A-FFC2-CFD5-DEB8E00A54E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102326"/>
                    <a:ext cx="166687" cy="119063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/>
                  </a:p>
                </p:txBody>
              </p:sp>
            </p:grpSp>
          </p:grpSp>
          <p:cxnSp>
            <p:nvCxnSpPr>
              <p:cNvPr id="290" name="Straight Arrow Connector 289">
                <a:extLst>
                  <a:ext uri="{FF2B5EF4-FFF2-40B4-BE49-F238E27FC236}">
                    <a16:creationId xmlns:a16="http://schemas.microsoft.com/office/drawing/2014/main" id="{2680DE18-96E2-7850-E4D8-3A669DBB8FA4}"/>
                  </a:ext>
                </a:extLst>
              </p:cNvPr>
              <p:cNvCxnSpPr>
                <a:cxnSpLocks/>
                <a:stCxn id="286" idx="0"/>
              </p:cNvCxnSpPr>
              <p:nvPr/>
            </p:nvCxnSpPr>
            <p:spPr>
              <a:xfrm>
                <a:off x="8544718" y="4661425"/>
                <a:ext cx="0" cy="360409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Arrow Connector 290">
                <a:extLst>
                  <a:ext uri="{FF2B5EF4-FFF2-40B4-BE49-F238E27FC236}">
                    <a16:creationId xmlns:a16="http://schemas.microsoft.com/office/drawing/2014/main" id="{B8C9349A-4301-35D8-6FD7-EE81304C32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7098" y="4169664"/>
                <a:ext cx="0" cy="25019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2" name="Freeform 35">
                <a:extLst>
                  <a:ext uri="{FF2B5EF4-FFF2-40B4-BE49-F238E27FC236}">
                    <a16:creationId xmlns:a16="http://schemas.microsoft.com/office/drawing/2014/main" id="{B404F20D-3E7E-F4DA-9EA7-E805334982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0884" y="4144264"/>
                <a:ext cx="1697736" cy="56896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FD5F4D92-B07A-62EE-47FA-65A5590485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7966" y="4468774"/>
                <a:ext cx="539478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r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ds2</a:t>
                </a:r>
                <a:endParaRPr lang="en-BE" altLang="en-BE" sz="1350" b="1" i="1" dirty="0"/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FB86CD10-5BB3-7CC9-547E-1C8DC4AC7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2446" y="4468774"/>
                <a:ext cx="691878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m2 </a:t>
                </a:r>
                <a:r>
                  <a:rPr lang="en-US" altLang="en-BE" sz="1050" b="1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1 </a:t>
                </a:r>
                <a:endParaRPr lang="en-BE" altLang="en-BE" sz="1350" b="1" i="1" dirty="0"/>
              </a:p>
            </p:txBody>
          </p:sp>
          <p:sp>
            <p:nvSpPr>
              <p:cNvPr id="297" name="Freeform 36">
                <a:extLst>
                  <a:ext uri="{FF2B5EF4-FFF2-40B4-BE49-F238E27FC236}">
                    <a16:creationId xmlns:a16="http://schemas.microsoft.com/office/drawing/2014/main" id="{AC381A95-620D-C0CB-EA26-1878DC0472E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54241" y="4075477"/>
                <a:ext cx="108000" cy="108000"/>
              </a:xfrm>
              <a:custGeom>
                <a:avLst/>
                <a:gdLst>
                  <a:gd name="T0" fmla="*/ 80 w 80"/>
                  <a:gd name="T1" fmla="*/ 40 h 80"/>
                  <a:gd name="T2" fmla="*/ 80 w 80"/>
                  <a:gd name="T3" fmla="*/ 40 h 80"/>
                  <a:gd name="T4" fmla="*/ 40 w 80"/>
                  <a:gd name="T5" fmla="*/ 80 h 80"/>
                  <a:gd name="T6" fmla="*/ 0 w 80"/>
                  <a:gd name="T7" fmla="*/ 40 h 80"/>
                  <a:gd name="T8" fmla="*/ 40 w 80"/>
                  <a:gd name="T9" fmla="*/ 0 h 80"/>
                  <a:gd name="T10" fmla="*/ 80 w 80"/>
                  <a:gd name="T11" fmla="*/ 40 h 80"/>
                  <a:gd name="T12" fmla="*/ 80 w 80"/>
                  <a:gd name="T13" fmla="*/ 40 h 80"/>
                  <a:gd name="T14" fmla="*/ 80 w 80"/>
                  <a:gd name="T15" fmla="*/ 40 h 80"/>
                  <a:gd name="T16" fmla="*/ 80 w 80"/>
                  <a:gd name="T17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80">
                    <a:moveTo>
                      <a:pt x="80" y="40"/>
                    </a:moveTo>
                    <a:lnTo>
                      <a:pt x="80" y="40"/>
                    </a:lnTo>
                    <a:cubicBezTo>
                      <a:pt x="80" y="62"/>
                      <a:pt x="63" y="80"/>
                      <a:pt x="40" y="80"/>
                    </a:cubicBezTo>
                    <a:cubicBezTo>
                      <a:pt x="18" y="80"/>
                      <a:pt x="0" y="62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3" y="0"/>
                      <a:pt x="80" y="18"/>
                      <a:pt x="80" y="40"/>
                    </a:cubicBezTo>
                    <a:lnTo>
                      <a:pt x="80" y="40"/>
                    </a:lnTo>
                    <a:close/>
                    <a:moveTo>
                      <a:pt x="80" y="40"/>
                    </a:moveTo>
                    <a:lnTo>
                      <a:pt x="80" y="4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298" name="Freeform 36">
                <a:extLst>
                  <a:ext uri="{FF2B5EF4-FFF2-40B4-BE49-F238E27FC236}">
                    <a16:creationId xmlns:a16="http://schemas.microsoft.com/office/drawing/2014/main" id="{8284FEF4-4E37-760A-4485-EF65A433EB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23761" y="4964477"/>
                <a:ext cx="108000" cy="108000"/>
              </a:xfrm>
              <a:custGeom>
                <a:avLst/>
                <a:gdLst>
                  <a:gd name="T0" fmla="*/ 80 w 80"/>
                  <a:gd name="T1" fmla="*/ 40 h 80"/>
                  <a:gd name="T2" fmla="*/ 80 w 80"/>
                  <a:gd name="T3" fmla="*/ 40 h 80"/>
                  <a:gd name="T4" fmla="*/ 40 w 80"/>
                  <a:gd name="T5" fmla="*/ 80 h 80"/>
                  <a:gd name="T6" fmla="*/ 0 w 80"/>
                  <a:gd name="T7" fmla="*/ 40 h 80"/>
                  <a:gd name="T8" fmla="*/ 40 w 80"/>
                  <a:gd name="T9" fmla="*/ 0 h 80"/>
                  <a:gd name="T10" fmla="*/ 80 w 80"/>
                  <a:gd name="T11" fmla="*/ 40 h 80"/>
                  <a:gd name="T12" fmla="*/ 80 w 80"/>
                  <a:gd name="T13" fmla="*/ 40 h 80"/>
                  <a:gd name="T14" fmla="*/ 80 w 80"/>
                  <a:gd name="T15" fmla="*/ 40 h 80"/>
                  <a:gd name="T16" fmla="*/ 80 w 80"/>
                  <a:gd name="T17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80">
                    <a:moveTo>
                      <a:pt x="80" y="40"/>
                    </a:moveTo>
                    <a:lnTo>
                      <a:pt x="80" y="40"/>
                    </a:lnTo>
                    <a:cubicBezTo>
                      <a:pt x="80" y="62"/>
                      <a:pt x="63" y="80"/>
                      <a:pt x="40" y="80"/>
                    </a:cubicBezTo>
                    <a:cubicBezTo>
                      <a:pt x="18" y="80"/>
                      <a:pt x="0" y="62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3" y="0"/>
                      <a:pt x="80" y="18"/>
                      <a:pt x="80" y="40"/>
                    </a:cubicBezTo>
                    <a:lnTo>
                      <a:pt x="80" y="40"/>
                    </a:lnTo>
                    <a:close/>
                    <a:moveTo>
                      <a:pt x="80" y="40"/>
                    </a:moveTo>
                    <a:lnTo>
                      <a:pt x="80" y="4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302" name="Freeform 35">
                <a:extLst>
                  <a:ext uri="{FF2B5EF4-FFF2-40B4-BE49-F238E27FC236}">
                    <a16:creationId xmlns:a16="http://schemas.microsoft.com/office/drawing/2014/main" id="{96CFF5D9-D5FA-7F11-D5DA-DB47265C3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80048" y="4132072"/>
                <a:ext cx="369316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grpSp>
            <p:nvGrpSpPr>
              <p:cNvPr id="303" name="Group 302">
                <a:extLst>
                  <a:ext uri="{FF2B5EF4-FFF2-40B4-BE49-F238E27FC236}">
                    <a16:creationId xmlns:a16="http://schemas.microsoft.com/office/drawing/2014/main" id="{71B67D56-8DD7-5A2A-9D07-2CCCC6FF7BB1}"/>
                  </a:ext>
                </a:extLst>
              </p:cNvPr>
              <p:cNvGrpSpPr/>
              <p:nvPr/>
            </p:nvGrpSpPr>
            <p:grpSpPr>
              <a:xfrm>
                <a:off x="6427088" y="4361019"/>
                <a:ext cx="103584" cy="82153"/>
                <a:chOff x="3449446" y="2483705"/>
                <a:chExt cx="103584" cy="82153"/>
              </a:xfrm>
            </p:grpSpPr>
            <p:sp>
              <p:nvSpPr>
                <p:cNvPr id="304" name="Freeform 88">
                  <a:extLst>
                    <a:ext uri="{FF2B5EF4-FFF2-40B4-BE49-F238E27FC236}">
                      <a16:creationId xmlns:a16="http://schemas.microsoft.com/office/drawing/2014/main" id="{084E4287-8E1C-CD0A-C5B1-93A92A87D4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446" y="2483705"/>
                  <a:ext cx="103584" cy="0"/>
                </a:xfrm>
                <a:custGeom>
                  <a:avLst/>
                  <a:gdLst>
                    <a:gd name="T0" fmla="*/ 0 w 127"/>
                    <a:gd name="T1" fmla="*/ 0 w 127"/>
                    <a:gd name="T2" fmla="*/ 127 w 12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305" name="Freeform 89">
                  <a:extLst>
                    <a:ext uri="{FF2B5EF4-FFF2-40B4-BE49-F238E27FC236}">
                      <a16:creationId xmlns:a16="http://schemas.microsoft.com/office/drawing/2014/main" id="{909431D2-AC3A-AFBE-2329-D85248782F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5639" y="2525377"/>
                  <a:ext cx="51197" cy="0"/>
                </a:xfrm>
                <a:custGeom>
                  <a:avLst/>
                  <a:gdLst>
                    <a:gd name="T0" fmla="*/ 0 w 63"/>
                    <a:gd name="T1" fmla="*/ 0 w 63"/>
                    <a:gd name="T2" fmla="*/ 63 w 6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306" name="Freeform 90">
                  <a:extLst>
                    <a:ext uri="{FF2B5EF4-FFF2-40B4-BE49-F238E27FC236}">
                      <a16:creationId xmlns:a16="http://schemas.microsoft.com/office/drawing/2014/main" id="{D4BE4C2E-539D-DD1E-5DF2-8A73998B07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5880" y="2565858"/>
                  <a:ext cx="11906" cy="0"/>
                </a:xfrm>
                <a:custGeom>
                  <a:avLst/>
                  <a:gdLst>
                    <a:gd name="T0" fmla="*/ 0 w 15"/>
                    <a:gd name="T1" fmla="*/ 0 w 15"/>
                    <a:gd name="T2" fmla="*/ 15 w 1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5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cxnSp>
            <p:nvCxnSpPr>
              <p:cNvPr id="307" name="Straight Arrow Connector 306">
                <a:extLst>
                  <a:ext uri="{FF2B5EF4-FFF2-40B4-BE49-F238E27FC236}">
                    <a16:creationId xmlns:a16="http://schemas.microsoft.com/office/drawing/2014/main" id="{DEEBE57D-4984-F305-3EF4-A7D5C95F337D}"/>
                  </a:ext>
                </a:extLst>
              </p:cNvPr>
              <p:cNvCxnSpPr>
                <a:cxnSpLocks/>
                <a:endCxn id="304" idx="2"/>
              </p:cNvCxnSpPr>
              <p:nvPr/>
            </p:nvCxnSpPr>
            <p:spPr>
              <a:xfrm>
                <a:off x="6485537" y="4124185"/>
                <a:ext cx="0" cy="23683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1" name="Group 310">
                <a:extLst>
                  <a:ext uri="{FF2B5EF4-FFF2-40B4-BE49-F238E27FC236}">
                    <a16:creationId xmlns:a16="http://schemas.microsoft.com/office/drawing/2014/main" id="{E0029F2D-A24F-249B-E43D-DC2127FC529B}"/>
                  </a:ext>
                </a:extLst>
              </p:cNvPr>
              <p:cNvGrpSpPr/>
              <p:nvPr/>
            </p:nvGrpSpPr>
            <p:grpSpPr>
              <a:xfrm flipH="1">
                <a:off x="6596263" y="4161634"/>
                <a:ext cx="554814" cy="840528"/>
                <a:chOff x="6950593" y="2717644"/>
                <a:chExt cx="554814" cy="840528"/>
              </a:xfrm>
            </p:grpSpPr>
            <p:sp>
              <p:nvSpPr>
                <p:cNvPr id="309" name="Arc 308">
                  <a:extLst>
                    <a:ext uri="{FF2B5EF4-FFF2-40B4-BE49-F238E27FC236}">
                      <a16:creationId xmlns:a16="http://schemas.microsoft.com/office/drawing/2014/main" id="{4E14AEC1-80E4-7988-6F46-9ABFA58B70B8}"/>
                    </a:ext>
                  </a:extLst>
                </p:cNvPr>
                <p:cNvSpPr/>
                <p:nvPr/>
              </p:nvSpPr>
              <p:spPr>
                <a:xfrm rot="14952249">
                  <a:off x="7000982" y="2693749"/>
                  <a:ext cx="480530" cy="528320"/>
                </a:xfrm>
                <a:prstGeom prst="arc">
                  <a:avLst/>
                </a:prstGeom>
                <a:ln w="19050">
                  <a:solidFill>
                    <a:schemeClr val="tx1"/>
                  </a:solidFill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BE"/>
                </a:p>
              </p:txBody>
            </p:sp>
            <p:sp>
              <p:nvSpPr>
                <p:cNvPr id="310" name="Arc 309">
                  <a:extLst>
                    <a:ext uri="{FF2B5EF4-FFF2-40B4-BE49-F238E27FC236}">
                      <a16:creationId xmlns:a16="http://schemas.microsoft.com/office/drawing/2014/main" id="{1F8400A9-FEEF-C377-95DC-CE3D1DD658E9}"/>
                    </a:ext>
                  </a:extLst>
                </p:cNvPr>
                <p:cNvSpPr/>
                <p:nvPr/>
              </p:nvSpPr>
              <p:spPr>
                <a:xfrm rot="6002538" flipV="1">
                  <a:off x="6926903" y="3068030"/>
                  <a:ext cx="513832" cy="466451"/>
                </a:xfrm>
                <a:prstGeom prst="arc">
                  <a:avLst/>
                </a:prstGeom>
                <a:ln w="19050">
                  <a:solidFill>
                    <a:schemeClr val="tx1"/>
                  </a:solidFill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BE"/>
                </a:p>
              </p:txBody>
            </p:sp>
          </p:grpSp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20CA20DB-EFDE-DB6D-B245-E409B438BFF1}"/>
                  </a:ext>
                </a:extLst>
              </p:cNvPr>
              <p:cNvSpPr txBox="1"/>
              <p:nvPr/>
            </p:nvSpPr>
            <p:spPr>
              <a:xfrm>
                <a:off x="6880860" y="4429244"/>
                <a:ext cx="88392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en-BE" sz="1400" b="1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en-BE" sz="1400" b="1" i="1" baseline="-25000" dirty="0">
                    <a:solidFill>
                      <a:srgbClr val="000000"/>
                    </a:solidFill>
                  </a:rPr>
                  <a:t>1</a:t>
                </a:r>
                <a:endParaRPr lang="en-BE" sz="1400" dirty="0"/>
              </a:p>
            </p:txBody>
          </p:sp>
          <p:grpSp>
            <p:nvGrpSpPr>
              <p:cNvPr id="313" name="Group 312">
                <a:extLst>
                  <a:ext uri="{FF2B5EF4-FFF2-40B4-BE49-F238E27FC236}">
                    <a16:creationId xmlns:a16="http://schemas.microsoft.com/office/drawing/2014/main" id="{0AFE0349-D102-ACA4-9BE2-CFC5CF6E3104}"/>
                  </a:ext>
                </a:extLst>
              </p:cNvPr>
              <p:cNvGrpSpPr/>
              <p:nvPr/>
            </p:nvGrpSpPr>
            <p:grpSpPr>
              <a:xfrm>
                <a:off x="7502932" y="5274290"/>
                <a:ext cx="178443" cy="239189"/>
                <a:chOff x="5542451" y="2102326"/>
                <a:chExt cx="174669" cy="355599"/>
              </a:xfrm>
            </p:grpSpPr>
            <p:grpSp>
              <p:nvGrpSpPr>
                <p:cNvPr id="314" name="Group 313">
                  <a:extLst>
                    <a:ext uri="{FF2B5EF4-FFF2-40B4-BE49-F238E27FC236}">
                      <a16:creationId xmlns:a16="http://schemas.microsoft.com/office/drawing/2014/main" id="{BD904F16-CA96-A8EB-2ACE-5C07C1E864CF}"/>
                    </a:ext>
                  </a:extLst>
                </p:cNvPr>
                <p:cNvGrpSpPr/>
                <p:nvPr/>
              </p:nvGrpSpPr>
              <p:grpSpPr>
                <a:xfrm>
                  <a:off x="5542451" y="2102326"/>
                  <a:ext cx="166687" cy="236537"/>
                  <a:chOff x="5542451" y="2102326"/>
                  <a:chExt cx="166687" cy="236537"/>
                </a:xfrm>
              </p:grpSpPr>
              <p:sp>
                <p:nvSpPr>
                  <p:cNvPr id="318" name="Freeform 43">
                    <a:extLst>
                      <a:ext uri="{FF2B5EF4-FFF2-40B4-BE49-F238E27FC236}">
                        <a16:creationId xmlns:a16="http://schemas.microsoft.com/office/drawing/2014/main" id="{F96516CF-9AF1-A7D2-68B8-DE948A7269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221388"/>
                    <a:ext cx="166687" cy="117475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/>
                  </a:p>
                </p:txBody>
              </p:sp>
              <p:sp>
                <p:nvSpPr>
                  <p:cNvPr id="319" name="Freeform 46">
                    <a:extLst>
                      <a:ext uri="{FF2B5EF4-FFF2-40B4-BE49-F238E27FC236}">
                        <a16:creationId xmlns:a16="http://schemas.microsoft.com/office/drawing/2014/main" id="{3B9AA156-D2E5-093C-C8DD-1C9DF93F46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102326"/>
                    <a:ext cx="166687" cy="119063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 dirty="0"/>
                  </a:p>
                </p:txBody>
              </p:sp>
            </p:grpSp>
            <p:grpSp>
              <p:nvGrpSpPr>
                <p:cNvPr id="315" name="Group 314">
                  <a:extLst>
                    <a:ext uri="{FF2B5EF4-FFF2-40B4-BE49-F238E27FC236}">
                      <a16:creationId xmlns:a16="http://schemas.microsoft.com/office/drawing/2014/main" id="{04ADF27E-8F34-73D1-A526-2A3DF462BDEC}"/>
                    </a:ext>
                  </a:extLst>
                </p:cNvPr>
                <p:cNvGrpSpPr/>
                <p:nvPr/>
              </p:nvGrpSpPr>
              <p:grpSpPr>
                <a:xfrm>
                  <a:off x="5550433" y="2221388"/>
                  <a:ext cx="166687" cy="236537"/>
                  <a:chOff x="5542451" y="2102326"/>
                  <a:chExt cx="166687" cy="236537"/>
                </a:xfrm>
              </p:grpSpPr>
              <p:sp>
                <p:nvSpPr>
                  <p:cNvPr id="316" name="Freeform 43">
                    <a:extLst>
                      <a:ext uri="{FF2B5EF4-FFF2-40B4-BE49-F238E27FC236}">
                        <a16:creationId xmlns:a16="http://schemas.microsoft.com/office/drawing/2014/main" id="{35EEFA65-EBCA-4C47-83B4-5C46105BCA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221388"/>
                    <a:ext cx="166687" cy="117475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/>
                  </a:p>
                </p:txBody>
              </p:sp>
              <p:sp>
                <p:nvSpPr>
                  <p:cNvPr id="317" name="Freeform 46">
                    <a:extLst>
                      <a:ext uri="{FF2B5EF4-FFF2-40B4-BE49-F238E27FC236}">
                        <a16:creationId xmlns:a16="http://schemas.microsoft.com/office/drawing/2014/main" id="{26A29E9C-CE62-C478-55D9-F2596A2AAC9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542451" y="2102326"/>
                    <a:ext cx="166687" cy="119063"/>
                  </a:xfrm>
                  <a:custGeom>
                    <a:avLst/>
                    <a:gdLst>
                      <a:gd name="T0" fmla="*/ 77 w 155"/>
                      <a:gd name="T1" fmla="*/ 109 h 109"/>
                      <a:gd name="T2" fmla="*/ 77 w 155"/>
                      <a:gd name="T3" fmla="*/ 109 h 109"/>
                      <a:gd name="T4" fmla="*/ 0 w 155"/>
                      <a:gd name="T5" fmla="*/ 82 h 109"/>
                      <a:gd name="T6" fmla="*/ 155 w 155"/>
                      <a:gd name="T7" fmla="*/ 28 h 109"/>
                      <a:gd name="T8" fmla="*/ 77 w 155"/>
                      <a:gd name="T9" fmla="*/ 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5" h="109">
                        <a:moveTo>
                          <a:pt x="77" y="109"/>
                        </a:moveTo>
                        <a:lnTo>
                          <a:pt x="77" y="109"/>
                        </a:lnTo>
                        <a:lnTo>
                          <a:pt x="0" y="82"/>
                        </a:lnTo>
                        <a:lnTo>
                          <a:pt x="155" y="28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b="1"/>
                  </a:p>
                </p:txBody>
              </p:sp>
            </p:grpSp>
          </p:grpSp>
          <p:cxnSp>
            <p:nvCxnSpPr>
              <p:cNvPr id="320" name="Straight Arrow Connector 319">
                <a:extLst>
                  <a:ext uri="{FF2B5EF4-FFF2-40B4-BE49-F238E27FC236}">
                    <a16:creationId xmlns:a16="http://schemas.microsoft.com/office/drawing/2014/main" id="{6D90B77F-1536-5A77-FE42-61A48812C8EC}"/>
                  </a:ext>
                </a:extLst>
              </p:cNvPr>
              <p:cNvCxnSpPr>
                <a:cxnSpLocks/>
                <a:stCxn id="316" idx="0"/>
              </p:cNvCxnSpPr>
              <p:nvPr/>
            </p:nvCxnSpPr>
            <p:spPr>
              <a:xfrm>
                <a:off x="7595681" y="5513479"/>
                <a:ext cx="0" cy="360409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Arrow Connector 320">
                <a:extLst>
                  <a:ext uri="{FF2B5EF4-FFF2-40B4-BE49-F238E27FC236}">
                    <a16:creationId xmlns:a16="http://schemas.microsoft.com/office/drawing/2014/main" id="{D2142A9D-C443-3B99-64C0-629B27EED9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8061" y="5021718"/>
                <a:ext cx="0" cy="25019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2FDE96F5-62A9-C77C-A245-3751525A183F}"/>
                  </a:ext>
                </a:extLst>
              </p:cNvPr>
              <p:cNvGrpSpPr/>
              <p:nvPr/>
            </p:nvGrpSpPr>
            <p:grpSpPr>
              <a:xfrm>
                <a:off x="7548752" y="5897211"/>
                <a:ext cx="103584" cy="82153"/>
                <a:chOff x="3449446" y="2483705"/>
                <a:chExt cx="103584" cy="82153"/>
              </a:xfrm>
            </p:grpSpPr>
            <p:sp>
              <p:nvSpPr>
                <p:cNvPr id="323" name="Freeform 88">
                  <a:extLst>
                    <a:ext uri="{FF2B5EF4-FFF2-40B4-BE49-F238E27FC236}">
                      <a16:creationId xmlns:a16="http://schemas.microsoft.com/office/drawing/2014/main" id="{14AB5C31-4696-537F-F834-F90479DFAA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446" y="2483705"/>
                  <a:ext cx="103584" cy="0"/>
                </a:xfrm>
                <a:custGeom>
                  <a:avLst/>
                  <a:gdLst>
                    <a:gd name="T0" fmla="*/ 0 w 127"/>
                    <a:gd name="T1" fmla="*/ 0 w 127"/>
                    <a:gd name="T2" fmla="*/ 127 w 12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324" name="Freeform 89">
                  <a:extLst>
                    <a:ext uri="{FF2B5EF4-FFF2-40B4-BE49-F238E27FC236}">
                      <a16:creationId xmlns:a16="http://schemas.microsoft.com/office/drawing/2014/main" id="{AF9238F9-6B19-07FE-9839-E078526FEA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5639" y="2525377"/>
                  <a:ext cx="51197" cy="0"/>
                </a:xfrm>
                <a:custGeom>
                  <a:avLst/>
                  <a:gdLst>
                    <a:gd name="T0" fmla="*/ 0 w 63"/>
                    <a:gd name="T1" fmla="*/ 0 w 63"/>
                    <a:gd name="T2" fmla="*/ 63 w 6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325" name="Freeform 90">
                  <a:extLst>
                    <a:ext uri="{FF2B5EF4-FFF2-40B4-BE49-F238E27FC236}">
                      <a16:creationId xmlns:a16="http://schemas.microsoft.com/office/drawing/2014/main" id="{31FFC2D0-3D22-DB7A-FDA3-42624F9087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5880" y="2565858"/>
                  <a:ext cx="11906" cy="0"/>
                </a:xfrm>
                <a:custGeom>
                  <a:avLst/>
                  <a:gdLst>
                    <a:gd name="T0" fmla="*/ 0 w 15"/>
                    <a:gd name="T1" fmla="*/ 0 w 15"/>
                    <a:gd name="T2" fmla="*/ 15 w 1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5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E5668888-6469-D094-FD4F-D951CA02B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76990" y="5297830"/>
                <a:ext cx="539478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r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ds1</a:t>
                </a:r>
                <a:endParaRPr lang="en-BE" altLang="en-BE" sz="1350" b="1" i="1" dirty="0"/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817F7E5C-84B9-955A-4751-1BC53BB276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09956" y="4890668"/>
                <a:ext cx="125034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 err="1">
                    <a:solidFill>
                      <a:srgbClr val="000000"/>
                    </a:solidFill>
                  </a:rPr>
                  <a:t>v</a:t>
                </a:r>
                <a:r>
                  <a:rPr lang="en-US" altLang="en-BE" sz="1050" b="1" i="1" baseline="-25000" dirty="0" err="1">
                    <a:solidFill>
                      <a:srgbClr val="000000"/>
                    </a:solidFill>
                  </a:rPr>
                  <a:t>x</a:t>
                </a:r>
                <a:endParaRPr lang="en-BE" altLang="en-BE" sz="1350" b="1" i="1" dirty="0"/>
              </a:p>
            </p:txBody>
          </p:sp>
          <p:grpSp>
            <p:nvGrpSpPr>
              <p:cNvPr id="328" name="Group 327">
                <a:extLst>
                  <a:ext uri="{FF2B5EF4-FFF2-40B4-BE49-F238E27FC236}">
                    <a16:creationId xmlns:a16="http://schemas.microsoft.com/office/drawing/2014/main" id="{4E141435-37EE-6756-4E99-30A18D93B88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169908" y="4880991"/>
                <a:ext cx="216000" cy="212856"/>
                <a:chOff x="2552192" y="1928114"/>
                <a:chExt cx="251460" cy="247800"/>
              </a:xfrm>
            </p:grpSpPr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A3F3CD22-7742-FF10-962B-2252AD77CBF2}"/>
                    </a:ext>
                  </a:extLst>
                </p:cNvPr>
                <p:cNvSpPr/>
                <p:nvPr/>
              </p:nvSpPr>
              <p:spPr>
                <a:xfrm>
                  <a:off x="2552192" y="1928114"/>
                  <a:ext cx="251460" cy="247800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E" dirty="0"/>
                </a:p>
              </p:txBody>
            </p:sp>
            <p:sp>
              <p:nvSpPr>
                <p:cNvPr id="330" name="Freeform 35">
                  <a:extLst>
                    <a:ext uri="{FF2B5EF4-FFF2-40B4-BE49-F238E27FC236}">
                      <a16:creationId xmlns:a16="http://schemas.microsoft.com/office/drawing/2014/main" id="{ABB77E05-672E-63F3-5E76-8AAC644B5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200000">
                  <a:off x="2670358" y="1976937"/>
                  <a:ext cx="63834" cy="47561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331" name="Freeform 35">
                  <a:extLst>
                    <a:ext uri="{FF2B5EF4-FFF2-40B4-BE49-F238E27FC236}">
                      <a16:creationId xmlns:a16="http://schemas.microsoft.com/office/drawing/2014/main" id="{F5BCA564-0153-F4A5-04EE-17309CAD7B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5631" y="199832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332" name="Freeform 35">
                  <a:extLst>
                    <a:ext uri="{FF2B5EF4-FFF2-40B4-BE49-F238E27FC236}">
                      <a16:creationId xmlns:a16="http://schemas.microsoft.com/office/drawing/2014/main" id="{9718C29F-D205-60B5-DCB0-6E38E90F7A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9441" y="2116439"/>
                  <a:ext cx="78105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cxnSp>
            <p:nvCxnSpPr>
              <p:cNvPr id="333" name="Straight Arrow Connector 332">
                <a:extLst>
                  <a:ext uri="{FF2B5EF4-FFF2-40B4-BE49-F238E27FC236}">
                    <a16:creationId xmlns:a16="http://schemas.microsoft.com/office/drawing/2014/main" id="{213B2236-9475-25EA-827D-A146B073A5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79813" y="4144137"/>
                <a:ext cx="0" cy="734949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51706E1F-DA30-3C09-89D1-8BD364D101A3}"/>
                  </a:ext>
                </a:extLst>
              </p:cNvPr>
              <p:cNvGrpSpPr/>
              <p:nvPr/>
            </p:nvGrpSpPr>
            <p:grpSpPr>
              <a:xfrm>
                <a:off x="9225152" y="5659467"/>
                <a:ext cx="103584" cy="82153"/>
                <a:chOff x="3449446" y="2483705"/>
                <a:chExt cx="103584" cy="82153"/>
              </a:xfrm>
            </p:grpSpPr>
            <p:sp>
              <p:nvSpPr>
                <p:cNvPr id="335" name="Freeform 88">
                  <a:extLst>
                    <a:ext uri="{FF2B5EF4-FFF2-40B4-BE49-F238E27FC236}">
                      <a16:creationId xmlns:a16="http://schemas.microsoft.com/office/drawing/2014/main" id="{1B4244C6-EDB3-103F-7848-9F1B2464E3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446" y="2483705"/>
                  <a:ext cx="103584" cy="0"/>
                </a:xfrm>
                <a:custGeom>
                  <a:avLst/>
                  <a:gdLst>
                    <a:gd name="T0" fmla="*/ 0 w 127"/>
                    <a:gd name="T1" fmla="*/ 0 w 127"/>
                    <a:gd name="T2" fmla="*/ 127 w 12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336" name="Freeform 89">
                  <a:extLst>
                    <a:ext uri="{FF2B5EF4-FFF2-40B4-BE49-F238E27FC236}">
                      <a16:creationId xmlns:a16="http://schemas.microsoft.com/office/drawing/2014/main" id="{5B72F1F7-8FC7-6C09-91E1-1BACF4996A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5639" y="2525377"/>
                  <a:ext cx="51197" cy="0"/>
                </a:xfrm>
                <a:custGeom>
                  <a:avLst/>
                  <a:gdLst>
                    <a:gd name="T0" fmla="*/ 0 w 63"/>
                    <a:gd name="T1" fmla="*/ 0 w 63"/>
                    <a:gd name="T2" fmla="*/ 63 w 6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337" name="Freeform 90">
                  <a:extLst>
                    <a:ext uri="{FF2B5EF4-FFF2-40B4-BE49-F238E27FC236}">
                      <a16:creationId xmlns:a16="http://schemas.microsoft.com/office/drawing/2014/main" id="{DBB8A199-809A-7BE9-CC13-0A0C1E1F5D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5880" y="2565858"/>
                  <a:ext cx="11906" cy="0"/>
                </a:xfrm>
                <a:custGeom>
                  <a:avLst/>
                  <a:gdLst>
                    <a:gd name="T0" fmla="*/ 0 w 15"/>
                    <a:gd name="T1" fmla="*/ 0 w 15"/>
                    <a:gd name="T2" fmla="*/ 15 w 1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5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cxnSp>
            <p:nvCxnSpPr>
              <p:cNvPr id="338" name="Straight Arrow Connector 337">
                <a:extLst>
                  <a:ext uri="{FF2B5EF4-FFF2-40B4-BE49-F238E27FC236}">
                    <a16:creationId xmlns:a16="http://schemas.microsoft.com/office/drawing/2014/main" id="{C19F9022-EE98-1753-6F9F-D629ABD9AB59}"/>
                  </a:ext>
                </a:extLst>
              </p:cNvPr>
              <p:cNvCxnSpPr>
                <a:cxnSpLocks/>
                <a:stCxn id="335" idx="2"/>
              </p:cNvCxnSpPr>
              <p:nvPr/>
            </p:nvCxnSpPr>
            <p:spPr>
              <a:xfrm flipH="1" flipV="1">
                <a:off x="9279813" y="5108067"/>
                <a:ext cx="0" cy="55140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9" name="Freeform 17">
                <a:extLst>
                  <a:ext uri="{FF2B5EF4-FFF2-40B4-BE49-F238E27FC236}">
                    <a16:creationId xmlns:a16="http://schemas.microsoft.com/office/drawing/2014/main" id="{B0FD7FAD-BEF0-AA91-9262-FBDD366F296D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V="1">
                <a:off x="9157030" y="4521113"/>
                <a:ext cx="288724" cy="45719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C4B99C14-76B5-2705-1927-FEB54A227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80238" y="4432198"/>
                <a:ext cx="86562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/>
                <a:r>
                  <a:rPr lang="en-US" altLang="en-BE" sz="1050" b="1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en-BE" sz="1050" b="1" i="1" baseline="-25000" dirty="0">
                    <a:solidFill>
                      <a:srgbClr val="000000"/>
                    </a:solidFill>
                  </a:rPr>
                  <a:t>x</a:t>
                </a:r>
                <a:endParaRPr lang="en-BE" altLang="en-BE" sz="1350" b="1" i="1" dirty="0"/>
              </a:p>
            </p:txBody>
          </p:sp>
          <p:sp>
            <p:nvSpPr>
              <p:cNvPr id="341" name="Freeform 17">
                <a:extLst>
                  <a:ext uri="{FF2B5EF4-FFF2-40B4-BE49-F238E27FC236}">
                    <a16:creationId xmlns:a16="http://schemas.microsoft.com/office/drawing/2014/main" id="{D7CC3977-49C0-B682-275E-ADC94FA06F3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8842070" y="4099473"/>
                <a:ext cx="288724" cy="45719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grpSp>
            <p:nvGrpSpPr>
              <p:cNvPr id="347" name="Group 346">
                <a:extLst>
                  <a:ext uri="{FF2B5EF4-FFF2-40B4-BE49-F238E27FC236}">
                    <a16:creationId xmlns:a16="http://schemas.microsoft.com/office/drawing/2014/main" id="{B5787EED-10F8-3DAB-F7F8-155694E07F3F}"/>
                  </a:ext>
                </a:extLst>
              </p:cNvPr>
              <p:cNvGrpSpPr/>
              <p:nvPr/>
            </p:nvGrpSpPr>
            <p:grpSpPr>
              <a:xfrm>
                <a:off x="7123221" y="4931180"/>
                <a:ext cx="70053" cy="64636"/>
                <a:chOff x="10034061" y="4999760"/>
                <a:chExt cx="70053" cy="64636"/>
              </a:xfrm>
            </p:grpSpPr>
            <p:sp>
              <p:nvSpPr>
                <p:cNvPr id="344" name="Freeform 35">
                  <a:extLst>
                    <a:ext uri="{FF2B5EF4-FFF2-40B4-BE49-F238E27FC236}">
                      <a16:creationId xmlns:a16="http://schemas.microsoft.com/office/drawing/2014/main" id="{234530A3-78A6-C980-32A9-E030E9B763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200000">
                  <a:off x="10056271" y="5006749"/>
                  <a:ext cx="54832" cy="40854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345" name="Freeform 35">
                  <a:extLst>
                    <a:ext uri="{FF2B5EF4-FFF2-40B4-BE49-F238E27FC236}">
                      <a16:creationId xmlns:a16="http://schemas.microsoft.com/office/drawing/2014/main" id="{39B7E6D5-8F7D-9222-D0A9-9809AD31E2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034061" y="5025124"/>
                  <a:ext cx="67091" cy="39272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</p:grpSp>
          <p:sp>
            <p:nvSpPr>
              <p:cNvPr id="346" name="Freeform 35">
                <a:extLst>
                  <a:ext uri="{FF2B5EF4-FFF2-40B4-BE49-F238E27FC236}">
                    <a16:creationId xmlns:a16="http://schemas.microsoft.com/office/drawing/2014/main" id="{95CFA1D2-97CB-03DC-0FAA-55C2AEA6A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24893" y="4138519"/>
                <a:ext cx="67091" cy="39272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3492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0" name="TextBox 349">
                  <a:extLst>
                    <a:ext uri="{FF2B5EF4-FFF2-40B4-BE49-F238E27FC236}">
                      <a16:creationId xmlns:a16="http://schemas.microsoft.com/office/drawing/2014/main" id="{6269618E-05FC-23F6-EAA8-D746FC17A0ED}"/>
                    </a:ext>
                  </a:extLst>
                </p:cNvPr>
                <p:cNvSpPr txBox="1"/>
                <p:nvPr/>
              </p:nvSpPr>
              <p:spPr>
                <a:xfrm>
                  <a:off x="6949440" y="4105394"/>
                  <a:ext cx="179832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𝑑𝑠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BE" sz="1600" dirty="0"/>
                </a:p>
              </p:txBody>
            </p:sp>
          </mc:Choice>
          <mc:Fallback xmlns="">
            <p:sp>
              <p:nvSpPr>
                <p:cNvPr id="350" name="TextBox 349">
                  <a:extLst>
                    <a:ext uri="{FF2B5EF4-FFF2-40B4-BE49-F238E27FC236}">
                      <a16:creationId xmlns:a16="http://schemas.microsoft.com/office/drawing/2014/main" id="{6269618E-05FC-23F6-EAA8-D746FC17A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9440" y="4105394"/>
                  <a:ext cx="1798320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1" name="TextBox 350">
                  <a:extLst>
                    <a:ext uri="{FF2B5EF4-FFF2-40B4-BE49-F238E27FC236}">
                      <a16:creationId xmlns:a16="http://schemas.microsoft.com/office/drawing/2014/main" id="{4F5B0582-BD0C-3D42-53B3-EBFCE745E2AC}"/>
                    </a:ext>
                  </a:extLst>
                </p:cNvPr>
                <p:cNvSpPr txBox="1"/>
                <p:nvPr/>
              </p:nvSpPr>
              <p:spPr>
                <a:xfrm>
                  <a:off x="8648700" y="3975854"/>
                  <a:ext cx="2781300" cy="60292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𝑑𝑠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BE" sz="1600" dirty="0"/>
                </a:p>
              </p:txBody>
            </p:sp>
          </mc:Choice>
          <mc:Fallback xmlns="">
            <p:sp>
              <p:nvSpPr>
                <p:cNvPr id="351" name="TextBox 350">
                  <a:extLst>
                    <a:ext uri="{FF2B5EF4-FFF2-40B4-BE49-F238E27FC236}">
                      <a16:creationId xmlns:a16="http://schemas.microsoft.com/office/drawing/2014/main" id="{4F5B0582-BD0C-3D42-53B3-EBFCE745E2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700" y="3975854"/>
                  <a:ext cx="2781300" cy="60292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2" name="TextBox 351">
                  <a:extLst>
                    <a:ext uri="{FF2B5EF4-FFF2-40B4-BE49-F238E27FC236}">
                      <a16:creationId xmlns:a16="http://schemas.microsoft.com/office/drawing/2014/main" id="{105DA356-F72F-5CCF-9943-C6FE010EF30B}"/>
                    </a:ext>
                  </a:extLst>
                </p:cNvPr>
                <p:cNvSpPr txBox="1"/>
                <p:nvPr/>
              </p:nvSpPr>
              <p:spPr>
                <a:xfrm>
                  <a:off x="7536180" y="4608314"/>
                  <a:ext cx="3520440" cy="48397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𝑑𝑠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sz="1600" dirty="0"/>
                    <a:t>-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𝑑𝑠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𝑑𝑠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a14:m>
                  <a:endParaRPr lang="en-BE" sz="1600" dirty="0"/>
                </a:p>
              </p:txBody>
            </p:sp>
          </mc:Choice>
          <mc:Fallback xmlns="">
            <p:sp>
              <p:nvSpPr>
                <p:cNvPr id="352" name="TextBox 351">
                  <a:extLst>
                    <a:ext uri="{FF2B5EF4-FFF2-40B4-BE49-F238E27FC236}">
                      <a16:creationId xmlns:a16="http://schemas.microsoft.com/office/drawing/2014/main" id="{105DA356-F72F-5CCF-9943-C6FE010EF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6180" y="4608314"/>
                  <a:ext cx="3520440" cy="48397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3" name="TextBox 352">
                  <a:extLst>
                    <a:ext uri="{FF2B5EF4-FFF2-40B4-BE49-F238E27FC236}">
                      <a16:creationId xmlns:a16="http://schemas.microsoft.com/office/drawing/2014/main" id="{1397A318-4B1A-D4D3-E942-DDC414D0B097}"/>
                    </a:ext>
                  </a:extLst>
                </p:cNvPr>
                <p:cNvSpPr txBox="1"/>
                <p:nvPr/>
              </p:nvSpPr>
              <p:spPr>
                <a:xfrm>
                  <a:off x="6804660" y="5088374"/>
                  <a:ext cx="4968240" cy="60292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(1+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𝑑𝑠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𝑑𝑠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𝑑𝑠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𝑑𝑠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BE" sz="1600" dirty="0"/>
                </a:p>
              </p:txBody>
            </p:sp>
          </mc:Choice>
          <mc:Fallback xmlns="">
            <p:sp>
              <p:nvSpPr>
                <p:cNvPr id="353" name="TextBox 352">
                  <a:extLst>
                    <a:ext uri="{FF2B5EF4-FFF2-40B4-BE49-F238E27FC236}">
                      <a16:creationId xmlns:a16="http://schemas.microsoft.com/office/drawing/2014/main" id="{1397A318-4B1A-D4D3-E942-DDC414D0B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4660" y="5088374"/>
                  <a:ext cx="4968240" cy="60292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4" name="TextBox 353">
                  <a:extLst>
                    <a:ext uri="{FF2B5EF4-FFF2-40B4-BE49-F238E27FC236}">
                      <a16:creationId xmlns:a16="http://schemas.microsoft.com/office/drawing/2014/main" id="{459191DB-ED67-46BA-106C-830A12330BE6}"/>
                    </a:ext>
                  </a:extLst>
                </p:cNvPr>
                <p:cNvSpPr txBox="1"/>
                <p:nvPr/>
              </p:nvSpPr>
              <p:spPr>
                <a:xfrm>
                  <a:off x="6675120" y="5781794"/>
                  <a:ext cx="5631180" cy="4832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𝑑𝑠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𝑑𝑠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𝑑𝑠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𝑑𝑠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US" sz="1600" dirty="0"/>
                    <a:t>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600" dirty="0"/>
                    <a:t>)</a:t>
                  </a:r>
                  <a:endParaRPr lang="en-BE" sz="1600" dirty="0"/>
                </a:p>
              </p:txBody>
            </p:sp>
          </mc:Choice>
          <mc:Fallback xmlns="">
            <p:sp>
              <p:nvSpPr>
                <p:cNvPr id="354" name="TextBox 353">
                  <a:extLst>
                    <a:ext uri="{FF2B5EF4-FFF2-40B4-BE49-F238E27FC236}">
                      <a16:creationId xmlns:a16="http://schemas.microsoft.com/office/drawing/2014/main" id="{459191DB-ED67-46BA-106C-830A12330B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120" y="5781794"/>
                  <a:ext cx="5631180" cy="48327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5" name="Freeform 17">
              <a:extLst>
                <a:ext uri="{FF2B5EF4-FFF2-40B4-BE49-F238E27FC236}">
                  <a16:creationId xmlns:a16="http://schemas.microsoft.com/office/drawing/2014/main" id="{7A90EBC0-4889-4652-9890-C4B7D8B617C3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4925161" y="5248340"/>
              <a:ext cx="224920" cy="45719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 type="triangl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18912FCD-BC5E-AB0F-F078-BD16C5C73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2886" y="5161178"/>
              <a:ext cx="86562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US" altLang="en-BE" sz="1050" b="1" i="1" dirty="0">
                  <a:solidFill>
                    <a:srgbClr val="000000"/>
                  </a:solidFill>
                </a:rPr>
                <a:t>i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x</a:t>
              </a:r>
              <a:endParaRPr lang="en-BE" altLang="en-BE" sz="1350" b="1" i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DEABF2CE-092E-F486-E766-93AC5D6F9E43}"/>
                    </a:ext>
                  </a:extLst>
                </p:cNvPr>
                <p:cNvSpPr txBox="1"/>
                <p:nvPr/>
              </p:nvSpPr>
              <p:spPr>
                <a:xfrm>
                  <a:off x="4229100" y="6132314"/>
                  <a:ext cx="2499360" cy="605037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𝑤h𝑎𝑡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𝑖𝑠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den>
                        </m:f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~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𝑑𝑠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BE" sz="1600" dirty="0"/>
                </a:p>
              </p:txBody>
            </p:sp>
          </mc:Choice>
          <mc:Fallback xmlns="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DEABF2CE-092E-F486-E766-93AC5D6F9E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9100" y="6132314"/>
                  <a:ext cx="2499360" cy="60503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1" name="Freeform 36">
              <a:extLst>
                <a:ext uri="{FF2B5EF4-FFF2-40B4-BE49-F238E27FC236}">
                  <a16:creationId xmlns:a16="http://schemas.microsoft.com/office/drawing/2014/main" id="{FD4587C5-75A5-77DA-89E9-9C21E93501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0474" y="5408596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01010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C069ACA9-BF42-7B64-FFFE-C9F0FE1445D1}"/>
                    </a:ext>
                  </a:extLst>
                </p:cNvPr>
                <p:cNvSpPr txBox="1"/>
                <p:nvPr/>
              </p:nvSpPr>
              <p:spPr>
                <a:xfrm>
                  <a:off x="1773382" y="5246316"/>
                  <a:ext cx="41390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BE" dirty="0"/>
                </a:p>
              </p:txBody>
            </p:sp>
          </mc:Choice>
          <mc:Fallback xmlns="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C069ACA9-BF42-7B64-FFFE-C9F0FE1445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3382" y="5246316"/>
                  <a:ext cx="413904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232193E3-D609-1EDE-A323-868E27080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885" y="4280468"/>
              <a:ext cx="865444" cy="16158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685800"/>
              <a:r>
                <a:rPr lang="en-US" altLang="en-BE" sz="1050" b="1" dirty="0" err="1">
                  <a:solidFill>
                    <a:srgbClr val="000000"/>
                  </a:solidFill>
                </a:rPr>
                <a:t>Cascode</a:t>
              </a:r>
              <a:endParaRPr lang="en-BE" altLang="en-BE" sz="1350" b="1" dirty="0"/>
            </a:p>
          </p:txBody>
        </p:sp>
        <p:sp>
          <p:nvSpPr>
            <p:cNvPr id="368" name="Freeform 36">
              <a:extLst>
                <a:ext uri="{FF2B5EF4-FFF2-40B4-BE49-F238E27FC236}">
                  <a16:creationId xmlns:a16="http://schemas.microsoft.com/office/drawing/2014/main" id="{AC0F8070-0F88-DE58-744A-8E5C61B0B6BB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5950466" y="4208192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369" name="Freeform 36">
              <a:extLst>
                <a:ext uri="{FF2B5EF4-FFF2-40B4-BE49-F238E27FC236}">
                  <a16:creationId xmlns:a16="http://schemas.microsoft.com/office/drawing/2014/main" id="{58C3F771-ED41-6BB7-EC0F-4EF5946AE582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5000506" y="5081952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370" name="Freeform 36">
              <a:extLst>
                <a:ext uri="{FF2B5EF4-FFF2-40B4-BE49-F238E27FC236}">
                  <a16:creationId xmlns:a16="http://schemas.microsoft.com/office/drawing/2014/main" id="{20F824C0-9BEF-0D6B-DF5C-9AADB5414B1B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1722890" y="5407072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375" name="Arrow: Right 374">
              <a:extLst>
                <a:ext uri="{FF2B5EF4-FFF2-40B4-BE49-F238E27FC236}">
                  <a16:creationId xmlns:a16="http://schemas.microsoft.com/office/drawing/2014/main" id="{E31BC197-BB77-FF3B-AA73-94E0AFD52A2D}"/>
                </a:ext>
              </a:extLst>
            </p:cNvPr>
            <p:cNvSpPr/>
            <p:nvPr/>
          </p:nvSpPr>
          <p:spPr>
            <a:xfrm>
              <a:off x="252730" y="5041900"/>
              <a:ext cx="259080" cy="195072"/>
            </a:xfrm>
            <a:prstGeom prst="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A8635D9-0D87-D457-DD19-7A2D04767F51}"/>
              </a:ext>
            </a:extLst>
          </p:cNvPr>
          <p:cNvGrpSpPr/>
          <p:nvPr/>
        </p:nvGrpSpPr>
        <p:grpSpPr>
          <a:xfrm>
            <a:off x="151130" y="0"/>
            <a:ext cx="10670539" cy="2118361"/>
            <a:chOff x="151130" y="0"/>
            <a:chExt cx="10670539" cy="2118361"/>
          </a:xfrm>
        </p:grpSpPr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B9F6A3D8-1DB6-B906-5272-721E063D7AE8}"/>
                </a:ext>
              </a:extLst>
            </p:cNvPr>
            <p:cNvSpPr/>
            <p:nvPr/>
          </p:nvSpPr>
          <p:spPr>
            <a:xfrm>
              <a:off x="611124" y="487681"/>
              <a:ext cx="10210545" cy="163068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2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54D97F0-5205-721F-62F1-23B002C4E102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3434108" y="611365"/>
              <a:ext cx="0" cy="47142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363F58E5-1BA6-1AF8-FB0D-1903C8FC0EA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191890" y="1071837"/>
              <a:ext cx="0" cy="188119"/>
            </a:xfrm>
            <a:custGeom>
              <a:avLst/>
              <a:gdLst>
                <a:gd name="T0" fmla="*/ 2 w 2"/>
                <a:gd name="T1" fmla="*/ 0 h 232"/>
                <a:gd name="T2" fmla="*/ 2 w 2"/>
                <a:gd name="T3" fmla="*/ 0 h 232"/>
                <a:gd name="T4" fmla="*/ 0 w 2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32">
                  <a:moveTo>
                    <a:pt x="2" y="0"/>
                  </a:moveTo>
                  <a:lnTo>
                    <a:pt x="2" y="0"/>
                  </a:lnTo>
                  <a:lnTo>
                    <a:pt x="0" y="232"/>
                  </a:ln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5DB71151-6F50-60A2-EE33-1A27D50EA9E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87317" y="1263766"/>
              <a:ext cx="45719" cy="443114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A863936B-D3B7-67FE-4588-B47247808C3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62381" y="1254241"/>
              <a:ext cx="171729" cy="0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 type="triangl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5F0358B8-81C5-2C2F-6ECD-0FB58BEAD3A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62381" y="1082791"/>
              <a:ext cx="171729" cy="0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90F9C8F9-43AD-2764-2937-5DC7B80C3B6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62380" y="1031594"/>
              <a:ext cx="0" cy="273844"/>
            </a:xfrm>
            <a:custGeom>
              <a:avLst/>
              <a:gdLst>
                <a:gd name="T0" fmla="*/ 337 h 337"/>
                <a:gd name="T1" fmla="*/ 337 h 337"/>
                <a:gd name="T2" fmla="*/ 0 h 33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337">
                  <a:moveTo>
                    <a:pt x="0" y="337"/>
                  </a:moveTo>
                  <a:lnTo>
                    <a:pt x="0" y="337"/>
                  </a:lnTo>
                  <a:lnTo>
                    <a:pt x="0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8" name="Freeform 35">
              <a:extLst>
                <a:ext uri="{FF2B5EF4-FFF2-40B4-BE49-F238E27FC236}">
                  <a16:creationId xmlns:a16="http://schemas.microsoft.com/office/drawing/2014/main" id="{3A225813-161E-CC3E-770A-1E6427410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040" y="1167168"/>
              <a:ext cx="569311" cy="45719"/>
            </a:xfrm>
            <a:custGeom>
              <a:avLst/>
              <a:gdLst>
                <a:gd name="T0" fmla="*/ 376 w 376"/>
                <a:gd name="T1" fmla="*/ 376 w 376"/>
                <a:gd name="T2" fmla="*/ 0 w 3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6">
                  <a:moveTo>
                    <a:pt x="376" y="0"/>
                  </a:moveTo>
                  <a:lnTo>
                    <a:pt x="376" y="0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62087F1-E132-0CE2-E337-B3BC1AB5F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897" y="1079432"/>
              <a:ext cx="27682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US" altLang="en-BE" sz="1050" b="1" i="1" dirty="0">
                  <a:solidFill>
                    <a:srgbClr val="000000"/>
                  </a:solidFill>
                </a:rPr>
                <a:t>M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1</a:t>
              </a:r>
              <a:endParaRPr lang="en-BE" altLang="en-BE" sz="1350" b="1" i="1" dirty="0"/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6B323965-3961-734E-390A-50E692E51285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3452441" y="1592998"/>
              <a:ext cx="288724" cy="45719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 type="triangl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090EDBA-4735-B569-A6A4-5C3A6EE05709}"/>
                </a:ext>
              </a:extLst>
            </p:cNvPr>
            <p:cNvGrpSpPr/>
            <p:nvPr/>
          </p:nvGrpSpPr>
          <p:grpSpPr>
            <a:xfrm>
              <a:off x="3883786" y="1013045"/>
              <a:ext cx="103584" cy="82153"/>
              <a:chOff x="3449446" y="2483705"/>
              <a:chExt cx="103584" cy="82153"/>
            </a:xfrm>
          </p:grpSpPr>
          <p:sp>
            <p:nvSpPr>
              <p:cNvPr id="42" name="Freeform 88">
                <a:extLst>
                  <a:ext uri="{FF2B5EF4-FFF2-40B4-BE49-F238E27FC236}">
                    <a16:creationId xmlns:a16="http://schemas.microsoft.com/office/drawing/2014/main" id="{9661BCBE-9BC0-B96B-E5B7-6E64BF099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446" y="2483705"/>
                <a:ext cx="103584" cy="0"/>
              </a:xfrm>
              <a:custGeom>
                <a:avLst/>
                <a:gdLst>
                  <a:gd name="T0" fmla="*/ 0 w 127"/>
                  <a:gd name="T1" fmla="*/ 0 w 127"/>
                  <a:gd name="T2" fmla="*/ 127 w 12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7">
                    <a:moveTo>
                      <a:pt x="0" y="0"/>
                    </a:moveTo>
                    <a:lnTo>
                      <a:pt x="0" y="0"/>
                    </a:lnTo>
                    <a:lnTo>
                      <a:pt x="127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43" name="Freeform 89">
                <a:extLst>
                  <a:ext uri="{FF2B5EF4-FFF2-40B4-BE49-F238E27FC236}">
                    <a16:creationId xmlns:a16="http://schemas.microsoft.com/office/drawing/2014/main" id="{080ECB21-6AA0-67E4-ACC9-FF4B28ACA7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5639" y="2525377"/>
                <a:ext cx="51197" cy="0"/>
              </a:xfrm>
              <a:custGeom>
                <a:avLst/>
                <a:gdLst>
                  <a:gd name="T0" fmla="*/ 0 w 63"/>
                  <a:gd name="T1" fmla="*/ 0 w 63"/>
                  <a:gd name="T2" fmla="*/ 63 w 6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3">
                    <a:moveTo>
                      <a:pt x="0" y="0"/>
                    </a:moveTo>
                    <a:lnTo>
                      <a:pt x="0" y="0"/>
                    </a:lnTo>
                    <a:lnTo>
                      <a:pt x="63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44" name="Freeform 90">
                <a:extLst>
                  <a:ext uri="{FF2B5EF4-FFF2-40B4-BE49-F238E27FC236}">
                    <a16:creationId xmlns:a16="http://schemas.microsoft.com/office/drawing/2014/main" id="{3213D306-EAA6-A147-BAFA-5D3AE652C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880" y="2565858"/>
                <a:ext cx="11906" cy="0"/>
              </a:xfrm>
              <a:custGeom>
                <a:avLst/>
                <a:gdLst>
                  <a:gd name="T0" fmla="*/ 0 w 15"/>
                  <a:gd name="T1" fmla="*/ 0 w 15"/>
                  <a:gd name="T2" fmla="*/ 15 w 1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5">
                    <a:moveTo>
                      <a:pt x="0" y="0"/>
                    </a:moveTo>
                    <a:lnTo>
                      <a:pt x="0" y="0"/>
                    </a:lnTo>
                    <a:lnTo>
                      <a:pt x="15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</p:grpSp>
        <p:sp>
          <p:nvSpPr>
            <p:cNvPr id="46" name="Freeform 35">
              <a:extLst>
                <a:ext uri="{FF2B5EF4-FFF2-40B4-BE49-F238E27FC236}">
                  <a16:creationId xmlns:a16="http://schemas.microsoft.com/office/drawing/2014/main" id="{9489A74B-F9E4-0FF7-429C-FA27F7F57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9001" y="622338"/>
              <a:ext cx="499110" cy="45719"/>
            </a:xfrm>
            <a:custGeom>
              <a:avLst/>
              <a:gdLst>
                <a:gd name="T0" fmla="*/ 376 w 376"/>
                <a:gd name="T1" fmla="*/ 376 w 376"/>
                <a:gd name="T2" fmla="*/ 0 w 3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6">
                  <a:moveTo>
                    <a:pt x="376" y="0"/>
                  </a:moveTo>
                  <a:lnTo>
                    <a:pt x="376" y="0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F42C73C1-B9BC-536D-36D8-75A91A64FE65}"/>
                </a:ext>
              </a:extLst>
            </p:cNvPr>
            <p:cNvCxnSpPr>
              <a:cxnSpLocks/>
            </p:cNvCxnSpPr>
            <p:nvPr/>
          </p:nvCxnSpPr>
          <p:spPr>
            <a:xfrm>
              <a:off x="3937028" y="607555"/>
              <a:ext cx="0" cy="39828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7C7D5BF0-AF1A-478D-344A-A03CB593D3B3}"/>
                </a:ext>
              </a:extLst>
            </p:cNvPr>
            <p:cNvCxnSpPr>
              <a:cxnSpLocks/>
            </p:cNvCxnSpPr>
            <p:nvPr/>
          </p:nvCxnSpPr>
          <p:spPr>
            <a:xfrm>
              <a:off x="2605433" y="1171435"/>
              <a:ext cx="0" cy="615455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88C0622-14EE-BB9C-C452-2B096EC21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920" y="1582826"/>
              <a:ext cx="193964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BE" altLang="en-BE" sz="1050" b="1" i="1" dirty="0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dc</a:t>
              </a:r>
              <a:endParaRPr lang="en-BE" altLang="en-BE" sz="1350" b="1" i="1" dirty="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7470F1E-0E22-BF13-B11D-C8C77268EF9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96312" y="1388364"/>
              <a:ext cx="216000" cy="212856"/>
              <a:chOff x="2552192" y="1928114"/>
              <a:chExt cx="251460" cy="247800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4CBEA78C-A09F-6C78-8799-AA1CBF6FBA99}"/>
                  </a:ext>
                </a:extLst>
              </p:cNvPr>
              <p:cNvSpPr/>
              <p:nvPr/>
            </p:nvSpPr>
            <p:spPr>
              <a:xfrm>
                <a:off x="2552192" y="1928114"/>
                <a:ext cx="251460" cy="2478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dirty="0"/>
              </a:p>
            </p:txBody>
          </p:sp>
          <p:sp>
            <p:nvSpPr>
              <p:cNvPr id="52" name="Freeform 35">
                <a:extLst>
                  <a:ext uri="{FF2B5EF4-FFF2-40B4-BE49-F238E27FC236}">
                    <a16:creationId xmlns:a16="http://schemas.microsoft.com/office/drawing/2014/main" id="{C775470D-7C23-2E7C-1BE8-C3BCD66D288B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>
                <a:off x="2670358" y="1976937"/>
                <a:ext cx="63834" cy="47561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3492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53" name="Freeform 35">
                <a:extLst>
                  <a:ext uri="{FF2B5EF4-FFF2-40B4-BE49-F238E27FC236}">
                    <a16:creationId xmlns:a16="http://schemas.microsoft.com/office/drawing/2014/main" id="{4DD00C1C-6803-F971-24BF-BE5F2F4AB7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631" y="1998329"/>
                <a:ext cx="78105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3492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54" name="Freeform 35">
                <a:extLst>
                  <a:ext uri="{FF2B5EF4-FFF2-40B4-BE49-F238E27FC236}">
                    <a16:creationId xmlns:a16="http://schemas.microsoft.com/office/drawing/2014/main" id="{F895BE54-62F0-8AA4-DE58-3224B8B6EC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9441" y="2116439"/>
                <a:ext cx="78105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3492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</p:grp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DD2C7E38-5652-0861-F25D-F1F44E034A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3808" y="1760855"/>
              <a:ext cx="200632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3C22B3E-564F-485B-BDCA-BFE236B49019}"/>
                </a:ext>
              </a:extLst>
            </p:cNvPr>
            <p:cNvGrpSpPr/>
            <p:nvPr/>
          </p:nvGrpSpPr>
          <p:grpSpPr>
            <a:xfrm>
              <a:off x="2555366" y="1802985"/>
              <a:ext cx="103584" cy="82153"/>
              <a:chOff x="3449446" y="2483705"/>
              <a:chExt cx="103584" cy="82153"/>
            </a:xfrm>
          </p:grpSpPr>
          <p:sp>
            <p:nvSpPr>
              <p:cNvPr id="59" name="Freeform 88">
                <a:extLst>
                  <a:ext uri="{FF2B5EF4-FFF2-40B4-BE49-F238E27FC236}">
                    <a16:creationId xmlns:a16="http://schemas.microsoft.com/office/drawing/2014/main" id="{ABB643B8-095C-8CE6-97E5-3584A74A7E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446" y="2483705"/>
                <a:ext cx="103584" cy="0"/>
              </a:xfrm>
              <a:custGeom>
                <a:avLst/>
                <a:gdLst>
                  <a:gd name="T0" fmla="*/ 0 w 127"/>
                  <a:gd name="T1" fmla="*/ 0 w 127"/>
                  <a:gd name="T2" fmla="*/ 127 w 12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7">
                    <a:moveTo>
                      <a:pt x="0" y="0"/>
                    </a:moveTo>
                    <a:lnTo>
                      <a:pt x="0" y="0"/>
                    </a:lnTo>
                    <a:lnTo>
                      <a:pt x="127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60" name="Freeform 89">
                <a:extLst>
                  <a:ext uri="{FF2B5EF4-FFF2-40B4-BE49-F238E27FC236}">
                    <a16:creationId xmlns:a16="http://schemas.microsoft.com/office/drawing/2014/main" id="{282C7907-CF3E-9DA0-E4A5-7EB08308A7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5639" y="2525377"/>
                <a:ext cx="51197" cy="0"/>
              </a:xfrm>
              <a:custGeom>
                <a:avLst/>
                <a:gdLst>
                  <a:gd name="T0" fmla="*/ 0 w 63"/>
                  <a:gd name="T1" fmla="*/ 0 w 63"/>
                  <a:gd name="T2" fmla="*/ 63 w 6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3">
                    <a:moveTo>
                      <a:pt x="0" y="0"/>
                    </a:moveTo>
                    <a:lnTo>
                      <a:pt x="0" y="0"/>
                    </a:lnTo>
                    <a:lnTo>
                      <a:pt x="63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61" name="Freeform 90">
                <a:extLst>
                  <a:ext uri="{FF2B5EF4-FFF2-40B4-BE49-F238E27FC236}">
                    <a16:creationId xmlns:a16="http://schemas.microsoft.com/office/drawing/2014/main" id="{B9D82192-E34B-6548-97FA-A6FBC2E9EA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880" y="2565858"/>
                <a:ext cx="11906" cy="0"/>
              </a:xfrm>
              <a:custGeom>
                <a:avLst/>
                <a:gdLst>
                  <a:gd name="T0" fmla="*/ 0 w 15"/>
                  <a:gd name="T1" fmla="*/ 0 w 15"/>
                  <a:gd name="T2" fmla="*/ 15 w 1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5">
                    <a:moveTo>
                      <a:pt x="0" y="0"/>
                    </a:moveTo>
                    <a:lnTo>
                      <a:pt x="0" y="0"/>
                    </a:lnTo>
                    <a:lnTo>
                      <a:pt x="15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A0282B1-D00F-F799-03D8-0F9A36C42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0512" y="1704746"/>
              <a:ext cx="139462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BE" altLang="en-BE" sz="1050" b="1" i="1" dirty="0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x</a:t>
              </a:r>
              <a:endParaRPr lang="en-BE" altLang="en-BE" sz="1350" b="1" i="1" dirty="0"/>
            </a:p>
          </p:txBody>
        </p:sp>
        <p:sp>
          <p:nvSpPr>
            <p:cNvPr id="63" name="Freeform 36">
              <a:extLst>
                <a:ext uri="{FF2B5EF4-FFF2-40B4-BE49-F238E27FC236}">
                  <a16:creationId xmlns:a16="http://schemas.microsoft.com/office/drawing/2014/main" id="{AFE38819-2C82-2149-8298-7B78B66E53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75457" y="1700323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01010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66" name="Freeform 17">
              <a:extLst>
                <a:ext uri="{FF2B5EF4-FFF2-40B4-BE49-F238E27FC236}">
                  <a16:creationId xmlns:a16="http://schemas.microsoft.com/office/drawing/2014/main" id="{6C9E0BA9-8876-A631-FF7F-4B79C7B03EEC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3561662" y="1237399"/>
              <a:ext cx="288724" cy="45719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 type="triangl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D026C83-F472-F89D-AD51-5E9B9E53A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232" y="1199286"/>
              <a:ext cx="81754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US" altLang="en-BE" sz="1050" b="1" dirty="0">
                  <a:solidFill>
                    <a:srgbClr val="000000"/>
                  </a:solidFill>
                </a:rPr>
                <a:t>?</a:t>
              </a:r>
              <a:endParaRPr lang="en-BE" altLang="en-BE" sz="1350" b="1" dirty="0"/>
            </a:p>
          </p:txBody>
        </p:sp>
        <p:sp>
          <p:nvSpPr>
            <p:cNvPr id="68" name="Arrow: Right 67">
              <a:extLst>
                <a:ext uri="{FF2B5EF4-FFF2-40B4-BE49-F238E27FC236}">
                  <a16:creationId xmlns:a16="http://schemas.microsoft.com/office/drawing/2014/main" id="{79657D88-C8C6-00CE-A948-377409CCF432}"/>
                </a:ext>
              </a:extLst>
            </p:cNvPr>
            <p:cNvSpPr/>
            <p:nvPr/>
          </p:nvSpPr>
          <p:spPr>
            <a:xfrm>
              <a:off x="4621530" y="1181100"/>
              <a:ext cx="259080" cy="195072"/>
            </a:xfrm>
            <a:prstGeom prst="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0A02184-3BE6-B0E0-6B88-8CA6E2A03468}"/>
                </a:ext>
              </a:extLst>
            </p:cNvPr>
            <p:cNvCxnSpPr>
              <a:cxnSpLocks/>
              <a:endCxn id="73" idx="0"/>
            </p:cNvCxnSpPr>
            <p:nvPr/>
          </p:nvCxnSpPr>
          <p:spPr>
            <a:xfrm>
              <a:off x="6150638" y="558025"/>
              <a:ext cx="0" cy="47142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Freeform 14">
              <a:extLst>
                <a:ext uri="{FF2B5EF4-FFF2-40B4-BE49-F238E27FC236}">
                  <a16:creationId xmlns:a16="http://schemas.microsoft.com/office/drawing/2014/main" id="{DDC10235-AC54-4E94-E1BF-766AED795B5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908420" y="1018497"/>
              <a:ext cx="0" cy="188119"/>
            </a:xfrm>
            <a:custGeom>
              <a:avLst/>
              <a:gdLst>
                <a:gd name="T0" fmla="*/ 2 w 2"/>
                <a:gd name="T1" fmla="*/ 0 h 232"/>
                <a:gd name="T2" fmla="*/ 2 w 2"/>
                <a:gd name="T3" fmla="*/ 0 h 232"/>
                <a:gd name="T4" fmla="*/ 0 w 2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32">
                  <a:moveTo>
                    <a:pt x="2" y="0"/>
                  </a:moveTo>
                  <a:lnTo>
                    <a:pt x="2" y="0"/>
                  </a:lnTo>
                  <a:lnTo>
                    <a:pt x="0" y="232"/>
                  </a:ln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71" name="Freeform 15">
              <a:extLst>
                <a:ext uri="{FF2B5EF4-FFF2-40B4-BE49-F238E27FC236}">
                  <a16:creationId xmlns:a16="http://schemas.microsoft.com/office/drawing/2014/main" id="{966E6E59-F68A-EFB6-0375-2C06E6416D2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103846" y="1210426"/>
              <a:ext cx="45719" cy="782204"/>
            </a:xfrm>
            <a:custGeom>
              <a:avLst/>
              <a:gdLst>
                <a:gd name="T0" fmla="*/ 0 h 130"/>
                <a:gd name="T1" fmla="*/ 0 h 130"/>
                <a:gd name="T2" fmla="*/ 130 h 13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30">
                  <a:moveTo>
                    <a:pt x="0" y="0"/>
                  </a:move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72" name="Freeform 17">
              <a:extLst>
                <a:ext uri="{FF2B5EF4-FFF2-40B4-BE49-F238E27FC236}">
                  <a16:creationId xmlns:a16="http://schemas.microsoft.com/office/drawing/2014/main" id="{78D3C9A4-D640-0E5C-E3CE-9C3189D318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978911" y="1200901"/>
              <a:ext cx="171729" cy="0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 type="triangl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73" name="Freeform 18">
              <a:extLst>
                <a:ext uri="{FF2B5EF4-FFF2-40B4-BE49-F238E27FC236}">
                  <a16:creationId xmlns:a16="http://schemas.microsoft.com/office/drawing/2014/main" id="{69D8CD0A-2062-38AF-54D9-CA1272E0DF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978911" y="1029451"/>
              <a:ext cx="171729" cy="0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74" name="Freeform 19">
              <a:extLst>
                <a:ext uri="{FF2B5EF4-FFF2-40B4-BE49-F238E27FC236}">
                  <a16:creationId xmlns:a16="http://schemas.microsoft.com/office/drawing/2014/main" id="{22AE0F80-C170-F315-CD30-601AF3943F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978910" y="978254"/>
              <a:ext cx="0" cy="273844"/>
            </a:xfrm>
            <a:custGeom>
              <a:avLst/>
              <a:gdLst>
                <a:gd name="T0" fmla="*/ 337 h 337"/>
                <a:gd name="T1" fmla="*/ 337 h 337"/>
                <a:gd name="T2" fmla="*/ 0 h 33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337">
                  <a:moveTo>
                    <a:pt x="0" y="337"/>
                  </a:moveTo>
                  <a:lnTo>
                    <a:pt x="0" y="337"/>
                  </a:lnTo>
                  <a:lnTo>
                    <a:pt x="0" y="0"/>
                  </a:lnTo>
                </a:path>
              </a:pathLst>
            </a:custGeom>
            <a:noFill/>
            <a:ln w="28575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75" name="Freeform 35">
              <a:extLst>
                <a:ext uri="{FF2B5EF4-FFF2-40B4-BE49-F238E27FC236}">
                  <a16:creationId xmlns:a16="http://schemas.microsoft.com/office/drawing/2014/main" id="{112C66D2-97C0-B3B3-B937-467F1FDBE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2570" y="1113828"/>
              <a:ext cx="569311" cy="45719"/>
            </a:xfrm>
            <a:custGeom>
              <a:avLst/>
              <a:gdLst>
                <a:gd name="T0" fmla="*/ 376 w 376"/>
                <a:gd name="T1" fmla="*/ 376 w 376"/>
                <a:gd name="T2" fmla="*/ 0 w 3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6">
                  <a:moveTo>
                    <a:pt x="376" y="0"/>
                  </a:moveTo>
                  <a:lnTo>
                    <a:pt x="376" y="0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D7C44B0-95FD-C5BF-4F12-87BD9199B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7427" y="1026092"/>
              <a:ext cx="276820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US" altLang="en-BE" sz="1050" b="1" i="1" dirty="0">
                  <a:solidFill>
                    <a:srgbClr val="000000"/>
                  </a:solidFill>
                </a:rPr>
                <a:t>M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1</a:t>
              </a:r>
              <a:endParaRPr lang="en-BE" altLang="en-BE" sz="1350" b="1" i="1" dirty="0"/>
            </a:p>
          </p:txBody>
        </p:sp>
        <p:sp>
          <p:nvSpPr>
            <p:cNvPr id="77" name="Freeform 17">
              <a:extLst>
                <a:ext uri="{FF2B5EF4-FFF2-40B4-BE49-F238E27FC236}">
                  <a16:creationId xmlns:a16="http://schemas.microsoft.com/office/drawing/2014/main" id="{038309F4-74D1-CF64-D5A0-60FA6185AB6F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6108012" y="1387259"/>
              <a:ext cx="288724" cy="45719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 type="triangl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F4A511E5-2C33-0208-873C-BF86C3995E9D}"/>
                </a:ext>
              </a:extLst>
            </p:cNvPr>
            <p:cNvGrpSpPr/>
            <p:nvPr/>
          </p:nvGrpSpPr>
          <p:grpSpPr>
            <a:xfrm>
              <a:off x="6600316" y="959705"/>
              <a:ext cx="103584" cy="82153"/>
              <a:chOff x="3449446" y="2483705"/>
              <a:chExt cx="103584" cy="82153"/>
            </a:xfrm>
          </p:grpSpPr>
          <p:sp>
            <p:nvSpPr>
              <p:cNvPr id="79" name="Freeform 88">
                <a:extLst>
                  <a:ext uri="{FF2B5EF4-FFF2-40B4-BE49-F238E27FC236}">
                    <a16:creationId xmlns:a16="http://schemas.microsoft.com/office/drawing/2014/main" id="{955324DA-CECE-8FA4-84DD-3A2B286C5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446" y="2483705"/>
                <a:ext cx="103584" cy="0"/>
              </a:xfrm>
              <a:custGeom>
                <a:avLst/>
                <a:gdLst>
                  <a:gd name="T0" fmla="*/ 0 w 127"/>
                  <a:gd name="T1" fmla="*/ 0 w 127"/>
                  <a:gd name="T2" fmla="*/ 127 w 12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7">
                    <a:moveTo>
                      <a:pt x="0" y="0"/>
                    </a:moveTo>
                    <a:lnTo>
                      <a:pt x="0" y="0"/>
                    </a:lnTo>
                    <a:lnTo>
                      <a:pt x="127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80" name="Freeform 89">
                <a:extLst>
                  <a:ext uri="{FF2B5EF4-FFF2-40B4-BE49-F238E27FC236}">
                    <a16:creationId xmlns:a16="http://schemas.microsoft.com/office/drawing/2014/main" id="{128D7032-68DC-AC20-520F-DF2776CC7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5639" y="2525377"/>
                <a:ext cx="51197" cy="0"/>
              </a:xfrm>
              <a:custGeom>
                <a:avLst/>
                <a:gdLst>
                  <a:gd name="T0" fmla="*/ 0 w 63"/>
                  <a:gd name="T1" fmla="*/ 0 w 63"/>
                  <a:gd name="T2" fmla="*/ 63 w 6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3">
                    <a:moveTo>
                      <a:pt x="0" y="0"/>
                    </a:moveTo>
                    <a:lnTo>
                      <a:pt x="0" y="0"/>
                    </a:lnTo>
                    <a:lnTo>
                      <a:pt x="63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81" name="Freeform 90">
                <a:extLst>
                  <a:ext uri="{FF2B5EF4-FFF2-40B4-BE49-F238E27FC236}">
                    <a16:creationId xmlns:a16="http://schemas.microsoft.com/office/drawing/2014/main" id="{81995EDE-DC21-C6A0-0CC1-8C1D6334B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880" y="2565858"/>
                <a:ext cx="11906" cy="0"/>
              </a:xfrm>
              <a:custGeom>
                <a:avLst/>
                <a:gdLst>
                  <a:gd name="T0" fmla="*/ 0 w 15"/>
                  <a:gd name="T1" fmla="*/ 0 w 15"/>
                  <a:gd name="T2" fmla="*/ 15 w 1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5">
                    <a:moveTo>
                      <a:pt x="0" y="0"/>
                    </a:moveTo>
                    <a:lnTo>
                      <a:pt x="0" y="0"/>
                    </a:lnTo>
                    <a:lnTo>
                      <a:pt x="15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</p:grpSp>
        <p:sp>
          <p:nvSpPr>
            <p:cNvPr id="82" name="Freeform 35">
              <a:extLst>
                <a:ext uri="{FF2B5EF4-FFF2-40B4-BE49-F238E27FC236}">
                  <a16:creationId xmlns:a16="http://schemas.microsoft.com/office/drawing/2014/main" id="{8C51EA22-3CDB-E295-BC57-715106E7E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5531" y="568998"/>
              <a:ext cx="499110" cy="45719"/>
            </a:xfrm>
            <a:custGeom>
              <a:avLst/>
              <a:gdLst>
                <a:gd name="T0" fmla="*/ 376 w 376"/>
                <a:gd name="T1" fmla="*/ 376 w 376"/>
                <a:gd name="T2" fmla="*/ 0 w 3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6">
                  <a:moveTo>
                    <a:pt x="376" y="0"/>
                  </a:moveTo>
                  <a:lnTo>
                    <a:pt x="376" y="0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9D7EC16E-00E1-B5CB-5E5E-25EC39F079D7}"/>
                </a:ext>
              </a:extLst>
            </p:cNvPr>
            <p:cNvCxnSpPr>
              <a:cxnSpLocks/>
            </p:cNvCxnSpPr>
            <p:nvPr/>
          </p:nvCxnSpPr>
          <p:spPr>
            <a:xfrm>
              <a:off x="6653558" y="554215"/>
              <a:ext cx="0" cy="39828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719FE151-580D-BC27-C1B2-B49868A85F6B}"/>
                </a:ext>
              </a:extLst>
            </p:cNvPr>
            <p:cNvCxnSpPr>
              <a:cxnSpLocks/>
            </p:cNvCxnSpPr>
            <p:nvPr/>
          </p:nvCxnSpPr>
          <p:spPr>
            <a:xfrm>
              <a:off x="5321963" y="1118095"/>
              <a:ext cx="0" cy="615455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9D4A5BA-BA99-E36E-914A-D5037A49D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20" y="1742846"/>
              <a:ext cx="125034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US" altLang="en-BE" sz="1050" b="1" i="1" dirty="0" err="1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 dirty="0" err="1">
                  <a:solidFill>
                    <a:srgbClr val="000000"/>
                  </a:solidFill>
                </a:rPr>
                <a:t>x</a:t>
              </a:r>
              <a:endParaRPr lang="en-BE" altLang="en-BE" sz="1350" b="1" i="1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C3CD8406-1A1F-EA6E-BB55-F9CFC5773E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35802" y="1666494"/>
              <a:ext cx="216000" cy="212856"/>
              <a:chOff x="2552192" y="1928114"/>
              <a:chExt cx="251460" cy="247800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B0C4FB22-5674-DD84-0BDA-B7281397D511}"/>
                  </a:ext>
                </a:extLst>
              </p:cNvPr>
              <p:cNvSpPr/>
              <p:nvPr/>
            </p:nvSpPr>
            <p:spPr>
              <a:xfrm>
                <a:off x="2552192" y="1928114"/>
                <a:ext cx="251460" cy="2478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dirty="0"/>
              </a:p>
            </p:txBody>
          </p:sp>
          <p:sp>
            <p:nvSpPr>
              <p:cNvPr id="88" name="Freeform 35">
                <a:extLst>
                  <a:ext uri="{FF2B5EF4-FFF2-40B4-BE49-F238E27FC236}">
                    <a16:creationId xmlns:a16="http://schemas.microsoft.com/office/drawing/2014/main" id="{F3C507F6-0CF0-4E90-A670-98EC2175F24D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>
                <a:off x="2670358" y="1976937"/>
                <a:ext cx="63834" cy="47561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3492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89" name="Freeform 35">
                <a:extLst>
                  <a:ext uri="{FF2B5EF4-FFF2-40B4-BE49-F238E27FC236}">
                    <a16:creationId xmlns:a16="http://schemas.microsoft.com/office/drawing/2014/main" id="{F48BFA29-C2FA-D194-5619-35FEC40BFE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631" y="1998329"/>
                <a:ext cx="78105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3492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90" name="Freeform 35">
                <a:extLst>
                  <a:ext uri="{FF2B5EF4-FFF2-40B4-BE49-F238E27FC236}">
                    <a16:creationId xmlns:a16="http://schemas.microsoft.com/office/drawing/2014/main" id="{E089DF8B-95BB-2536-65CC-5E4B2DC8E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9441" y="2116439"/>
                <a:ext cx="78105" cy="45719"/>
              </a:xfrm>
              <a:custGeom>
                <a:avLst/>
                <a:gdLst>
                  <a:gd name="T0" fmla="*/ 376 w 376"/>
                  <a:gd name="T1" fmla="*/ 376 w 376"/>
                  <a:gd name="T2" fmla="*/ 0 w 3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6">
                    <a:moveTo>
                      <a:pt x="376" y="0"/>
                    </a:moveTo>
                    <a:lnTo>
                      <a:pt x="376" y="0"/>
                    </a:lnTo>
                    <a:lnTo>
                      <a:pt x="0" y="0"/>
                    </a:lnTo>
                  </a:path>
                </a:pathLst>
              </a:custGeom>
              <a:noFill/>
              <a:ln w="34925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</p:grp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30F684EE-6A0A-FB78-7475-1691D45588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9379" y="1555116"/>
              <a:ext cx="200632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75F372C-54AF-74C7-8C5F-3D3A4534E0D6}"/>
                </a:ext>
              </a:extLst>
            </p:cNvPr>
            <p:cNvGrpSpPr/>
            <p:nvPr/>
          </p:nvGrpSpPr>
          <p:grpSpPr>
            <a:xfrm>
              <a:off x="5271896" y="1749645"/>
              <a:ext cx="103584" cy="82153"/>
              <a:chOff x="3449446" y="2483705"/>
              <a:chExt cx="103584" cy="82153"/>
            </a:xfrm>
          </p:grpSpPr>
          <p:sp>
            <p:nvSpPr>
              <p:cNvPr id="93" name="Freeform 88">
                <a:extLst>
                  <a:ext uri="{FF2B5EF4-FFF2-40B4-BE49-F238E27FC236}">
                    <a16:creationId xmlns:a16="http://schemas.microsoft.com/office/drawing/2014/main" id="{6FC55E49-6BE4-4ACA-1E76-A91E50C5EE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446" y="2483705"/>
                <a:ext cx="103584" cy="0"/>
              </a:xfrm>
              <a:custGeom>
                <a:avLst/>
                <a:gdLst>
                  <a:gd name="T0" fmla="*/ 0 w 127"/>
                  <a:gd name="T1" fmla="*/ 0 w 127"/>
                  <a:gd name="T2" fmla="*/ 127 w 12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7">
                    <a:moveTo>
                      <a:pt x="0" y="0"/>
                    </a:moveTo>
                    <a:lnTo>
                      <a:pt x="0" y="0"/>
                    </a:lnTo>
                    <a:lnTo>
                      <a:pt x="127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94" name="Freeform 89">
                <a:extLst>
                  <a:ext uri="{FF2B5EF4-FFF2-40B4-BE49-F238E27FC236}">
                    <a16:creationId xmlns:a16="http://schemas.microsoft.com/office/drawing/2014/main" id="{08F204D7-258F-4F64-61B9-53008DDD6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5639" y="2525377"/>
                <a:ext cx="51197" cy="0"/>
              </a:xfrm>
              <a:custGeom>
                <a:avLst/>
                <a:gdLst>
                  <a:gd name="T0" fmla="*/ 0 w 63"/>
                  <a:gd name="T1" fmla="*/ 0 w 63"/>
                  <a:gd name="T2" fmla="*/ 63 w 6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3">
                    <a:moveTo>
                      <a:pt x="0" y="0"/>
                    </a:moveTo>
                    <a:lnTo>
                      <a:pt x="0" y="0"/>
                    </a:lnTo>
                    <a:lnTo>
                      <a:pt x="63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sp>
            <p:nvSpPr>
              <p:cNvPr id="95" name="Freeform 90">
                <a:extLst>
                  <a:ext uri="{FF2B5EF4-FFF2-40B4-BE49-F238E27FC236}">
                    <a16:creationId xmlns:a16="http://schemas.microsoft.com/office/drawing/2014/main" id="{73F20EEA-0FC2-3776-5ED8-C63428C479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880" y="2565858"/>
                <a:ext cx="11906" cy="0"/>
              </a:xfrm>
              <a:custGeom>
                <a:avLst/>
                <a:gdLst>
                  <a:gd name="T0" fmla="*/ 0 w 15"/>
                  <a:gd name="T1" fmla="*/ 0 w 15"/>
                  <a:gd name="T2" fmla="*/ 15 w 1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5">
                    <a:moveTo>
                      <a:pt x="0" y="0"/>
                    </a:moveTo>
                    <a:lnTo>
                      <a:pt x="0" y="0"/>
                    </a:lnTo>
                    <a:lnTo>
                      <a:pt x="15" y="0"/>
                    </a:lnTo>
                  </a:path>
                </a:pathLst>
              </a:custGeom>
              <a:noFill/>
              <a:ln w="2857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</p:grp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FB6F62A-8DDD-1951-A077-4A1CFD367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2742" y="1651406"/>
              <a:ext cx="86562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US" altLang="en-BE" sz="1050" b="1" i="1" dirty="0">
                  <a:solidFill>
                    <a:srgbClr val="000000"/>
                  </a:solidFill>
                </a:rPr>
                <a:t>i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x</a:t>
              </a:r>
              <a:endParaRPr lang="en-BE" altLang="en-BE" sz="1350" b="1" i="1" dirty="0"/>
            </a:p>
          </p:txBody>
        </p:sp>
        <p:sp>
          <p:nvSpPr>
            <p:cNvPr id="97" name="Freeform 36">
              <a:extLst>
                <a:ext uri="{FF2B5EF4-FFF2-40B4-BE49-F238E27FC236}">
                  <a16:creationId xmlns:a16="http://schemas.microsoft.com/office/drawing/2014/main" id="{9CAB8620-7A64-0235-786D-CCD31CFEA2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88177" y="1528873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01010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98" name="Freeform 17">
              <a:extLst>
                <a:ext uri="{FF2B5EF4-FFF2-40B4-BE49-F238E27FC236}">
                  <a16:creationId xmlns:a16="http://schemas.microsoft.com/office/drawing/2014/main" id="{8B10EA95-B165-DCE3-BDB1-9894EF461EF3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6274384" y="1104051"/>
              <a:ext cx="288724" cy="45719"/>
            </a:xfrm>
            <a:custGeom>
              <a:avLst/>
              <a:gdLst>
                <a:gd name="T0" fmla="*/ 0 w 212"/>
                <a:gd name="T1" fmla="*/ 0 w 212"/>
                <a:gd name="T2" fmla="*/ 212 w 2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2">
                  <a:moveTo>
                    <a:pt x="0" y="0"/>
                  </a:moveTo>
                  <a:lnTo>
                    <a:pt x="0" y="0"/>
                  </a:lnTo>
                  <a:lnTo>
                    <a:pt x="212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 type="triangl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9E1385A0-D1E3-A812-DC2D-5C6A58147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042" y="1811426"/>
              <a:ext cx="360408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US" altLang="en-BE" sz="1050" b="1" i="1" dirty="0">
                  <a:solidFill>
                    <a:srgbClr val="000000"/>
                  </a:solidFill>
                </a:rPr>
                <a:t>Z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in </a:t>
              </a:r>
              <a:r>
                <a:rPr lang="en-US" altLang="en-BE" sz="1050" b="1" i="1" dirty="0">
                  <a:solidFill>
                    <a:srgbClr val="000000"/>
                  </a:solidFill>
                </a:rPr>
                <a:t>=?</a:t>
              </a:r>
              <a:endParaRPr lang="en-BE" altLang="en-BE" sz="1350" b="1" i="1" dirty="0"/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4EB323D5-FB69-FB10-FCCD-423CDF4440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3179" y="1596264"/>
              <a:ext cx="472411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0CDD9B7E-2568-DA9F-B3B9-45DE79B45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1872" y="1403756"/>
              <a:ext cx="246108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US" altLang="en-BE" sz="1050" b="1" i="1" dirty="0">
                  <a:solidFill>
                    <a:srgbClr val="000000"/>
                  </a:solidFill>
                </a:rPr>
                <a:t>Z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in</a:t>
              </a:r>
              <a:endParaRPr lang="en-BE" altLang="en-BE" sz="1350" b="1" i="1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6C8F850-E86C-C35F-A911-B27162986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022" y="1076096"/>
              <a:ext cx="543288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/>
              <a:r>
                <a:rPr lang="en-US" altLang="en-BE" sz="1050" b="1" i="1" dirty="0">
                  <a:solidFill>
                    <a:srgbClr val="000000"/>
                  </a:solidFill>
                </a:rPr>
                <a:t>i</a:t>
              </a:r>
              <a:r>
                <a:rPr lang="en-US" altLang="en-BE" sz="1050" b="1" i="1" baseline="-25000" dirty="0">
                  <a:solidFill>
                    <a:srgbClr val="000000"/>
                  </a:solidFill>
                </a:rPr>
                <a:t>d</a:t>
              </a:r>
              <a:r>
                <a:rPr lang="en-US" altLang="en-BE" sz="1050" b="1" i="1" dirty="0">
                  <a:solidFill>
                    <a:srgbClr val="000000"/>
                  </a:solidFill>
                </a:rPr>
                <a:t>=</a:t>
              </a:r>
              <a:r>
                <a:rPr lang="en-US" altLang="en-BE" sz="1050" b="1" i="1" dirty="0" err="1">
                  <a:solidFill>
                    <a:srgbClr val="000000"/>
                  </a:solidFill>
                </a:rPr>
                <a:t>g</a:t>
              </a:r>
              <a:r>
                <a:rPr lang="en-US" altLang="en-BE" sz="1050" b="1" i="1" baseline="-25000" dirty="0" err="1">
                  <a:solidFill>
                    <a:srgbClr val="000000"/>
                  </a:solidFill>
                </a:rPr>
                <a:t>m</a:t>
              </a:r>
              <a:r>
                <a:rPr lang="en-US" altLang="en-BE" sz="1050" b="1" i="1" dirty="0" err="1">
                  <a:solidFill>
                    <a:srgbClr val="000000"/>
                  </a:solidFill>
                </a:rPr>
                <a:t>v</a:t>
              </a:r>
              <a:r>
                <a:rPr lang="en-US" altLang="en-BE" sz="1050" b="1" i="1" baseline="-25000" dirty="0" err="1">
                  <a:solidFill>
                    <a:srgbClr val="000000"/>
                  </a:solidFill>
                </a:rPr>
                <a:t>x</a:t>
              </a:r>
              <a:endParaRPr lang="en-BE" altLang="en-BE" sz="1350" b="1" i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23ED08A0-1A20-C960-79FD-44D66191F079}"/>
                    </a:ext>
                  </a:extLst>
                </p:cNvPr>
                <p:cNvSpPr txBox="1"/>
                <p:nvPr/>
              </p:nvSpPr>
              <p:spPr>
                <a:xfrm>
                  <a:off x="7791355" y="964692"/>
                  <a:ext cx="1720151" cy="4365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dirty="0"/>
                    <a:t> </a:t>
                  </a:r>
                  <a:endParaRPr lang="en-BE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23ED08A0-1A20-C960-79FD-44D66191F0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1355" y="964692"/>
                  <a:ext cx="1720151" cy="436530"/>
                </a:xfrm>
                <a:prstGeom prst="rect">
                  <a:avLst/>
                </a:prstGeom>
                <a:blipFill>
                  <a:blip r:embed="rId18"/>
                  <a:stretch>
                    <a:fillRect l="-4610" t="-4167" b="-12500"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A2947E8-1ACC-B8DB-CC36-66EF6717B676}"/>
                </a:ext>
              </a:extLst>
            </p:cNvPr>
            <p:cNvSpPr txBox="1"/>
            <p:nvPr/>
          </p:nvSpPr>
          <p:spPr>
            <a:xfrm>
              <a:off x="3034414" y="126642"/>
              <a:ext cx="61327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594" indent="-228594" algn="ctr">
                <a:buFont typeface="Arial" panose="020B0604020202020204" pitchFamily="34" charset="0"/>
                <a:buChar char="•"/>
              </a:pPr>
              <a:r>
                <a:rPr lang="en-US" b="1" dirty="0"/>
                <a:t>Deriving Impedance (DC only) </a:t>
              </a:r>
              <a:endParaRPr lang="en-US" sz="1800" b="1" dirty="0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6D435391-8B09-5297-98A0-3E98FE1AF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905" y="1072448"/>
              <a:ext cx="865444" cy="32316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685800"/>
              <a:r>
                <a:rPr lang="en-US" altLang="en-BE" sz="1050" b="1" dirty="0">
                  <a:solidFill>
                    <a:srgbClr val="000000"/>
                  </a:solidFill>
                </a:rPr>
                <a:t>Looking into source</a:t>
              </a:r>
              <a:endParaRPr lang="en-BE" altLang="en-BE" sz="1350" b="1" dirty="0"/>
            </a:p>
          </p:txBody>
        </p:sp>
        <p:pic>
          <p:nvPicPr>
            <p:cNvPr id="371" name="Picture 370">
              <a:extLst>
                <a:ext uri="{FF2B5EF4-FFF2-40B4-BE49-F238E27FC236}">
                  <a16:creationId xmlns:a16="http://schemas.microsoft.com/office/drawing/2014/main" id="{51A42753-6251-34AA-52A1-B06F6D954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853119" y="0"/>
              <a:ext cx="548688" cy="548688"/>
            </a:xfrm>
            <a:prstGeom prst="rect">
              <a:avLst/>
            </a:prstGeom>
          </p:spPr>
        </p:pic>
        <p:sp>
          <p:nvSpPr>
            <p:cNvPr id="373" name="Arrow: Right 372">
              <a:extLst>
                <a:ext uri="{FF2B5EF4-FFF2-40B4-BE49-F238E27FC236}">
                  <a16:creationId xmlns:a16="http://schemas.microsoft.com/office/drawing/2014/main" id="{C5CC6E4E-528A-6645-654D-AA2BF6D19F62}"/>
                </a:ext>
              </a:extLst>
            </p:cNvPr>
            <p:cNvSpPr/>
            <p:nvPr/>
          </p:nvSpPr>
          <p:spPr>
            <a:xfrm>
              <a:off x="151130" y="1181100"/>
              <a:ext cx="259080" cy="195072"/>
            </a:xfrm>
            <a:prstGeom prst="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2" name="Freeform 36">
              <a:extLst>
                <a:ext uri="{FF2B5EF4-FFF2-40B4-BE49-F238E27FC236}">
                  <a16:creationId xmlns:a16="http://schemas.microsoft.com/office/drawing/2014/main" id="{7B4EA81B-8C35-9745-21C4-3C6136DD5DE3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3374906" y="1694608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3" name="Freeform 36">
              <a:extLst>
                <a:ext uri="{FF2B5EF4-FFF2-40B4-BE49-F238E27FC236}">
                  <a16:creationId xmlns:a16="http://schemas.microsoft.com/office/drawing/2014/main" id="{F236719F-3677-FA85-DE4D-02C4E15B7C41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6093722" y="1530016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</p:grpSp>
    </p:spTree>
    <p:extLst>
      <p:ext uri="{BB962C8B-B14F-4D97-AF65-F5344CB8AC3E}">
        <p14:creationId xmlns:p14="http://schemas.microsoft.com/office/powerpoint/2010/main" val="1109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A18781-99AA-4B8E-64C5-8EF4C057418F}"/>
              </a:ext>
            </a:extLst>
          </p:cNvPr>
          <p:cNvSpPr/>
          <p:nvPr/>
        </p:nvSpPr>
        <p:spPr>
          <a:xfrm>
            <a:off x="0" y="-45396"/>
            <a:ext cx="12192000" cy="6903396"/>
          </a:xfrm>
          <a:prstGeom prst="rect">
            <a:avLst/>
          </a:prstGeom>
          <a:solidFill>
            <a:srgbClr val="D9D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4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4BC9EBD-6F8A-4AD9-1B95-1F87C5400C4B}"/>
              </a:ext>
            </a:extLst>
          </p:cNvPr>
          <p:cNvGrpSpPr/>
          <p:nvPr/>
        </p:nvGrpSpPr>
        <p:grpSpPr>
          <a:xfrm>
            <a:off x="5070433" y="2451377"/>
            <a:ext cx="2090765" cy="2638274"/>
            <a:chOff x="5070433" y="2451377"/>
            <a:chExt cx="2090765" cy="26382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0884EDFE-2DD4-134C-6ACD-8ED51BD57432}"/>
                    </a:ext>
                  </a:extLst>
                </p:cNvPr>
                <p:cNvSpPr txBox="1"/>
                <p:nvPr/>
              </p:nvSpPr>
              <p:spPr>
                <a:xfrm>
                  <a:off x="5070433" y="2451377"/>
                  <a:ext cx="2090765" cy="1091646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num>
                                          <m:den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num>
                                          <m:den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oMath>
                    </m:oMathPara>
                  </a14:m>
                  <a:endParaRPr lang="en-BE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0884EDFE-2DD4-134C-6ACD-8ED51BD574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0433" y="2451377"/>
                  <a:ext cx="2090765" cy="109164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5EBB5B26-B3DF-AF76-38F5-E34BAC951D2D}"/>
                    </a:ext>
                  </a:extLst>
                </p:cNvPr>
                <p:cNvSpPr txBox="1"/>
                <p:nvPr/>
              </p:nvSpPr>
              <p:spPr>
                <a:xfrm>
                  <a:off x="5846244" y="3726195"/>
                  <a:ext cx="1051560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=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BE" dirty="0"/>
                </a:p>
                <a:p>
                  <a:endParaRPr lang="en-BE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5EBB5B26-B3DF-AF76-38F5-E34BAC951D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6244" y="3726195"/>
                  <a:ext cx="1051560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1734" t="-4717"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BCDAD090-9972-BCFA-603B-B99EE4A2A489}"/>
                    </a:ext>
                  </a:extLst>
                </p:cNvPr>
                <p:cNvSpPr txBox="1"/>
                <p:nvPr/>
              </p:nvSpPr>
              <p:spPr>
                <a:xfrm>
                  <a:off x="5164960" y="4467301"/>
                  <a:ext cx="1980479" cy="622350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oMath>
                    </m:oMathPara>
                  </a14:m>
                  <a:endParaRPr lang="en-BE" dirty="0"/>
                </a:p>
              </p:txBody>
            </p:sp>
          </mc:Choice>
          <mc:Fallback xmlns="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BCDAD090-9972-BCFA-603B-B99EE4A2A4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4960" y="4467301"/>
                  <a:ext cx="1980479" cy="6223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A0358E4-AAD5-A5A7-4195-6DFE86C2A861}"/>
              </a:ext>
            </a:extLst>
          </p:cNvPr>
          <p:cNvGrpSpPr/>
          <p:nvPr/>
        </p:nvGrpSpPr>
        <p:grpSpPr>
          <a:xfrm>
            <a:off x="204615" y="949674"/>
            <a:ext cx="4267200" cy="5677989"/>
            <a:chOff x="204615" y="949674"/>
            <a:chExt cx="4267200" cy="56779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A4AD831C-2AE0-9D03-85EF-6AAED5B006E1}"/>
                    </a:ext>
                  </a:extLst>
                </p:cNvPr>
                <p:cNvSpPr/>
                <p:nvPr/>
              </p:nvSpPr>
              <p:spPr>
                <a:xfrm>
                  <a:off x="438295" y="949674"/>
                  <a:ext cx="4016071" cy="5677989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baseline="-25000" smtClean="0">
                          <a:latin typeface="Cambria Math" panose="02040503050406030204" pitchFamily="18" charset="0"/>
                        </a:rPr>
                        <m:t>𝑜𝑢𝑡</m:t>
                      </m:r>
                    </m:oMath>
                  </a14:m>
                  <a:r>
                    <a:rPr lang="en-IN" sz="1620" dirty="0"/>
                    <a:t>v</a:t>
                  </a:r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A4AD831C-2AE0-9D03-85EF-6AAED5B006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295" y="949674"/>
                  <a:ext cx="4016071" cy="567798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solidFill>
                    <a:srgbClr val="002060"/>
                  </a:solidFill>
                </a:ln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82A63469-9AB6-9A8A-07C2-52CC70880E87}"/>
                </a:ext>
              </a:extLst>
            </p:cNvPr>
            <p:cNvGrpSpPr/>
            <p:nvPr/>
          </p:nvGrpSpPr>
          <p:grpSpPr>
            <a:xfrm>
              <a:off x="1375517" y="4253495"/>
              <a:ext cx="2583508" cy="2017677"/>
              <a:chOff x="4287192" y="620716"/>
              <a:chExt cx="2583508" cy="2017677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ED5ABD2D-9D67-FEEB-7B26-D6AAB3D0F512}"/>
                  </a:ext>
                </a:extLst>
              </p:cNvPr>
              <p:cNvGrpSpPr/>
              <p:nvPr/>
            </p:nvGrpSpPr>
            <p:grpSpPr>
              <a:xfrm>
                <a:off x="4287192" y="620716"/>
                <a:ext cx="2005247" cy="2017677"/>
                <a:chOff x="4252468" y="609141"/>
                <a:chExt cx="2005247" cy="2017677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0620E71E-26A6-756B-8258-2903955E319B}"/>
                    </a:ext>
                  </a:extLst>
                </p:cNvPr>
                <p:cNvGrpSpPr/>
                <p:nvPr/>
              </p:nvGrpSpPr>
              <p:grpSpPr>
                <a:xfrm>
                  <a:off x="4998720" y="1107440"/>
                  <a:ext cx="324000" cy="324000"/>
                  <a:chOff x="1036320" y="5019040"/>
                  <a:chExt cx="324000" cy="324000"/>
                </a:xfrm>
              </p:grpSpPr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DEF0AE98-95BC-A337-B556-C1EFCB536D32}"/>
                      </a:ext>
                    </a:extLst>
                  </p:cNvPr>
                  <p:cNvSpPr/>
                  <p:nvPr/>
                </p:nvSpPr>
                <p:spPr>
                  <a:xfrm>
                    <a:off x="1036320" y="5019040"/>
                    <a:ext cx="324000" cy="324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BE" dirty="0"/>
                  </a:p>
                </p:txBody>
              </p:sp>
              <p:cxnSp>
                <p:nvCxnSpPr>
                  <p:cNvPr id="40" name="Straight Arrow Connector 39">
                    <a:extLst>
                      <a:ext uri="{FF2B5EF4-FFF2-40B4-BE49-F238E27FC236}">
                        <a16:creationId xmlns:a16="http://schemas.microsoft.com/office/drawing/2014/main" id="{9F0D8B21-7A36-290C-EF9A-9BC4753C89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92992" y="5059680"/>
                    <a:ext cx="0" cy="254832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" name="Freeform 28">
                  <a:extLst>
                    <a:ext uri="{FF2B5EF4-FFF2-40B4-BE49-F238E27FC236}">
                      <a16:creationId xmlns:a16="http://schemas.microsoft.com/office/drawing/2014/main" id="{FAFA0043-8DFB-4F93-3A05-9F589C2AD1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065638" y="826144"/>
                  <a:ext cx="163115" cy="0"/>
                </a:xfrm>
                <a:custGeom>
                  <a:avLst/>
                  <a:gdLst>
                    <a:gd name="T0" fmla="*/ 0 w 201"/>
                    <a:gd name="T1" fmla="*/ 0 w 201"/>
                    <a:gd name="T2" fmla="*/ 201 w 20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0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01" y="0"/>
                      </a:lnTo>
                    </a:path>
                  </a:pathLst>
                </a:custGeom>
                <a:noFill/>
                <a:ln w="50800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DF210425-F127-9F8F-6C0B-E281F2F09A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5055459" y="609141"/>
                  <a:ext cx="276820" cy="1615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286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743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200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657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defTabSz="685800"/>
                  <a:r>
                    <a:rPr lang="en-BE" altLang="en-BE" sz="1050" b="1" i="1" dirty="0">
                      <a:solidFill>
                        <a:srgbClr val="000000"/>
                      </a:solidFill>
                    </a:rPr>
                    <a:t>V</a:t>
                  </a:r>
                  <a:r>
                    <a:rPr lang="en-US" altLang="en-BE" sz="1050" b="1" i="1" baseline="-25000" dirty="0">
                      <a:solidFill>
                        <a:srgbClr val="000000"/>
                      </a:solidFill>
                    </a:rPr>
                    <a:t>DD</a:t>
                  </a:r>
                  <a:endParaRPr lang="en-BE" altLang="en-BE" sz="1350" b="1" i="1" dirty="0"/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B36977CF-4F7D-64F7-24AF-AB7903B0E050}"/>
                    </a:ext>
                  </a:extLst>
                </p:cNvPr>
                <p:cNvCxnSpPr>
                  <a:cxnSpLocks/>
                  <a:endCxn id="12" idx="0"/>
                </p:cNvCxnSpPr>
                <p:nvPr/>
              </p:nvCxnSpPr>
              <p:spPr>
                <a:xfrm>
                  <a:off x="5984106" y="1345425"/>
                  <a:ext cx="0" cy="47142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Freeform 14">
                  <a:extLst>
                    <a:ext uri="{FF2B5EF4-FFF2-40B4-BE49-F238E27FC236}">
                      <a16:creationId xmlns:a16="http://schemas.microsoft.com/office/drawing/2014/main" id="{D494EC19-A2EF-F4B5-B701-B6370310BF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741888" y="1805897"/>
                  <a:ext cx="0" cy="188119"/>
                </a:xfrm>
                <a:custGeom>
                  <a:avLst/>
                  <a:gdLst>
                    <a:gd name="T0" fmla="*/ 2 w 2"/>
                    <a:gd name="T1" fmla="*/ 0 h 232"/>
                    <a:gd name="T2" fmla="*/ 2 w 2"/>
                    <a:gd name="T3" fmla="*/ 0 h 232"/>
                    <a:gd name="T4" fmla="*/ 0 w 2"/>
                    <a:gd name="T5" fmla="*/ 232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232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232"/>
                      </a:lnTo>
                    </a:path>
                  </a:pathLst>
                </a:custGeom>
                <a:noFill/>
                <a:ln w="38100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0" name="Freeform 15">
                  <a:extLst>
                    <a:ext uri="{FF2B5EF4-FFF2-40B4-BE49-F238E27FC236}">
                      <a16:creationId xmlns:a16="http://schemas.microsoft.com/office/drawing/2014/main" id="{5047304D-F51A-A1C4-EAF2-18A36D800E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937315" y="1997826"/>
                  <a:ext cx="45719" cy="500899"/>
                </a:xfrm>
                <a:custGeom>
                  <a:avLst/>
                  <a:gdLst>
                    <a:gd name="T0" fmla="*/ 0 h 130"/>
                    <a:gd name="T1" fmla="*/ 0 h 130"/>
                    <a:gd name="T2" fmla="*/ 130 h 130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3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1" name="Freeform 17">
                  <a:extLst>
                    <a:ext uri="{FF2B5EF4-FFF2-40B4-BE49-F238E27FC236}">
                      <a16:creationId xmlns:a16="http://schemas.microsoft.com/office/drawing/2014/main" id="{5B81AF3E-F472-BB3A-91EA-47B7E87CA0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812379" y="1988301"/>
                  <a:ext cx="171729" cy="0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 type="triangle"/>
                  <a:tailEnd type="none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2" name="Freeform 18">
                  <a:extLst>
                    <a:ext uri="{FF2B5EF4-FFF2-40B4-BE49-F238E27FC236}">
                      <a16:creationId xmlns:a16="http://schemas.microsoft.com/office/drawing/2014/main" id="{B9C38E3C-2A5D-F7B3-CCB4-867834AF7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812379" y="1816851"/>
                  <a:ext cx="171729" cy="0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3" name="Freeform 19">
                  <a:extLst>
                    <a:ext uri="{FF2B5EF4-FFF2-40B4-BE49-F238E27FC236}">
                      <a16:creationId xmlns:a16="http://schemas.microsoft.com/office/drawing/2014/main" id="{8D5D44B2-BE5B-D562-FEA6-C9A8A4FF85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812378" y="1765654"/>
                  <a:ext cx="0" cy="273844"/>
                </a:xfrm>
                <a:custGeom>
                  <a:avLst/>
                  <a:gdLst>
                    <a:gd name="T0" fmla="*/ 337 h 337"/>
                    <a:gd name="T1" fmla="*/ 337 h 337"/>
                    <a:gd name="T2" fmla="*/ 0 h 337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337">
                      <a:moveTo>
                        <a:pt x="0" y="337"/>
                      </a:moveTo>
                      <a:lnTo>
                        <a:pt x="0" y="3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7DCBFCB2-2594-3621-6AEA-1202027FD4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80895" y="1813492"/>
                  <a:ext cx="276820" cy="1615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286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743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200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657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defTabSz="685800"/>
                  <a:r>
                    <a:rPr lang="en-US" altLang="en-BE" sz="1050" b="1" i="1" dirty="0">
                      <a:solidFill>
                        <a:srgbClr val="000000"/>
                      </a:solidFill>
                    </a:rPr>
                    <a:t>M</a:t>
                  </a:r>
                  <a:r>
                    <a:rPr lang="en-US" altLang="en-BE" sz="1050" b="1" i="1" baseline="-25000" dirty="0">
                      <a:solidFill>
                        <a:srgbClr val="000000"/>
                      </a:solidFill>
                    </a:rPr>
                    <a:t>2</a:t>
                  </a:r>
                  <a:endParaRPr lang="en-BE" altLang="en-BE" sz="1350" b="1" i="1" dirty="0"/>
                </a:p>
              </p:txBody>
            </p: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155E1AB1-A406-8D53-D4BD-FF7AC8C597BE}"/>
                    </a:ext>
                  </a:extLst>
                </p:cNvPr>
                <p:cNvGrpSpPr/>
                <p:nvPr/>
              </p:nvGrpSpPr>
              <p:grpSpPr>
                <a:xfrm>
                  <a:off x="5930864" y="2503390"/>
                  <a:ext cx="103584" cy="82153"/>
                  <a:chOff x="2287234" y="3052665"/>
                  <a:chExt cx="103584" cy="82153"/>
                </a:xfrm>
              </p:grpSpPr>
              <p:sp>
                <p:nvSpPr>
                  <p:cNvPr id="15" name="Freeform 88">
                    <a:extLst>
                      <a:ext uri="{FF2B5EF4-FFF2-40B4-BE49-F238E27FC236}">
                        <a16:creationId xmlns:a16="http://schemas.microsoft.com/office/drawing/2014/main" id="{0A0EDAD8-58F8-CC55-A529-47D477912C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87234" y="3052665"/>
                    <a:ext cx="103584" cy="0"/>
                  </a:xfrm>
                  <a:custGeom>
                    <a:avLst/>
                    <a:gdLst>
                      <a:gd name="T0" fmla="*/ 0 w 127"/>
                      <a:gd name="T1" fmla="*/ 0 w 127"/>
                      <a:gd name="T2" fmla="*/ 127 w 127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127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127" y="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16" name="Freeform 89">
                    <a:extLst>
                      <a:ext uri="{FF2B5EF4-FFF2-40B4-BE49-F238E27FC236}">
                        <a16:creationId xmlns:a16="http://schemas.microsoft.com/office/drawing/2014/main" id="{0824D3AA-1AC0-996C-89A2-227ACA8650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13427" y="3094337"/>
                    <a:ext cx="51197" cy="0"/>
                  </a:xfrm>
                  <a:custGeom>
                    <a:avLst/>
                    <a:gdLst>
                      <a:gd name="T0" fmla="*/ 0 w 63"/>
                      <a:gd name="T1" fmla="*/ 0 w 63"/>
                      <a:gd name="T2" fmla="*/ 63 w 6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63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63" y="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17" name="Freeform 90">
                    <a:extLst>
                      <a:ext uri="{FF2B5EF4-FFF2-40B4-BE49-F238E27FC236}">
                        <a16:creationId xmlns:a16="http://schemas.microsoft.com/office/drawing/2014/main" id="{52C7804A-E8A7-6E81-82EC-FC4AE70688E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33668" y="3134818"/>
                    <a:ext cx="11906" cy="0"/>
                  </a:xfrm>
                  <a:custGeom>
                    <a:avLst/>
                    <a:gdLst>
                      <a:gd name="T0" fmla="*/ 0 w 15"/>
                      <a:gd name="T1" fmla="*/ 0 w 15"/>
                      <a:gd name="T2" fmla="*/ 15 w 15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15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15" y="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</p:grp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3BFE050D-CC7D-EE5B-E565-42C25BC461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 flipH="1" flipV="1">
                  <a:off x="5993345" y="1506003"/>
                  <a:ext cx="317067" cy="45719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 type="triangle"/>
                  <a:tailEnd type="none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3" name="Freeform 88">
                  <a:extLst>
                    <a:ext uri="{FF2B5EF4-FFF2-40B4-BE49-F238E27FC236}">
                      <a16:creationId xmlns:a16="http://schemas.microsoft.com/office/drawing/2014/main" id="{281FDE3A-2C0D-21AD-1A2B-7C26C5B543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0606" y="2544665"/>
                  <a:ext cx="103584" cy="0"/>
                </a:xfrm>
                <a:custGeom>
                  <a:avLst/>
                  <a:gdLst>
                    <a:gd name="T0" fmla="*/ 0 w 127"/>
                    <a:gd name="T1" fmla="*/ 0 w 127"/>
                    <a:gd name="T2" fmla="*/ 127 w 12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4" name="Freeform 89">
                  <a:extLst>
                    <a:ext uri="{FF2B5EF4-FFF2-40B4-BE49-F238E27FC236}">
                      <a16:creationId xmlns:a16="http://schemas.microsoft.com/office/drawing/2014/main" id="{6CF80CD6-BC44-DCAE-ADC7-998C157E4C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36799" y="2586337"/>
                  <a:ext cx="51197" cy="0"/>
                </a:xfrm>
                <a:custGeom>
                  <a:avLst/>
                  <a:gdLst>
                    <a:gd name="T0" fmla="*/ 0 w 63"/>
                    <a:gd name="T1" fmla="*/ 0 w 63"/>
                    <a:gd name="T2" fmla="*/ 63 w 6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5" name="Freeform 90">
                  <a:extLst>
                    <a:ext uri="{FF2B5EF4-FFF2-40B4-BE49-F238E27FC236}">
                      <a16:creationId xmlns:a16="http://schemas.microsoft.com/office/drawing/2014/main" id="{EDBD82B1-32B1-6DBA-1598-FC999BD1F4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57040" y="2626818"/>
                  <a:ext cx="11906" cy="0"/>
                </a:xfrm>
                <a:custGeom>
                  <a:avLst/>
                  <a:gdLst>
                    <a:gd name="T0" fmla="*/ 0 w 15"/>
                    <a:gd name="T1" fmla="*/ 0 w 15"/>
                    <a:gd name="T2" fmla="*/ 15 w 1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5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7" name="Freeform 15">
                  <a:extLst>
                    <a:ext uri="{FF2B5EF4-FFF2-40B4-BE49-F238E27FC236}">
                      <a16:creationId xmlns:a16="http://schemas.microsoft.com/office/drawing/2014/main" id="{871D23BC-1D9C-17EE-5E5B-432BF1266D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111468" y="1432560"/>
                  <a:ext cx="49811" cy="365760"/>
                </a:xfrm>
                <a:custGeom>
                  <a:avLst/>
                  <a:gdLst>
                    <a:gd name="T0" fmla="*/ 0 h 130"/>
                    <a:gd name="T1" fmla="*/ 0 h 130"/>
                    <a:gd name="T2" fmla="*/ 130 h 130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3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28" name="Freeform 15">
                  <a:extLst>
                    <a:ext uri="{FF2B5EF4-FFF2-40B4-BE49-F238E27FC236}">
                      <a16:creationId xmlns:a16="http://schemas.microsoft.com/office/drawing/2014/main" id="{51F15497-33A5-1AB4-26FA-362B388F69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101308" y="820420"/>
                  <a:ext cx="47272" cy="276860"/>
                </a:xfrm>
                <a:custGeom>
                  <a:avLst/>
                  <a:gdLst>
                    <a:gd name="T0" fmla="*/ 0 h 130"/>
                    <a:gd name="T1" fmla="*/ 0 h 130"/>
                    <a:gd name="T2" fmla="*/ 130 h 130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3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52AF5334-4D47-627C-D330-1DE84DB54C92}"/>
                    </a:ext>
                  </a:extLst>
                </p:cNvPr>
                <p:cNvGrpSpPr/>
                <p:nvPr/>
              </p:nvGrpSpPr>
              <p:grpSpPr>
                <a:xfrm>
                  <a:off x="4977743" y="1775353"/>
                  <a:ext cx="744710" cy="762107"/>
                  <a:chOff x="4893923" y="4274713"/>
                  <a:chExt cx="744710" cy="762107"/>
                </a:xfrm>
              </p:grpSpPr>
              <p:sp>
                <p:nvSpPr>
                  <p:cNvPr id="72" name="Freeform 14">
                    <a:extLst>
                      <a:ext uri="{FF2B5EF4-FFF2-40B4-BE49-F238E27FC236}">
                        <a16:creationId xmlns:a16="http://schemas.microsoft.com/office/drawing/2014/main" id="{146C0B98-DD15-2ACE-A9F9-B9A925B567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214" y="4314956"/>
                    <a:ext cx="0" cy="188119"/>
                  </a:xfrm>
                  <a:custGeom>
                    <a:avLst/>
                    <a:gdLst>
                      <a:gd name="T0" fmla="*/ 2 w 2"/>
                      <a:gd name="T1" fmla="*/ 0 h 232"/>
                      <a:gd name="T2" fmla="*/ 2 w 2"/>
                      <a:gd name="T3" fmla="*/ 0 h 232"/>
                      <a:gd name="T4" fmla="*/ 0 w 2"/>
                      <a:gd name="T5" fmla="*/ 232 h 2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232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232"/>
                        </a:lnTo>
                      </a:path>
                    </a:pathLst>
                  </a:custGeom>
                  <a:noFill/>
                  <a:ln w="38100" cap="sq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73" name="Freeform 15">
                    <a:extLst>
                      <a:ext uri="{FF2B5EF4-FFF2-40B4-BE49-F238E27FC236}">
                        <a16:creationId xmlns:a16="http://schemas.microsoft.com/office/drawing/2014/main" id="{84B27C7A-936A-A70C-EFD5-A0B38DD1AE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82494" y="4506885"/>
                    <a:ext cx="45766" cy="529935"/>
                  </a:xfrm>
                  <a:custGeom>
                    <a:avLst/>
                    <a:gdLst>
                      <a:gd name="T0" fmla="*/ 0 h 130"/>
                      <a:gd name="T1" fmla="*/ 0 h 130"/>
                      <a:gd name="T2" fmla="*/ 130 h 130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130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13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dirty="0"/>
                  </a:p>
                </p:txBody>
              </p:sp>
              <p:sp>
                <p:nvSpPr>
                  <p:cNvPr id="74" name="Freeform 17">
                    <a:extLst>
                      <a:ext uri="{FF2B5EF4-FFF2-40B4-BE49-F238E27FC236}">
                        <a16:creationId xmlns:a16="http://schemas.microsoft.com/office/drawing/2014/main" id="{3955F4C3-BF0F-6608-89FB-37E6C2688D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69994" y="4497360"/>
                    <a:ext cx="171729" cy="0"/>
                  </a:xfrm>
                  <a:custGeom>
                    <a:avLst/>
                    <a:gdLst>
                      <a:gd name="T0" fmla="*/ 0 w 212"/>
                      <a:gd name="T1" fmla="*/ 0 w 212"/>
                      <a:gd name="T2" fmla="*/ 212 w 21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212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212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 type="triangle"/>
                    <a:tailEnd type="none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75" name="Freeform 18">
                    <a:extLst>
                      <a:ext uri="{FF2B5EF4-FFF2-40B4-BE49-F238E27FC236}">
                        <a16:creationId xmlns:a16="http://schemas.microsoft.com/office/drawing/2014/main" id="{55F54655-4E1A-E14B-7198-E26B19A6BC0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69994" y="4325910"/>
                    <a:ext cx="171729" cy="0"/>
                  </a:xfrm>
                  <a:custGeom>
                    <a:avLst/>
                    <a:gdLst>
                      <a:gd name="T0" fmla="*/ 0 w 212"/>
                      <a:gd name="T1" fmla="*/ 0 w 212"/>
                      <a:gd name="T2" fmla="*/ 212 w 21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212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212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76" name="Freeform 19">
                    <a:extLst>
                      <a:ext uri="{FF2B5EF4-FFF2-40B4-BE49-F238E27FC236}">
                        <a16:creationId xmlns:a16="http://schemas.microsoft.com/office/drawing/2014/main" id="{C94B6418-A035-8DBE-EB15-8098F5F3E40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41724" y="4274713"/>
                    <a:ext cx="0" cy="273844"/>
                  </a:xfrm>
                  <a:custGeom>
                    <a:avLst/>
                    <a:gdLst>
                      <a:gd name="T0" fmla="*/ 337 h 337"/>
                      <a:gd name="T1" fmla="*/ 337 h 337"/>
                      <a:gd name="T2" fmla="*/ 0 h 337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337">
                        <a:moveTo>
                          <a:pt x="0" y="337"/>
                        </a:moveTo>
                        <a:lnTo>
                          <a:pt x="0" y="337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77" name="Freeform 35">
                    <a:extLst>
                      <a:ext uri="{FF2B5EF4-FFF2-40B4-BE49-F238E27FC236}">
                        <a16:creationId xmlns:a16="http://schemas.microsoft.com/office/drawing/2014/main" id="{28E400F9-B3C7-7867-328A-6FB43D246A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5333833" y="4412826"/>
                    <a:ext cx="304800" cy="0"/>
                  </a:xfrm>
                  <a:custGeom>
                    <a:avLst/>
                    <a:gdLst>
                      <a:gd name="T0" fmla="*/ 376 w 376"/>
                      <a:gd name="T1" fmla="*/ 376 w 376"/>
                      <a:gd name="T2" fmla="*/ 0 w 376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376">
                        <a:moveTo>
                          <a:pt x="376" y="0"/>
                        </a:moveTo>
                        <a:lnTo>
                          <a:pt x="376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dirty="0"/>
                  </a:p>
                </p:txBody>
              </p:sp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6EE88D46-BA80-1BA5-010A-A99613B567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4893923" y="4340839"/>
                    <a:ext cx="276820" cy="16158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2860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743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200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657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685800"/>
                    <a:r>
                      <a:rPr lang="en-US" altLang="en-BE" sz="1050" b="1" i="1" dirty="0">
                        <a:solidFill>
                          <a:srgbClr val="000000"/>
                        </a:solidFill>
                      </a:rPr>
                      <a:t>M</a:t>
                    </a:r>
                    <a:r>
                      <a:rPr lang="en-US" altLang="en-BE" sz="1050" b="1" i="1" baseline="-25000" dirty="0">
                        <a:solidFill>
                          <a:srgbClr val="000000"/>
                        </a:solidFill>
                      </a:rPr>
                      <a:t>1</a:t>
                    </a:r>
                    <a:endParaRPr lang="en-BE" altLang="en-BE" sz="1350" b="1" i="1" dirty="0"/>
                  </a:p>
                </p:txBody>
              </p:sp>
            </p:grpSp>
            <p:sp>
              <p:nvSpPr>
                <p:cNvPr id="87" name="Freeform 35">
                  <a:extLst>
                    <a:ext uri="{FF2B5EF4-FFF2-40B4-BE49-F238E27FC236}">
                      <a16:creationId xmlns:a16="http://schemas.microsoft.com/office/drawing/2014/main" id="{ACC99EBC-1464-2BBD-453E-164EE9CB12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154762" y="1574377"/>
                  <a:ext cx="386247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 dirty="0"/>
                </a:p>
              </p:txBody>
            </p:sp>
            <p:sp>
              <p:nvSpPr>
                <p:cNvPr id="88" name="Freeform 15">
                  <a:extLst>
                    <a:ext uri="{FF2B5EF4-FFF2-40B4-BE49-F238E27FC236}">
                      <a16:creationId xmlns:a16="http://schemas.microsoft.com/office/drawing/2014/main" id="{CA931AE2-4E92-D6B8-B2A7-53A38218D5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507707" y="1574800"/>
                  <a:ext cx="45719" cy="311150"/>
                </a:xfrm>
                <a:custGeom>
                  <a:avLst/>
                  <a:gdLst>
                    <a:gd name="T0" fmla="*/ 0 h 130"/>
                    <a:gd name="T1" fmla="*/ 0 h 130"/>
                    <a:gd name="T2" fmla="*/ 130 h 130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3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A82A7E34-45BC-2103-3E0C-2D8709D2847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52468" y="993894"/>
                      <a:ext cx="80772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𝑅𝐸𝐹</m:t>
                            </m:r>
                          </m:oMath>
                        </m:oMathPara>
                      </a14:m>
                      <a:endParaRPr lang="en-BE" dirty="0"/>
                    </a:p>
                  </p:txBody>
                </p:sp>
              </mc:Choice>
              <mc:Fallback xmlns=""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A82A7E34-45BC-2103-3E0C-2D8709D2847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52468" y="993894"/>
                      <a:ext cx="807720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B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2D5A8028-6C92-ABC6-6E2D-CFEE738FCC85}"/>
                      </a:ext>
                    </a:extLst>
                  </p:cNvPr>
                  <p:cNvSpPr txBox="1"/>
                  <p:nvPr/>
                </p:nvSpPr>
                <p:spPr>
                  <a:xfrm>
                    <a:off x="6177280" y="1304790"/>
                    <a:ext cx="69342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oMath>
                      </m:oMathPara>
                    </a14:m>
                    <a:endParaRPr lang="en-BE" dirty="0"/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2D5A8028-6C92-ABC6-6E2D-CFEE738FCC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7280" y="1304790"/>
                    <a:ext cx="693420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B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890C0F5F-D565-9A3C-6CB7-D32D0ED21E2A}"/>
                </a:ext>
              </a:extLst>
            </p:cNvPr>
            <p:cNvGrpSpPr/>
            <p:nvPr/>
          </p:nvGrpSpPr>
          <p:grpSpPr>
            <a:xfrm>
              <a:off x="1337963" y="1509577"/>
              <a:ext cx="2333623" cy="2046854"/>
              <a:chOff x="2062024" y="295907"/>
              <a:chExt cx="2333623" cy="2046854"/>
            </a:xfrm>
          </p:grpSpPr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87EB38D0-4DD7-FAA6-B0A4-328520441BAF}"/>
                  </a:ext>
                </a:extLst>
              </p:cNvPr>
              <p:cNvGrpSpPr/>
              <p:nvPr/>
            </p:nvGrpSpPr>
            <p:grpSpPr>
              <a:xfrm>
                <a:off x="2062024" y="295907"/>
                <a:ext cx="2005247" cy="2046854"/>
                <a:chOff x="4272788" y="3397923"/>
                <a:chExt cx="2005247" cy="2046854"/>
              </a:xfrm>
            </p:grpSpPr>
            <p:grpSp>
              <p:nvGrpSpPr>
                <p:cNvPr id="132" name="Group 131">
                  <a:extLst>
                    <a:ext uri="{FF2B5EF4-FFF2-40B4-BE49-F238E27FC236}">
                      <a16:creationId xmlns:a16="http://schemas.microsoft.com/office/drawing/2014/main" id="{0BB96C4A-378C-2EDA-09D2-7917F5859E46}"/>
                    </a:ext>
                  </a:extLst>
                </p:cNvPr>
                <p:cNvGrpSpPr/>
                <p:nvPr/>
              </p:nvGrpSpPr>
              <p:grpSpPr>
                <a:xfrm>
                  <a:off x="5019040" y="4730599"/>
                  <a:ext cx="324000" cy="324000"/>
                  <a:chOff x="1036320" y="5019040"/>
                  <a:chExt cx="324000" cy="324000"/>
                </a:xfrm>
              </p:grpSpPr>
              <p:sp>
                <p:nvSpPr>
                  <p:cNvPr id="164" name="Oval 163">
                    <a:extLst>
                      <a:ext uri="{FF2B5EF4-FFF2-40B4-BE49-F238E27FC236}">
                        <a16:creationId xmlns:a16="http://schemas.microsoft.com/office/drawing/2014/main" id="{6A7ECBE9-3C9D-AC25-4E3B-DB9A3B4CC2EE}"/>
                      </a:ext>
                    </a:extLst>
                  </p:cNvPr>
                  <p:cNvSpPr/>
                  <p:nvPr/>
                </p:nvSpPr>
                <p:spPr>
                  <a:xfrm>
                    <a:off x="1036320" y="5019040"/>
                    <a:ext cx="324000" cy="3240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BE" dirty="0"/>
                  </a:p>
                </p:txBody>
              </p:sp>
              <p:cxnSp>
                <p:nvCxnSpPr>
                  <p:cNvPr id="165" name="Straight Arrow Connector 164">
                    <a:extLst>
                      <a:ext uri="{FF2B5EF4-FFF2-40B4-BE49-F238E27FC236}">
                        <a16:creationId xmlns:a16="http://schemas.microsoft.com/office/drawing/2014/main" id="{B3888DD3-E7E8-81C4-93C5-4E8D2AB5E6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92992" y="5059680"/>
                    <a:ext cx="0" cy="254832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33" name="Freeform 28">
                  <a:extLst>
                    <a:ext uri="{FF2B5EF4-FFF2-40B4-BE49-F238E27FC236}">
                      <a16:creationId xmlns:a16="http://schemas.microsoft.com/office/drawing/2014/main" id="{50735365-8787-A3A2-031D-998A9E5C2B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5106277" y="3582786"/>
                  <a:ext cx="989722" cy="45719"/>
                </a:xfrm>
                <a:custGeom>
                  <a:avLst/>
                  <a:gdLst>
                    <a:gd name="T0" fmla="*/ 0 w 201"/>
                    <a:gd name="T1" fmla="*/ 0 w 201"/>
                    <a:gd name="T2" fmla="*/ 201 w 20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0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01" y="0"/>
                      </a:lnTo>
                    </a:path>
                  </a:pathLst>
                </a:custGeom>
                <a:noFill/>
                <a:ln w="50800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2E631161-A2C8-AE21-824E-413E0B58B3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 flipV="1">
                  <a:off x="5447635" y="3397923"/>
                  <a:ext cx="276820" cy="1615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286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743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200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657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defTabSz="685800"/>
                  <a:r>
                    <a:rPr lang="en-BE" altLang="en-BE" sz="1050" b="1" i="1" dirty="0">
                      <a:solidFill>
                        <a:srgbClr val="000000"/>
                      </a:solidFill>
                    </a:rPr>
                    <a:t>V</a:t>
                  </a:r>
                  <a:r>
                    <a:rPr lang="en-US" altLang="en-BE" sz="1050" b="1" i="1" baseline="-25000" dirty="0">
                      <a:solidFill>
                        <a:srgbClr val="000000"/>
                      </a:solidFill>
                    </a:rPr>
                    <a:t>DD</a:t>
                  </a:r>
                  <a:endParaRPr lang="en-BE" altLang="en-BE" sz="1350" b="1" i="1" dirty="0"/>
                </a:p>
              </p:txBody>
            </p: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92C9E69A-E932-F189-AA2B-0F213092464D}"/>
                    </a:ext>
                  </a:extLst>
                </p:cNvPr>
                <p:cNvCxnSpPr>
                  <a:cxnSpLocks/>
                  <a:endCxn id="139" idx="0"/>
                </p:cNvCxnSpPr>
                <p:nvPr/>
              </p:nvCxnSpPr>
              <p:spPr>
                <a:xfrm flipV="1">
                  <a:off x="6004426" y="4345188"/>
                  <a:ext cx="0" cy="47142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6" name="Freeform 14">
                  <a:extLst>
                    <a:ext uri="{FF2B5EF4-FFF2-40B4-BE49-F238E27FC236}">
                      <a16:creationId xmlns:a16="http://schemas.microsoft.com/office/drawing/2014/main" id="{D12CE6E5-BEB7-ED79-0099-011AD87E97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5762208" y="4168023"/>
                  <a:ext cx="0" cy="188119"/>
                </a:xfrm>
                <a:custGeom>
                  <a:avLst/>
                  <a:gdLst>
                    <a:gd name="T0" fmla="*/ 2 w 2"/>
                    <a:gd name="T1" fmla="*/ 0 h 232"/>
                    <a:gd name="T2" fmla="*/ 2 w 2"/>
                    <a:gd name="T3" fmla="*/ 0 h 232"/>
                    <a:gd name="T4" fmla="*/ 0 w 2"/>
                    <a:gd name="T5" fmla="*/ 232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232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232"/>
                      </a:lnTo>
                    </a:path>
                  </a:pathLst>
                </a:custGeom>
                <a:noFill/>
                <a:ln w="38100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37" name="Freeform 15">
                  <a:extLst>
                    <a:ext uri="{FF2B5EF4-FFF2-40B4-BE49-F238E27FC236}">
                      <a16:creationId xmlns:a16="http://schemas.microsoft.com/office/drawing/2014/main" id="{E394B532-3F16-4140-F71E-EBDA293849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5957635" y="3663314"/>
                  <a:ext cx="45719" cy="500899"/>
                </a:xfrm>
                <a:custGeom>
                  <a:avLst/>
                  <a:gdLst>
                    <a:gd name="T0" fmla="*/ 0 h 130"/>
                    <a:gd name="T1" fmla="*/ 0 h 130"/>
                    <a:gd name="T2" fmla="*/ 130 h 130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3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38" name="Freeform 17">
                  <a:extLst>
                    <a:ext uri="{FF2B5EF4-FFF2-40B4-BE49-F238E27FC236}">
                      <a16:creationId xmlns:a16="http://schemas.microsoft.com/office/drawing/2014/main" id="{0271968E-0DE1-4F1D-D485-2CD48BE2B2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5832699" y="4173738"/>
                  <a:ext cx="171729" cy="0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 type="none"/>
                  <a:tailEnd type="triangle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39" name="Freeform 18">
                  <a:extLst>
                    <a:ext uri="{FF2B5EF4-FFF2-40B4-BE49-F238E27FC236}">
                      <a16:creationId xmlns:a16="http://schemas.microsoft.com/office/drawing/2014/main" id="{A2648EA3-999A-08DB-E541-A21801E75B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5832699" y="4345188"/>
                  <a:ext cx="171729" cy="0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40" name="Freeform 19">
                  <a:extLst>
                    <a:ext uri="{FF2B5EF4-FFF2-40B4-BE49-F238E27FC236}">
                      <a16:creationId xmlns:a16="http://schemas.microsoft.com/office/drawing/2014/main" id="{BB56CBB8-7FF9-4A8D-B116-334EC331BE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5832698" y="4122541"/>
                  <a:ext cx="0" cy="273844"/>
                </a:xfrm>
                <a:custGeom>
                  <a:avLst/>
                  <a:gdLst>
                    <a:gd name="T0" fmla="*/ 337 h 337"/>
                    <a:gd name="T1" fmla="*/ 337 h 337"/>
                    <a:gd name="T2" fmla="*/ 0 h 337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337">
                      <a:moveTo>
                        <a:pt x="0" y="337"/>
                      </a:moveTo>
                      <a:lnTo>
                        <a:pt x="0" y="3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A128AEB4-DE1F-A2B8-7D62-B8CCCCACD3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6001215" y="4186964"/>
                  <a:ext cx="276820" cy="1615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2860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743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200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657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defTabSz="685800"/>
                  <a:r>
                    <a:rPr lang="en-US" altLang="en-BE" sz="1050" b="1" i="1" dirty="0">
                      <a:solidFill>
                        <a:srgbClr val="000000"/>
                      </a:solidFill>
                    </a:rPr>
                    <a:t>M</a:t>
                  </a:r>
                  <a:r>
                    <a:rPr lang="en-US" altLang="en-BE" sz="1050" b="1" i="1" baseline="-25000" dirty="0">
                      <a:solidFill>
                        <a:srgbClr val="000000"/>
                      </a:solidFill>
                    </a:rPr>
                    <a:t>2</a:t>
                  </a:r>
                  <a:endParaRPr lang="en-BE" altLang="en-BE" sz="1350" b="1" i="1" dirty="0"/>
                </a:p>
              </p:txBody>
            </p: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1D01FF96-043D-46B3-0051-9B152AD7DFA7}"/>
                    </a:ext>
                  </a:extLst>
                </p:cNvPr>
                <p:cNvGrpSpPr/>
                <p:nvPr/>
              </p:nvGrpSpPr>
              <p:grpSpPr>
                <a:xfrm rot="10800000" flipV="1">
                  <a:off x="5134320" y="5362624"/>
                  <a:ext cx="103584" cy="82153"/>
                  <a:chOff x="2287234" y="3052665"/>
                  <a:chExt cx="103584" cy="82153"/>
                </a:xfrm>
              </p:grpSpPr>
              <p:sp>
                <p:nvSpPr>
                  <p:cNvPr id="161" name="Freeform 88">
                    <a:extLst>
                      <a:ext uri="{FF2B5EF4-FFF2-40B4-BE49-F238E27FC236}">
                        <a16:creationId xmlns:a16="http://schemas.microsoft.com/office/drawing/2014/main" id="{1E76D919-7064-DC50-18C6-A3C68B772D7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87234" y="3052665"/>
                    <a:ext cx="103584" cy="0"/>
                  </a:xfrm>
                  <a:custGeom>
                    <a:avLst/>
                    <a:gdLst>
                      <a:gd name="T0" fmla="*/ 0 w 127"/>
                      <a:gd name="T1" fmla="*/ 0 w 127"/>
                      <a:gd name="T2" fmla="*/ 127 w 127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127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127" y="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162" name="Freeform 89">
                    <a:extLst>
                      <a:ext uri="{FF2B5EF4-FFF2-40B4-BE49-F238E27FC236}">
                        <a16:creationId xmlns:a16="http://schemas.microsoft.com/office/drawing/2014/main" id="{143A93F4-BAF1-837E-A167-EBB59500EE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13427" y="3094337"/>
                    <a:ext cx="51197" cy="0"/>
                  </a:xfrm>
                  <a:custGeom>
                    <a:avLst/>
                    <a:gdLst>
                      <a:gd name="T0" fmla="*/ 0 w 63"/>
                      <a:gd name="T1" fmla="*/ 0 w 63"/>
                      <a:gd name="T2" fmla="*/ 63 w 6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63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63" y="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163" name="Freeform 90">
                    <a:extLst>
                      <a:ext uri="{FF2B5EF4-FFF2-40B4-BE49-F238E27FC236}">
                        <a16:creationId xmlns:a16="http://schemas.microsoft.com/office/drawing/2014/main" id="{11972F86-3927-7507-8B32-42651E84E7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33668" y="3134818"/>
                    <a:ext cx="11906" cy="0"/>
                  </a:xfrm>
                  <a:custGeom>
                    <a:avLst/>
                    <a:gdLst>
                      <a:gd name="T0" fmla="*/ 0 w 15"/>
                      <a:gd name="T1" fmla="*/ 0 w 15"/>
                      <a:gd name="T2" fmla="*/ 15 w 15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15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15" y="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</p:grpSp>
            <p:sp>
              <p:nvSpPr>
                <p:cNvPr id="143" name="Freeform 17">
                  <a:extLst>
                    <a:ext uri="{FF2B5EF4-FFF2-40B4-BE49-F238E27FC236}">
                      <a16:creationId xmlns:a16="http://schemas.microsoft.com/office/drawing/2014/main" id="{997A305B-E823-E938-0A9A-F059CE70CB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 flipH="1">
                  <a:off x="5824689" y="4604221"/>
                  <a:ext cx="317067" cy="45719"/>
                </a:xfrm>
                <a:custGeom>
                  <a:avLst/>
                  <a:gdLst>
                    <a:gd name="T0" fmla="*/ 0 w 212"/>
                    <a:gd name="T1" fmla="*/ 0 w 212"/>
                    <a:gd name="T2" fmla="*/ 212 w 21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12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 type="triangle"/>
                  <a:tailEnd type="none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48" name="Freeform 15">
                  <a:extLst>
                    <a:ext uri="{FF2B5EF4-FFF2-40B4-BE49-F238E27FC236}">
                      <a16:creationId xmlns:a16="http://schemas.microsoft.com/office/drawing/2014/main" id="{BF83EADF-4906-3A22-D35B-725AE554B6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5131788" y="4363719"/>
                  <a:ext cx="49811" cy="365760"/>
                </a:xfrm>
                <a:custGeom>
                  <a:avLst/>
                  <a:gdLst>
                    <a:gd name="T0" fmla="*/ 0 h 130"/>
                    <a:gd name="T1" fmla="*/ 0 h 130"/>
                    <a:gd name="T2" fmla="*/ 130 h 130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3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sp>
              <p:nvSpPr>
                <p:cNvPr id="149" name="Freeform 15">
                  <a:extLst>
                    <a:ext uri="{FF2B5EF4-FFF2-40B4-BE49-F238E27FC236}">
                      <a16:creationId xmlns:a16="http://schemas.microsoft.com/office/drawing/2014/main" id="{5138CACF-2084-D96B-E8D1-B9F5FCB92E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5121628" y="5064759"/>
                  <a:ext cx="47272" cy="276860"/>
                </a:xfrm>
                <a:custGeom>
                  <a:avLst/>
                  <a:gdLst>
                    <a:gd name="T0" fmla="*/ 0 h 130"/>
                    <a:gd name="T1" fmla="*/ 0 h 130"/>
                    <a:gd name="T2" fmla="*/ 130 h 130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3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D1C12D1E-32D0-ED6A-F38E-DCE6BB86283C}"/>
                    </a:ext>
                  </a:extLst>
                </p:cNvPr>
                <p:cNvGrpSpPr/>
                <p:nvPr/>
              </p:nvGrpSpPr>
              <p:grpSpPr>
                <a:xfrm flipV="1">
                  <a:off x="4998063" y="3641090"/>
                  <a:ext cx="744710" cy="745596"/>
                  <a:chOff x="4893923" y="4274713"/>
                  <a:chExt cx="744710" cy="745596"/>
                </a:xfrm>
              </p:grpSpPr>
              <p:sp>
                <p:nvSpPr>
                  <p:cNvPr id="154" name="Freeform 14">
                    <a:extLst>
                      <a:ext uri="{FF2B5EF4-FFF2-40B4-BE49-F238E27FC236}">
                        <a16:creationId xmlns:a16="http://schemas.microsoft.com/office/drawing/2014/main" id="{CD9C91DC-0791-2E3F-43A8-224AF493CC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214" y="4314956"/>
                    <a:ext cx="0" cy="188119"/>
                  </a:xfrm>
                  <a:custGeom>
                    <a:avLst/>
                    <a:gdLst>
                      <a:gd name="T0" fmla="*/ 2 w 2"/>
                      <a:gd name="T1" fmla="*/ 0 h 232"/>
                      <a:gd name="T2" fmla="*/ 2 w 2"/>
                      <a:gd name="T3" fmla="*/ 0 h 232"/>
                      <a:gd name="T4" fmla="*/ 0 w 2"/>
                      <a:gd name="T5" fmla="*/ 232 h 2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232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232"/>
                        </a:lnTo>
                      </a:path>
                    </a:pathLst>
                  </a:custGeom>
                  <a:noFill/>
                  <a:ln w="38100" cap="sq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155" name="Freeform 15">
                    <a:extLst>
                      <a:ext uri="{FF2B5EF4-FFF2-40B4-BE49-F238E27FC236}">
                        <a16:creationId xmlns:a16="http://schemas.microsoft.com/office/drawing/2014/main" id="{7C8EB1AC-4CC5-704F-E4B3-E8E5532F86F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69794" y="4504345"/>
                    <a:ext cx="45719" cy="515964"/>
                  </a:xfrm>
                  <a:custGeom>
                    <a:avLst/>
                    <a:gdLst>
                      <a:gd name="T0" fmla="*/ 0 h 130"/>
                      <a:gd name="T1" fmla="*/ 0 h 130"/>
                      <a:gd name="T2" fmla="*/ 130 h 130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130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13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dirty="0"/>
                  </a:p>
                </p:txBody>
              </p:sp>
              <p:sp>
                <p:nvSpPr>
                  <p:cNvPr id="156" name="Freeform 17">
                    <a:extLst>
                      <a:ext uri="{FF2B5EF4-FFF2-40B4-BE49-F238E27FC236}">
                        <a16:creationId xmlns:a16="http://schemas.microsoft.com/office/drawing/2014/main" id="{AA01111F-C769-6CD0-FE66-5D994F484F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69994" y="4497360"/>
                    <a:ext cx="171729" cy="0"/>
                  </a:xfrm>
                  <a:custGeom>
                    <a:avLst/>
                    <a:gdLst>
                      <a:gd name="T0" fmla="*/ 0 w 212"/>
                      <a:gd name="T1" fmla="*/ 0 w 212"/>
                      <a:gd name="T2" fmla="*/ 212 w 21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212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212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 type="none"/>
                    <a:tailEnd type="triangle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157" name="Freeform 18">
                    <a:extLst>
                      <a:ext uri="{FF2B5EF4-FFF2-40B4-BE49-F238E27FC236}">
                        <a16:creationId xmlns:a16="http://schemas.microsoft.com/office/drawing/2014/main" id="{35015512-C202-A80B-CBB6-77B8D4365C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69994" y="4325910"/>
                    <a:ext cx="171729" cy="0"/>
                  </a:xfrm>
                  <a:custGeom>
                    <a:avLst/>
                    <a:gdLst>
                      <a:gd name="T0" fmla="*/ 0 w 212"/>
                      <a:gd name="T1" fmla="*/ 0 w 212"/>
                      <a:gd name="T2" fmla="*/ 212 w 21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212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212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158" name="Freeform 19">
                    <a:extLst>
                      <a:ext uri="{FF2B5EF4-FFF2-40B4-BE49-F238E27FC236}">
                        <a16:creationId xmlns:a16="http://schemas.microsoft.com/office/drawing/2014/main" id="{3AEDCF1C-DA69-E316-A0D8-8B934F867E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41724" y="4274713"/>
                    <a:ext cx="0" cy="273844"/>
                  </a:xfrm>
                  <a:custGeom>
                    <a:avLst/>
                    <a:gdLst>
                      <a:gd name="T0" fmla="*/ 337 h 337"/>
                      <a:gd name="T1" fmla="*/ 337 h 337"/>
                      <a:gd name="T2" fmla="*/ 0 h 337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337">
                        <a:moveTo>
                          <a:pt x="0" y="337"/>
                        </a:moveTo>
                        <a:lnTo>
                          <a:pt x="0" y="337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sq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/>
                  </a:p>
                </p:txBody>
              </p:sp>
              <p:sp>
                <p:nvSpPr>
                  <p:cNvPr id="159" name="Freeform 35">
                    <a:extLst>
                      <a:ext uri="{FF2B5EF4-FFF2-40B4-BE49-F238E27FC236}">
                        <a16:creationId xmlns:a16="http://schemas.microsoft.com/office/drawing/2014/main" id="{4AFF34F9-7D3C-68D6-598A-CF5C551AD4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5333833" y="4412826"/>
                    <a:ext cx="304800" cy="0"/>
                  </a:xfrm>
                  <a:custGeom>
                    <a:avLst/>
                    <a:gdLst>
                      <a:gd name="T0" fmla="*/ 376 w 376"/>
                      <a:gd name="T1" fmla="*/ 376 w 376"/>
                      <a:gd name="T2" fmla="*/ 0 w 376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376">
                        <a:moveTo>
                          <a:pt x="376" y="0"/>
                        </a:moveTo>
                        <a:lnTo>
                          <a:pt x="376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BE" sz="1215" dirty="0"/>
                  </a:p>
                </p:txBody>
              </p:sp>
              <p:sp>
                <p:nvSpPr>
                  <p:cNvPr id="160" name="Rectangle 159">
                    <a:extLst>
                      <a:ext uri="{FF2B5EF4-FFF2-40B4-BE49-F238E27FC236}">
                        <a16:creationId xmlns:a16="http://schemas.microsoft.com/office/drawing/2014/main" id="{A836DD20-11E7-83B4-A20D-060432A6FF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4893923" y="4340839"/>
                    <a:ext cx="276820" cy="16158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2860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743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200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657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685800"/>
                    <a:r>
                      <a:rPr lang="en-US" altLang="en-BE" sz="1050" b="1" i="1" dirty="0">
                        <a:solidFill>
                          <a:srgbClr val="000000"/>
                        </a:solidFill>
                      </a:rPr>
                      <a:t>M</a:t>
                    </a:r>
                    <a:r>
                      <a:rPr lang="en-US" altLang="en-BE" sz="1050" b="1" i="1" baseline="-25000" dirty="0">
                        <a:solidFill>
                          <a:srgbClr val="000000"/>
                        </a:solidFill>
                      </a:rPr>
                      <a:t>1</a:t>
                    </a:r>
                    <a:endParaRPr lang="en-BE" altLang="en-BE" sz="1350" b="1" i="1" dirty="0"/>
                  </a:p>
                </p:txBody>
              </p:sp>
            </p:grpSp>
            <p:sp>
              <p:nvSpPr>
                <p:cNvPr id="151" name="Freeform 35">
                  <a:extLst>
                    <a:ext uri="{FF2B5EF4-FFF2-40B4-BE49-F238E27FC236}">
                      <a16:creationId xmlns:a16="http://schemas.microsoft.com/office/drawing/2014/main" id="{B63BB228-074D-D837-9B51-D7415BFA78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5175082" y="4541943"/>
                  <a:ext cx="386247" cy="45719"/>
                </a:xfrm>
                <a:custGeom>
                  <a:avLst/>
                  <a:gdLst>
                    <a:gd name="T0" fmla="*/ 376 w 376"/>
                    <a:gd name="T1" fmla="*/ 376 w 376"/>
                    <a:gd name="T2" fmla="*/ 0 w 37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76">
                      <a:moveTo>
                        <a:pt x="376" y="0"/>
                      </a:moveTo>
                      <a:lnTo>
                        <a:pt x="3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 dirty="0"/>
                </a:p>
              </p:txBody>
            </p:sp>
            <p:sp>
              <p:nvSpPr>
                <p:cNvPr id="152" name="Freeform 15">
                  <a:extLst>
                    <a:ext uri="{FF2B5EF4-FFF2-40B4-BE49-F238E27FC236}">
                      <a16:creationId xmlns:a16="http://schemas.microsoft.com/office/drawing/2014/main" id="{0B4F8B16-B424-40BF-74AE-C136A34DE4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5528027" y="4276089"/>
                  <a:ext cx="45719" cy="311150"/>
                </a:xfrm>
                <a:custGeom>
                  <a:avLst/>
                  <a:gdLst>
                    <a:gd name="T0" fmla="*/ 0 h 130"/>
                    <a:gd name="T1" fmla="*/ 0 h 130"/>
                    <a:gd name="T2" fmla="*/ 130 h 130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30"/>
                      </a:lnTo>
                    </a:path>
                  </a:pathLst>
                </a:custGeom>
                <a:noFill/>
                <a:ln w="28575" cap="sq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BE" sz="1215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3" name="TextBox 152">
                      <a:extLst>
                        <a:ext uri="{FF2B5EF4-FFF2-40B4-BE49-F238E27FC236}">
                          <a16:creationId xmlns:a16="http://schemas.microsoft.com/office/drawing/2014/main" id="{947B83F3-A735-4EC3-1569-D0BA0FA6005D}"/>
                        </a:ext>
                      </a:extLst>
                    </p:cNvPr>
                    <p:cNvSpPr txBox="1"/>
                    <p:nvPr/>
                  </p:nvSpPr>
                  <p:spPr>
                    <a:xfrm rot="10800000" flipV="1">
                      <a:off x="4272788" y="4798813"/>
                      <a:ext cx="80772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𝑅𝐸𝐹</m:t>
                            </m:r>
                          </m:oMath>
                        </m:oMathPara>
                      </a14:m>
                      <a:endParaRPr lang="en-BE" dirty="0"/>
                    </a:p>
                  </p:txBody>
                </p:sp>
              </mc:Choice>
              <mc:Fallback xmlns="">
                <p:sp>
                  <p:nvSpPr>
                    <p:cNvPr id="153" name="TextBox 152">
                      <a:extLst>
                        <a:ext uri="{FF2B5EF4-FFF2-40B4-BE49-F238E27FC236}">
                          <a16:creationId xmlns:a16="http://schemas.microsoft.com/office/drawing/2014/main" id="{947B83F3-A735-4EC3-1569-D0BA0FA6005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0800000" flipV="1">
                      <a:off x="4272788" y="4798813"/>
                      <a:ext cx="807720" cy="36933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B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3B8033AB-FFF6-D1F4-45D9-AB5E4F8B355A}"/>
                      </a:ext>
                    </a:extLst>
                  </p:cNvPr>
                  <p:cNvSpPr txBox="1"/>
                  <p:nvPr/>
                </p:nvSpPr>
                <p:spPr>
                  <a:xfrm>
                    <a:off x="3702227" y="1329869"/>
                    <a:ext cx="69342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oMath>
                      </m:oMathPara>
                    </a14:m>
                    <a:endParaRPr lang="en-BE" dirty="0"/>
                  </a:p>
                </p:txBody>
              </p:sp>
            </mc:Choice>
            <mc:Fallback xmlns=""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3B8033AB-FFF6-D1F4-45D9-AB5E4F8B35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2227" y="1329869"/>
                    <a:ext cx="693420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B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A1455473-10A3-0D81-5E3A-6C4890BF4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637" y="1119226"/>
              <a:ext cx="1502110" cy="16158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685800"/>
              <a:r>
                <a:rPr lang="en-US" altLang="en-BE" sz="1050" b="1" dirty="0">
                  <a:solidFill>
                    <a:srgbClr val="000000"/>
                  </a:solidFill>
                </a:rPr>
                <a:t>PMOS Current Mirror</a:t>
              </a:r>
              <a:endParaRPr lang="en-BE" altLang="en-BE" sz="1350" b="1" dirty="0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D3E30D30-787B-D6D2-D293-483DFAD2E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6135" y="3855720"/>
              <a:ext cx="1500181" cy="16158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685800"/>
              <a:r>
                <a:rPr lang="en-US" altLang="en-BE" sz="1050" b="1" dirty="0">
                  <a:solidFill>
                    <a:srgbClr val="000000"/>
                  </a:solidFill>
                </a:rPr>
                <a:t>NMOS Current Mirror</a:t>
              </a:r>
              <a:endParaRPr lang="en-BE" altLang="en-BE" sz="1350" b="1" dirty="0"/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C733BFA9-6A76-E47C-A4F0-85BE8F937FC0}"/>
                </a:ext>
              </a:extLst>
            </p:cNvPr>
            <p:cNvGrpSpPr/>
            <p:nvPr/>
          </p:nvGrpSpPr>
          <p:grpSpPr>
            <a:xfrm flipH="1" flipV="1">
              <a:off x="1230775" y="2182324"/>
              <a:ext cx="795019" cy="350860"/>
              <a:chOff x="3426488" y="4783455"/>
              <a:chExt cx="200632" cy="298580"/>
            </a:xfrm>
          </p:grpSpPr>
          <p:sp>
            <p:nvSpPr>
              <p:cNvPr id="176" name="Freeform 17">
                <a:extLst>
                  <a:ext uri="{FF2B5EF4-FFF2-40B4-BE49-F238E27FC236}">
                    <a16:creationId xmlns:a16="http://schemas.microsoft.com/office/drawing/2014/main" id="{A0B90A77-71E9-471A-9098-3E41F85728F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3305639" y="4908380"/>
                <a:ext cx="295658" cy="51651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AB86E733-CA68-E03D-0EB5-D4B6534C49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6488" y="4783455"/>
                <a:ext cx="200632" cy="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E6FBB48B-3FFA-1701-BED3-B7D0ED6DDD1E}"/>
                    </a:ext>
                  </a:extLst>
                </p:cNvPr>
                <p:cNvSpPr txBox="1"/>
                <p:nvPr/>
              </p:nvSpPr>
              <p:spPr>
                <a:xfrm>
                  <a:off x="204615" y="1777018"/>
                  <a:ext cx="1814068" cy="6690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 smtClean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i="1" baseline="-25000" dirty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BE" baseline="-25000" dirty="0"/>
                </a:p>
              </p:txBody>
            </p:sp>
          </mc:Choice>
          <mc:Fallback xmlns="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E6FBB48B-3FFA-1701-BED3-B7D0ED6DDD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615" y="1777018"/>
                  <a:ext cx="1814068" cy="66909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D55AC733-D6A7-60EC-23EC-CD87ED31FA1D}"/>
                    </a:ext>
                  </a:extLst>
                </p:cNvPr>
                <p:cNvSpPr txBox="1"/>
                <p:nvPr/>
              </p:nvSpPr>
              <p:spPr>
                <a:xfrm>
                  <a:off x="3293255" y="2099598"/>
                  <a:ext cx="1137920" cy="3675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𝑜𝑢𝑡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=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BE" dirty="0"/>
                </a:p>
              </p:txBody>
            </p:sp>
          </mc:Choice>
          <mc:Fallback xmlns="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D55AC733-D6A7-60EC-23EC-CD87ED31F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3255" y="2099598"/>
                  <a:ext cx="1137920" cy="367546"/>
                </a:xfrm>
                <a:prstGeom prst="rect">
                  <a:avLst/>
                </a:prstGeom>
                <a:blipFill>
                  <a:blip r:embed="rId19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9143FE1B-8079-3467-8101-0039889D1592}"/>
                </a:ext>
              </a:extLst>
            </p:cNvPr>
            <p:cNvGrpSpPr/>
            <p:nvPr/>
          </p:nvGrpSpPr>
          <p:grpSpPr>
            <a:xfrm flipV="1">
              <a:off x="3458353" y="2416004"/>
              <a:ext cx="424181" cy="259420"/>
              <a:chOff x="3426488" y="4783455"/>
              <a:chExt cx="200632" cy="298580"/>
            </a:xfrm>
          </p:grpSpPr>
          <p:sp>
            <p:nvSpPr>
              <p:cNvPr id="182" name="Freeform 17">
                <a:extLst>
                  <a:ext uri="{FF2B5EF4-FFF2-40B4-BE49-F238E27FC236}">
                    <a16:creationId xmlns:a16="http://schemas.microsoft.com/office/drawing/2014/main" id="{93936029-2E8D-C544-12F2-0809BED02BB8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3305639" y="4908380"/>
                <a:ext cx="295658" cy="51651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11CF3536-6A67-9AAC-E3DE-C5C5CEE505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6488" y="4783455"/>
                <a:ext cx="200632" cy="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EE212AD4-408E-9A69-59B9-FB05441FFC53}"/>
                </a:ext>
              </a:extLst>
            </p:cNvPr>
            <p:cNvGrpSpPr/>
            <p:nvPr/>
          </p:nvGrpSpPr>
          <p:grpSpPr>
            <a:xfrm flipH="1">
              <a:off x="1190134" y="5266224"/>
              <a:ext cx="795019" cy="350180"/>
              <a:chOff x="3426488" y="4783455"/>
              <a:chExt cx="200632" cy="298580"/>
            </a:xfrm>
          </p:grpSpPr>
          <p:sp>
            <p:nvSpPr>
              <p:cNvPr id="185" name="Freeform 17">
                <a:extLst>
                  <a:ext uri="{FF2B5EF4-FFF2-40B4-BE49-F238E27FC236}">
                    <a16:creationId xmlns:a16="http://schemas.microsoft.com/office/drawing/2014/main" id="{EA156DD0-8FD7-1657-4C1E-40C17636CACD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3305639" y="4908380"/>
                <a:ext cx="295658" cy="51651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D183A181-87EF-06A0-A6A5-7478C63F4D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6488" y="4783455"/>
                <a:ext cx="200632" cy="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93C2D387-D6EC-48F3-4290-A23A6D899D09}"/>
                    </a:ext>
                  </a:extLst>
                </p:cNvPr>
                <p:cNvSpPr txBox="1"/>
                <p:nvPr/>
              </p:nvSpPr>
              <p:spPr>
                <a:xfrm>
                  <a:off x="326535" y="5312698"/>
                  <a:ext cx="1814068" cy="6690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 smtClean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i="1" baseline="-25000" dirty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BE" baseline="-25000" dirty="0"/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93C2D387-D6EC-48F3-4290-A23A6D899D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535" y="5312698"/>
                  <a:ext cx="1814068" cy="66909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B180AD0B-2323-BA02-FD34-80AE79559431}"/>
                </a:ext>
              </a:extLst>
            </p:cNvPr>
            <p:cNvGrpSpPr/>
            <p:nvPr/>
          </p:nvGrpSpPr>
          <p:grpSpPr>
            <a:xfrm>
              <a:off x="3336433" y="5459264"/>
              <a:ext cx="424181" cy="319700"/>
              <a:chOff x="3426488" y="4783455"/>
              <a:chExt cx="200632" cy="298580"/>
            </a:xfrm>
          </p:grpSpPr>
          <p:sp>
            <p:nvSpPr>
              <p:cNvPr id="189" name="Freeform 17">
                <a:extLst>
                  <a:ext uri="{FF2B5EF4-FFF2-40B4-BE49-F238E27FC236}">
                    <a16:creationId xmlns:a16="http://schemas.microsoft.com/office/drawing/2014/main" id="{1C6CB5B1-ECDF-55F4-7F8C-00624E537ECF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 flipV="1">
                <a:off x="3305639" y="4908380"/>
                <a:ext cx="295658" cy="51651"/>
              </a:xfrm>
              <a:custGeom>
                <a:avLst/>
                <a:gdLst>
                  <a:gd name="T0" fmla="*/ 0 w 212"/>
                  <a:gd name="T1" fmla="*/ 0 w 212"/>
                  <a:gd name="T2" fmla="*/ 212 w 2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2">
                    <a:moveTo>
                      <a:pt x="0" y="0"/>
                    </a:moveTo>
                    <a:lnTo>
                      <a:pt x="0" y="0"/>
                    </a:lnTo>
                    <a:lnTo>
                      <a:pt x="212" y="0"/>
                    </a:lnTo>
                  </a:path>
                </a:pathLst>
              </a:custGeom>
              <a:noFill/>
              <a:ln w="28575" cap="rnd">
                <a:solidFill>
                  <a:srgbClr val="000000"/>
                </a:solidFill>
                <a:prstDash val="solid"/>
                <a:round/>
                <a:headEnd type="triangle"/>
                <a:tailEnd type="non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BE" sz="1215"/>
              </a:p>
            </p:txBody>
          </p:sp>
          <p:cxnSp>
            <p:nvCxnSpPr>
              <p:cNvPr id="190" name="Straight Arrow Connector 189">
                <a:extLst>
                  <a:ext uri="{FF2B5EF4-FFF2-40B4-BE49-F238E27FC236}">
                    <a16:creationId xmlns:a16="http://schemas.microsoft.com/office/drawing/2014/main" id="{62107D6E-44B6-AE4C-B280-D372818445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6488" y="4783455"/>
                <a:ext cx="200632" cy="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E483992C-3EE4-0DD3-7F88-0705D852AFA1}"/>
                    </a:ext>
                  </a:extLst>
                </p:cNvPr>
                <p:cNvSpPr txBox="1"/>
                <p:nvPr/>
              </p:nvSpPr>
              <p:spPr>
                <a:xfrm>
                  <a:off x="3333895" y="5493038"/>
                  <a:ext cx="1137920" cy="3675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𝑜𝑢𝑡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=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BE" dirty="0"/>
                </a:p>
              </p:txBody>
            </p:sp>
          </mc:Choice>
          <mc:Fallback xmlns="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E483992C-3EE4-0DD3-7F88-0705D852AF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3895" y="5493038"/>
                  <a:ext cx="1137920" cy="367546"/>
                </a:xfrm>
                <a:prstGeom prst="rect">
                  <a:avLst/>
                </a:prstGeom>
                <a:blipFill>
                  <a:blip r:embed="rId20"/>
                  <a:stretch>
                    <a:fillRect t="-8333" b="-26667"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3" name="Freeform 36">
              <a:extLst>
                <a:ext uri="{FF2B5EF4-FFF2-40B4-BE49-F238E27FC236}">
                  <a16:creationId xmlns:a16="http://schemas.microsoft.com/office/drawing/2014/main" id="{1B51B3A4-6696-CE8D-B5D0-EF0ED8AECF47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2197761" y="2641816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94" name="Freeform 36">
              <a:extLst>
                <a:ext uri="{FF2B5EF4-FFF2-40B4-BE49-F238E27FC236}">
                  <a16:creationId xmlns:a16="http://schemas.microsoft.com/office/drawing/2014/main" id="{3A9A5792-780A-A28F-6C8C-23E884B99799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2573681" y="2311616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95" name="Freeform 36">
              <a:extLst>
                <a:ext uri="{FF2B5EF4-FFF2-40B4-BE49-F238E27FC236}">
                  <a16:creationId xmlns:a16="http://schemas.microsoft.com/office/drawing/2014/main" id="{29136201-A4A0-1982-C4F0-FB25A97499F9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2223161" y="5171656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  <p:sp>
          <p:nvSpPr>
            <p:cNvPr id="196" name="Freeform 36">
              <a:extLst>
                <a:ext uri="{FF2B5EF4-FFF2-40B4-BE49-F238E27FC236}">
                  <a16:creationId xmlns:a16="http://schemas.microsoft.com/office/drawing/2014/main" id="{42F701DB-728D-8C3C-2F5A-1E9C8C2B3333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2619401" y="5486616"/>
              <a:ext cx="108000" cy="108000"/>
            </a:xfrm>
            <a:custGeom>
              <a:avLst/>
              <a:gdLst>
                <a:gd name="T0" fmla="*/ 80 w 80"/>
                <a:gd name="T1" fmla="*/ 40 h 80"/>
                <a:gd name="T2" fmla="*/ 80 w 80"/>
                <a:gd name="T3" fmla="*/ 40 h 80"/>
                <a:gd name="T4" fmla="*/ 40 w 80"/>
                <a:gd name="T5" fmla="*/ 80 h 80"/>
                <a:gd name="T6" fmla="*/ 0 w 80"/>
                <a:gd name="T7" fmla="*/ 40 h 80"/>
                <a:gd name="T8" fmla="*/ 40 w 80"/>
                <a:gd name="T9" fmla="*/ 0 h 80"/>
                <a:gd name="T10" fmla="*/ 80 w 80"/>
                <a:gd name="T11" fmla="*/ 40 h 80"/>
                <a:gd name="T12" fmla="*/ 80 w 80"/>
                <a:gd name="T13" fmla="*/ 40 h 80"/>
                <a:gd name="T14" fmla="*/ 80 w 80"/>
                <a:gd name="T15" fmla="*/ 40 h 80"/>
                <a:gd name="T16" fmla="*/ 80 w 80"/>
                <a:gd name="T17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lnTo>
                    <a:pt x="80" y="40"/>
                  </a:lnTo>
                  <a:cubicBezTo>
                    <a:pt x="80" y="62"/>
                    <a:pt x="63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3" y="0"/>
                    <a:pt x="80" y="18"/>
                    <a:pt x="80" y="40"/>
                  </a:cubicBezTo>
                  <a:lnTo>
                    <a:pt x="80" y="40"/>
                  </a:lnTo>
                  <a:close/>
                  <a:moveTo>
                    <a:pt x="80" y="40"/>
                  </a:moveTo>
                  <a:lnTo>
                    <a:pt x="80" y="4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BE" sz="1215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4FCA940-6D62-35E4-78F6-43F7CAB9686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2167" y="2414821"/>
            <a:ext cx="4569833" cy="215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2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3" name="Text Box 1">
            <a:extLst>
              <a:ext uri="{FF2B5EF4-FFF2-40B4-BE49-F238E27FC236}">
                <a16:creationId xmlns:a16="http://schemas.microsoft.com/office/drawing/2014/main" id="{02CB9721-1BA9-3096-0A47-C5E79798A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1125"/>
            <a:ext cx="91440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tIns="91440" rIns="457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Gate-source matching principle</a:t>
            </a:r>
          </a:p>
        </p:txBody>
      </p:sp>
      <p:sp>
        <p:nvSpPr>
          <p:cNvPr id="264194" name="Text Box 2">
            <a:extLst>
              <a:ext uri="{FF2B5EF4-FFF2-40B4-BE49-F238E27FC236}">
                <a16:creationId xmlns:a16="http://schemas.microsoft.com/office/drawing/2014/main" id="{0DDDA30C-D115-77A1-2C55-47341AC8E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2089" y="6564314"/>
            <a:ext cx="631825" cy="29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C94C6DC-37F8-416C-814F-3F4614637EF0}" type="slidenum">
              <a:rPr kumimoji="0" lang="en-US" altLang="en-B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8</a:t>
            </a:fld>
            <a:endParaRPr kumimoji="0" lang="en-US" altLang="en-B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4220" name="Text Box 28">
            <a:extLst>
              <a:ext uri="{FF2B5EF4-FFF2-40B4-BE49-F238E27FC236}">
                <a16:creationId xmlns:a16="http://schemas.microsoft.com/office/drawing/2014/main" id="{5549BEC1-33A7-1481-D617-50868D30D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6770" y="860426"/>
            <a:ext cx="8990417" cy="1864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A. If the gate-source voltages of two or more transistors of same type are equal and the transistors are matched and operating in the saturation region, then the drain-source currents are related by the (W/L) ratios of the individual transistors. The gate-source voltages may be directly  connected or implied</a:t>
            </a:r>
          </a:p>
        </p:txBody>
      </p:sp>
      <p:graphicFrame>
        <p:nvGraphicFramePr>
          <p:cNvPr id="264221" name="Object 29">
            <a:extLst>
              <a:ext uri="{FF2B5EF4-FFF2-40B4-BE49-F238E27FC236}">
                <a16:creationId xmlns:a16="http://schemas.microsoft.com/office/drawing/2014/main" id="{A167EFEA-0AD9-4A54-B950-E14966499F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7051" y="2952750"/>
          <a:ext cx="6213475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r:id="rId4" imgW="3430800" imgH="1425960" progId="">
                  <p:embed/>
                </p:oleObj>
              </mc:Choice>
              <mc:Fallback>
                <p:oleObj r:id="rId4" imgW="3430800" imgH="1425960" progId="">
                  <p:embed/>
                  <p:pic>
                    <p:nvPicPr>
                      <p:cNvPr id="264221" name="Object 29">
                        <a:extLst>
                          <a:ext uri="{FF2B5EF4-FFF2-40B4-BE49-F238E27FC236}">
                            <a16:creationId xmlns:a16="http://schemas.microsoft.com/office/drawing/2014/main" id="{A167EFEA-0AD9-4A54-B950-E14966499F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051" y="2952750"/>
                        <a:ext cx="6213475" cy="26924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B1861DD3-E095-A4B4-2F25-02A39208578A}"/>
              </a:ext>
            </a:extLst>
          </p:cNvPr>
          <p:cNvGrpSpPr/>
          <p:nvPr/>
        </p:nvGrpSpPr>
        <p:grpSpPr>
          <a:xfrm>
            <a:off x="8010526" y="2805616"/>
            <a:ext cx="2513013" cy="1904496"/>
            <a:chOff x="6486525" y="2805616"/>
            <a:chExt cx="2513013" cy="1904496"/>
          </a:xfrm>
        </p:grpSpPr>
        <p:sp>
          <p:nvSpPr>
            <p:cNvPr id="264195" name="Line 3">
              <a:extLst>
                <a:ext uri="{FF2B5EF4-FFF2-40B4-BE49-F238E27FC236}">
                  <a16:creationId xmlns:a16="http://schemas.microsoft.com/office/drawing/2014/main" id="{E51B509F-1F35-81BE-7DDA-DE1E2778F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5026" y="2805616"/>
              <a:ext cx="0" cy="763883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pSp>
          <p:nvGrpSpPr>
            <p:cNvPr id="264196" name="Group 4">
              <a:extLst>
                <a:ext uri="{FF2B5EF4-FFF2-40B4-BE49-F238E27FC236}">
                  <a16:creationId xmlns:a16="http://schemas.microsoft.com/office/drawing/2014/main" id="{9FD886C1-B458-FF2D-44F0-22D91A7B03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1800" y="3489331"/>
              <a:ext cx="428625" cy="612776"/>
              <a:chOff x="5072" y="2198"/>
              <a:chExt cx="270" cy="386"/>
            </a:xfrm>
          </p:grpSpPr>
          <p:sp>
            <p:nvSpPr>
              <p:cNvPr id="264197" name="Line 5">
                <a:extLst>
                  <a:ext uri="{FF2B5EF4-FFF2-40B4-BE49-F238E27FC236}">
                    <a16:creationId xmlns:a16="http://schemas.microsoft.com/office/drawing/2014/main" id="{48877E75-7E2E-7601-45D3-D84297B074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34" y="2198"/>
                <a:ext cx="0" cy="386"/>
              </a:xfrm>
              <a:prstGeom prst="line">
                <a:avLst/>
              </a:prstGeom>
              <a:noFill/>
              <a:ln w="5715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4198" name="Line 6">
                <a:extLst>
                  <a:ext uri="{FF2B5EF4-FFF2-40B4-BE49-F238E27FC236}">
                    <a16:creationId xmlns:a16="http://schemas.microsoft.com/office/drawing/2014/main" id="{BFE76E97-BBA3-8535-A910-9B3D508C5E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1" y="2571"/>
                <a:ext cx="20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4199" name="Line 7">
                <a:extLst>
                  <a:ext uri="{FF2B5EF4-FFF2-40B4-BE49-F238E27FC236}">
                    <a16:creationId xmlns:a16="http://schemas.microsoft.com/office/drawing/2014/main" id="{D4763355-1C6E-543B-BA2F-D7CD57451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5" y="2249"/>
                <a:ext cx="19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4200" name="Line 8">
                <a:extLst>
                  <a:ext uri="{FF2B5EF4-FFF2-40B4-BE49-F238E27FC236}">
                    <a16:creationId xmlns:a16="http://schemas.microsoft.com/office/drawing/2014/main" id="{88C8A133-6244-B711-0F9F-5A8A6D65C1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72" y="2253"/>
                <a:ext cx="0" cy="31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sp>
          <p:nvSpPr>
            <p:cNvPr id="264202" name="Line 10">
              <a:extLst>
                <a:ext uri="{FF2B5EF4-FFF2-40B4-BE49-F238E27FC236}">
                  <a16:creationId xmlns:a16="http://schemas.microsoft.com/office/drawing/2014/main" id="{0743A514-C7CB-9194-6F87-0F7EB8BAB0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4759" y="3789040"/>
              <a:ext cx="468000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4203" name="Line 11">
              <a:extLst>
                <a:ext uri="{FF2B5EF4-FFF2-40B4-BE49-F238E27FC236}">
                  <a16:creationId xmlns:a16="http://schemas.microsoft.com/office/drawing/2014/main" id="{B1465893-51A1-1A97-EB03-4C4B28975D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5819" y="4089413"/>
              <a:ext cx="1587" cy="547688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pSp>
          <p:nvGrpSpPr>
            <p:cNvPr id="264204" name="Group 12">
              <a:extLst>
                <a:ext uri="{FF2B5EF4-FFF2-40B4-BE49-F238E27FC236}">
                  <a16:creationId xmlns:a16="http://schemas.microsoft.com/office/drawing/2014/main" id="{7DEEBAFD-C2C3-4900-59CF-18862016C2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64538" y="4638674"/>
              <a:ext cx="169862" cy="71438"/>
              <a:chOff x="5271" y="2914"/>
              <a:chExt cx="107" cy="45"/>
            </a:xfrm>
          </p:grpSpPr>
          <p:sp>
            <p:nvSpPr>
              <p:cNvPr id="264205" name="Line 13">
                <a:extLst>
                  <a:ext uri="{FF2B5EF4-FFF2-40B4-BE49-F238E27FC236}">
                    <a16:creationId xmlns:a16="http://schemas.microsoft.com/office/drawing/2014/main" id="{BC646E03-AD41-02DA-FB18-56005A5AC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70" y="2914"/>
                <a:ext cx="109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4206" name="Line 14">
                <a:extLst>
                  <a:ext uri="{FF2B5EF4-FFF2-40B4-BE49-F238E27FC236}">
                    <a16:creationId xmlns:a16="http://schemas.microsoft.com/office/drawing/2014/main" id="{6D01E1A0-75CD-88E1-317B-702851BCF1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92" y="2938"/>
                <a:ext cx="7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4207" name="Line 15">
                <a:extLst>
                  <a:ext uri="{FF2B5EF4-FFF2-40B4-BE49-F238E27FC236}">
                    <a16:creationId xmlns:a16="http://schemas.microsoft.com/office/drawing/2014/main" id="{D6AD68D7-80F0-561E-2C69-7E86AD5795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04" y="2960"/>
                <a:ext cx="43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graphicFrame>
          <p:nvGraphicFramePr>
            <p:cNvPr id="264208" name="Object 16">
              <a:extLst>
                <a:ext uri="{FF2B5EF4-FFF2-40B4-BE49-F238E27FC236}">
                  <a16:creationId xmlns:a16="http://schemas.microsoft.com/office/drawing/2014/main" id="{E2F441B8-5A3F-02B6-A903-B7857DD0313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154988" y="3608388"/>
            <a:ext cx="588962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" r:id="rId6" imgW="386280" imgH="201960" progId="">
                    <p:embed/>
                  </p:oleObj>
                </mc:Choice>
                <mc:Fallback>
                  <p:oleObj r:id="rId6" imgW="386280" imgH="201960" progId="">
                    <p:embed/>
                    <p:pic>
                      <p:nvPicPr>
                        <p:cNvPr id="264208" name="Object 16">
                          <a:extLst>
                            <a:ext uri="{FF2B5EF4-FFF2-40B4-BE49-F238E27FC236}">
                              <a16:creationId xmlns:a16="http://schemas.microsoft.com/office/drawing/2014/main" id="{E2F441B8-5A3F-02B6-A903-B7857DD031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54988" y="3608388"/>
                          <a:ext cx="588962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4209" name="Group 17">
              <a:extLst>
                <a:ext uri="{FF2B5EF4-FFF2-40B4-BE49-F238E27FC236}">
                  <a16:creationId xmlns:a16="http://schemas.microsoft.com/office/drawing/2014/main" id="{436A3BDA-6D88-D15A-C4DB-0913E9058A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7237" y="3509969"/>
              <a:ext cx="468313" cy="612776"/>
              <a:chOff x="4477" y="2211"/>
              <a:chExt cx="295" cy="386"/>
            </a:xfrm>
          </p:grpSpPr>
          <p:sp>
            <p:nvSpPr>
              <p:cNvPr id="264210" name="Line 18">
                <a:extLst>
                  <a:ext uri="{FF2B5EF4-FFF2-40B4-BE49-F238E27FC236}">
                    <a16:creationId xmlns:a16="http://schemas.microsoft.com/office/drawing/2014/main" id="{18F7CF1B-9CD2-B4D0-C617-8ECFBCE0B0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14" y="2211"/>
                <a:ext cx="0" cy="386"/>
              </a:xfrm>
              <a:prstGeom prst="line">
                <a:avLst/>
              </a:prstGeom>
              <a:noFill/>
              <a:ln w="5715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4211" name="Line 19">
                <a:extLst>
                  <a:ext uri="{FF2B5EF4-FFF2-40B4-BE49-F238E27FC236}">
                    <a16:creationId xmlns:a16="http://schemas.microsoft.com/office/drawing/2014/main" id="{DDEAE6E5-196C-C756-04A5-D646271CA3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7" y="2568"/>
                <a:ext cx="237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4212" name="Line 20">
                <a:extLst>
                  <a:ext uri="{FF2B5EF4-FFF2-40B4-BE49-F238E27FC236}">
                    <a16:creationId xmlns:a16="http://schemas.microsoft.com/office/drawing/2014/main" id="{AE157011-E04E-DEE3-D98A-168A1DB014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8" y="2250"/>
                <a:ext cx="225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4213" name="Line 21">
                <a:extLst>
                  <a:ext uri="{FF2B5EF4-FFF2-40B4-BE49-F238E27FC236}">
                    <a16:creationId xmlns:a16="http://schemas.microsoft.com/office/drawing/2014/main" id="{7E1B5CCE-F852-89D9-0BE1-5A030807B9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72" y="2254"/>
                <a:ext cx="0" cy="31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graphicFrame>
          <p:nvGraphicFramePr>
            <p:cNvPr id="264215" name="Object 23">
              <a:extLst>
                <a:ext uri="{FF2B5EF4-FFF2-40B4-BE49-F238E27FC236}">
                  <a16:creationId xmlns:a16="http://schemas.microsoft.com/office/drawing/2014/main" id="{9F1D3A86-475D-E702-87C6-D011725E821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800850" y="3595688"/>
            <a:ext cx="614363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" r:id="rId8" imgW="388440" imgH="201960" progId="">
                    <p:embed/>
                  </p:oleObj>
                </mc:Choice>
                <mc:Fallback>
                  <p:oleObj r:id="rId8" imgW="388440" imgH="201960" progId="">
                    <p:embed/>
                    <p:pic>
                      <p:nvPicPr>
                        <p:cNvPr id="264215" name="Object 23">
                          <a:extLst>
                            <a:ext uri="{FF2B5EF4-FFF2-40B4-BE49-F238E27FC236}">
                              <a16:creationId xmlns:a16="http://schemas.microsoft.com/office/drawing/2014/main" id="{9F1D3A86-475D-E702-87C6-D011725E82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0850" y="3595688"/>
                          <a:ext cx="614363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4217" name="Line 25">
              <a:extLst>
                <a:ext uri="{FF2B5EF4-FFF2-40B4-BE49-F238E27FC236}">
                  <a16:creationId xmlns:a16="http://schemas.microsoft.com/office/drawing/2014/main" id="{6D6C1B50-4F9B-F70C-3CB3-227E49A3D0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04062" y="2805616"/>
              <a:ext cx="0" cy="764676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4218" name="Line 26">
              <a:extLst>
                <a:ext uri="{FF2B5EF4-FFF2-40B4-BE49-F238E27FC236}">
                  <a16:creationId xmlns:a16="http://schemas.microsoft.com/office/drawing/2014/main" id="{9071C26B-A6B3-8D72-68B4-1095940F4D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04038" y="3081338"/>
              <a:ext cx="1587" cy="363537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264219" name="Object 27">
              <a:extLst>
                <a:ext uri="{FF2B5EF4-FFF2-40B4-BE49-F238E27FC236}">
                  <a16:creationId xmlns:a16="http://schemas.microsoft.com/office/drawing/2014/main" id="{B4D311C6-D809-4527-FBEC-5D3B663537B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486525" y="3019425"/>
            <a:ext cx="366713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3" r:id="rId10" imgW="278280" imgH="201960" progId="">
                    <p:embed/>
                  </p:oleObj>
                </mc:Choice>
                <mc:Fallback>
                  <p:oleObj r:id="rId10" imgW="278280" imgH="201960" progId="">
                    <p:embed/>
                    <p:pic>
                      <p:nvPicPr>
                        <p:cNvPr id="264219" name="Object 27">
                          <a:extLst>
                            <a:ext uri="{FF2B5EF4-FFF2-40B4-BE49-F238E27FC236}">
                              <a16:creationId xmlns:a16="http://schemas.microsoft.com/office/drawing/2014/main" id="{B4D311C6-D809-4527-FBEC-5D3B663537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86525" y="3019425"/>
                          <a:ext cx="366713" cy="411163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4222" name="Object 30">
              <a:extLst>
                <a:ext uri="{FF2B5EF4-FFF2-40B4-BE49-F238E27FC236}">
                  <a16:creationId xmlns:a16="http://schemas.microsoft.com/office/drawing/2014/main" id="{AB904705-0E44-00DD-9F1B-1A057223DC2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234238" y="4252913"/>
            <a:ext cx="442912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4" r:id="rId12" imgW="359280" imgH="201960" progId="">
                    <p:embed/>
                  </p:oleObj>
                </mc:Choice>
                <mc:Fallback>
                  <p:oleObj r:id="rId12" imgW="359280" imgH="201960" progId="">
                    <p:embed/>
                    <p:pic>
                      <p:nvPicPr>
                        <p:cNvPr id="264222" name="Object 30">
                          <a:extLst>
                            <a:ext uri="{FF2B5EF4-FFF2-40B4-BE49-F238E27FC236}">
                              <a16:creationId xmlns:a16="http://schemas.microsoft.com/office/drawing/2014/main" id="{AB904705-0E44-00DD-9F1B-1A057223DC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4238" y="4252913"/>
                          <a:ext cx="442912" cy="37306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4223" name="Line 31">
              <a:extLst>
                <a:ext uri="{FF2B5EF4-FFF2-40B4-BE49-F238E27FC236}">
                  <a16:creationId xmlns:a16="http://schemas.microsoft.com/office/drawing/2014/main" id="{B0ECAADF-BF42-7A7A-3420-DC199C9636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17556" y="4089400"/>
              <a:ext cx="0" cy="547688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pSp>
          <p:nvGrpSpPr>
            <p:cNvPr id="264224" name="Group 32">
              <a:extLst>
                <a:ext uri="{FF2B5EF4-FFF2-40B4-BE49-F238E27FC236}">
                  <a16:creationId xmlns:a16="http://schemas.microsoft.com/office/drawing/2014/main" id="{A80343A0-06D1-9C52-48F3-8A010ED7F2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32624" y="4636293"/>
              <a:ext cx="169863" cy="71437"/>
              <a:chOff x="4436" y="2921"/>
              <a:chExt cx="107" cy="45"/>
            </a:xfrm>
          </p:grpSpPr>
          <p:sp>
            <p:nvSpPr>
              <p:cNvPr id="264225" name="Line 33">
                <a:extLst>
                  <a:ext uri="{FF2B5EF4-FFF2-40B4-BE49-F238E27FC236}">
                    <a16:creationId xmlns:a16="http://schemas.microsoft.com/office/drawing/2014/main" id="{28C5BF53-A80B-E250-0A63-3166D086A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35" y="2921"/>
                <a:ext cx="109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4226" name="Line 34">
                <a:extLst>
                  <a:ext uri="{FF2B5EF4-FFF2-40B4-BE49-F238E27FC236}">
                    <a16:creationId xmlns:a16="http://schemas.microsoft.com/office/drawing/2014/main" id="{6E9C0084-B32B-7CF3-0F4F-CA146FE7D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57" y="2945"/>
                <a:ext cx="7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4227" name="Line 35">
                <a:extLst>
                  <a:ext uri="{FF2B5EF4-FFF2-40B4-BE49-F238E27FC236}">
                    <a16:creationId xmlns:a16="http://schemas.microsoft.com/office/drawing/2014/main" id="{BF8483CF-2378-76B1-0F4A-1958B9A1EF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9" y="2967"/>
                <a:ext cx="43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graphicFrame>
          <p:nvGraphicFramePr>
            <p:cNvPr id="264228" name="Object 36">
              <a:extLst>
                <a:ext uri="{FF2B5EF4-FFF2-40B4-BE49-F238E27FC236}">
                  <a16:creationId xmlns:a16="http://schemas.microsoft.com/office/drawing/2014/main" id="{ACC6B33E-FAEB-30DB-A3F4-AE60CE757A9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858125" y="4217988"/>
            <a:ext cx="463550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" r:id="rId14" imgW="361440" imgH="201960" progId="">
                    <p:embed/>
                  </p:oleObj>
                </mc:Choice>
                <mc:Fallback>
                  <p:oleObj r:id="rId14" imgW="361440" imgH="201960" progId="">
                    <p:embed/>
                    <p:pic>
                      <p:nvPicPr>
                        <p:cNvPr id="264228" name="Object 36">
                          <a:extLst>
                            <a:ext uri="{FF2B5EF4-FFF2-40B4-BE49-F238E27FC236}">
                              <a16:creationId xmlns:a16="http://schemas.microsoft.com/office/drawing/2014/main" id="{ACC6B33E-FAEB-30DB-A3F4-AE60CE757A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58125" y="4217988"/>
                          <a:ext cx="463550" cy="37306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4229" name="Freeform 37">
              <a:extLst>
                <a:ext uri="{FF2B5EF4-FFF2-40B4-BE49-F238E27FC236}">
                  <a16:creationId xmlns:a16="http://schemas.microsoft.com/office/drawing/2014/main" id="{07DDE784-B4B2-2895-8B2E-0D5DA6E3AD0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847013" y="3427413"/>
              <a:ext cx="914400" cy="914400"/>
            </a:xfrm>
            <a:custGeom>
              <a:avLst/>
              <a:gdLst>
                <a:gd name="G0" fmla="+- 1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T0" fmla="*/ 457200 w 914400"/>
                <a:gd name="T1" fmla="*/ 0 h 914400"/>
                <a:gd name="T2" fmla="*/ 914400 w 914400"/>
                <a:gd name="T3" fmla="*/ 457200 h 914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14400" h="914400" stroke="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lnTo>
                    <a:pt x="457200" y="457200"/>
                  </a:lnTo>
                  <a:lnTo>
                    <a:pt x="457200" y="0"/>
                  </a:lnTo>
                  <a:close/>
                </a:path>
                <a:path w="914400" h="914400" fill="none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</a:path>
              </a:pathLst>
            </a:custGeom>
            <a:noFill/>
            <a:ln w="12600" cap="flat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4230" name="Freeform 38">
              <a:extLst>
                <a:ext uri="{FF2B5EF4-FFF2-40B4-BE49-F238E27FC236}">
                  <a16:creationId xmlns:a16="http://schemas.microsoft.com/office/drawing/2014/main" id="{8C651A67-194D-D3DC-4451-6C6BC8B7FE5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845300" y="3419475"/>
              <a:ext cx="914400" cy="914400"/>
            </a:xfrm>
            <a:custGeom>
              <a:avLst/>
              <a:gdLst>
                <a:gd name="G0" fmla="+- 1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T0" fmla="*/ 457200 w 914400"/>
                <a:gd name="T1" fmla="*/ 0 h 914400"/>
                <a:gd name="T2" fmla="*/ 914400 w 914400"/>
                <a:gd name="T3" fmla="*/ 457200 h 914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14400" h="914400" stroke="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lnTo>
                    <a:pt x="457200" y="457200"/>
                  </a:lnTo>
                  <a:lnTo>
                    <a:pt x="457200" y="0"/>
                  </a:lnTo>
                  <a:close/>
                </a:path>
                <a:path w="914400" h="914400" fill="none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</a:path>
              </a:pathLst>
            </a:custGeom>
            <a:noFill/>
            <a:ln w="12600" cap="flat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4231" name="Line 39">
              <a:extLst>
                <a:ext uri="{FF2B5EF4-FFF2-40B4-BE49-F238E27FC236}">
                  <a16:creationId xmlns:a16="http://schemas.microsoft.com/office/drawing/2014/main" id="{172E597D-AF21-3BD2-F5A7-0C84C883E8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75675" y="3024188"/>
              <a:ext cx="1588" cy="363537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264232" name="Object 40">
              <a:extLst>
                <a:ext uri="{FF2B5EF4-FFF2-40B4-BE49-F238E27FC236}">
                  <a16:creationId xmlns:a16="http://schemas.microsoft.com/office/drawing/2014/main" id="{2420C31E-B62D-7B82-2245-3B631F81EB2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609013" y="3000375"/>
            <a:ext cx="390525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" r:id="rId16" imgW="280440" imgH="201960" progId="">
                    <p:embed/>
                  </p:oleObj>
                </mc:Choice>
                <mc:Fallback>
                  <p:oleObj r:id="rId16" imgW="280440" imgH="201960" progId="">
                    <p:embed/>
                    <p:pic>
                      <p:nvPicPr>
                        <p:cNvPr id="264232" name="Object 40">
                          <a:extLst>
                            <a:ext uri="{FF2B5EF4-FFF2-40B4-BE49-F238E27FC236}">
                              <a16:creationId xmlns:a16="http://schemas.microsoft.com/office/drawing/2014/main" id="{2420C31E-B62D-7B82-2245-3B631F81EB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09013" y="3000375"/>
                          <a:ext cx="390525" cy="411163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179233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7" name="Text Box 1">
            <a:extLst>
              <a:ext uri="{FF2B5EF4-FFF2-40B4-BE49-F238E27FC236}">
                <a16:creationId xmlns:a16="http://schemas.microsoft.com/office/drawing/2014/main" id="{AF2F73B3-1174-24A3-F5F1-0D2CD3299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1125"/>
            <a:ext cx="91440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tIns="91440" rIns="457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Drain-source matching principle</a:t>
            </a:r>
          </a:p>
        </p:txBody>
      </p:sp>
      <p:sp>
        <p:nvSpPr>
          <p:cNvPr id="265218" name="Text Box 2">
            <a:extLst>
              <a:ext uri="{FF2B5EF4-FFF2-40B4-BE49-F238E27FC236}">
                <a16:creationId xmlns:a16="http://schemas.microsoft.com/office/drawing/2014/main" id="{BF6A4CD4-8AF5-18C0-0CA0-8EB5E68A5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2089" y="6564314"/>
            <a:ext cx="631825" cy="29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BB343F2-84D6-40F9-8CB1-3F83F23DEF9D}" type="slidenum">
              <a:rPr kumimoji="0" lang="en-US" altLang="en-B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9</a:t>
            </a:fld>
            <a:endParaRPr kumimoji="0" lang="en-US" altLang="en-B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65244" name="Object 28">
            <a:extLst>
              <a:ext uri="{FF2B5EF4-FFF2-40B4-BE49-F238E27FC236}">
                <a16:creationId xmlns:a16="http://schemas.microsoft.com/office/drawing/2014/main" id="{BBBA1678-C588-8A98-A4D9-6B1BA0D92A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9100" y="2316164"/>
          <a:ext cx="554990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r:id="rId4" imgW="3031200" imgH="509040" progId="">
                  <p:embed/>
                </p:oleObj>
              </mc:Choice>
              <mc:Fallback>
                <p:oleObj r:id="rId4" imgW="3031200" imgH="509040" progId="">
                  <p:embed/>
                  <p:pic>
                    <p:nvPicPr>
                      <p:cNvPr id="265244" name="Object 28">
                        <a:extLst>
                          <a:ext uri="{FF2B5EF4-FFF2-40B4-BE49-F238E27FC236}">
                            <a16:creationId xmlns:a16="http://schemas.microsoft.com/office/drawing/2014/main" id="{BBBA1678-C588-8A98-A4D9-6B1BA0D92A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2316164"/>
                        <a:ext cx="5549900" cy="92233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46" name="Text Box 30">
            <a:extLst>
              <a:ext uri="{FF2B5EF4-FFF2-40B4-BE49-F238E27FC236}">
                <a16:creationId xmlns:a16="http://schemas.microsoft.com/office/drawing/2014/main" id="{1FF422CC-3DCA-C7A6-DC0A-ED6A59F3E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2739" y="896938"/>
            <a:ext cx="8970962" cy="1510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B. If the drain-source currents of two or more transistors are equal and the Transistors are matched and operating in the saturation region, then the Gate-source voltages are related by the (W/L) ratios ignoring bulk effects</a:t>
            </a:r>
          </a:p>
        </p:txBody>
      </p:sp>
      <p:sp>
        <p:nvSpPr>
          <p:cNvPr id="265257" name="Text Box 41">
            <a:extLst>
              <a:ext uri="{FF2B5EF4-FFF2-40B4-BE49-F238E27FC236}">
                <a16:creationId xmlns:a16="http://schemas.microsoft.com/office/drawing/2014/main" id="{08E82911-B291-0E4D-F039-4B9F256BE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38" y="3595688"/>
            <a:ext cx="455872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or</a:t>
            </a:r>
          </a:p>
        </p:txBody>
      </p:sp>
      <p:graphicFrame>
        <p:nvGraphicFramePr>
          <p:cNvPr id="265258" name="Object 42">
            <a:extLst>
              <a:ext uri="{FF2B5EF4-FFF2-40B4-BE49-F238E27FC236}">
                <a16:creationId xmlns:a16="http://schemas.microsoft.com/office/drawing/2014/main" id="{DAC5DAF3-6256-C7C6-A1F6-DD494F0EA5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6964" y="3659188"/>
          <a:ext cx="4052887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r:id="rId6" imgW="2190240" imgH="222840" progId="">
                  <p:embed/>
                </p:oleObj>
              </mc:Choice>
              <mc:Fallback>
                <p:oleObj r:id="rId6" imgW="2190240" imgH="222840" progId="">
                  <p:embed/>
                  <p:pic>
                    <p:nvPicPr>
                      <p:cNvPr id="265258" name="Object 42">
                        <a:extLst>
                          <a:ext uri="{FF2B5EF4-FFF2-40B4-BE49-F238E27FC236}">
                            <a16:creationId xmlns:a16="http://schemas.microsoft.com/office/drawing/2014/main" id="{DAC5DAF3-6256-C7C6-A1F6-DD494F0EA5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4" y="3659188"/>
                        <a:ext cx="4052887" cy="4365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59" name="Text Box 43">
            <a:extLst>
              <a:ext uri="{FF2B5EF4-FFF2-40B4-BE49-F238E27FC236}">
                <a16:creationId xmlns:a16="http://schemas.microsoft.com/office/drawing/2014/main" id="{BE89246E-D8B0-81EF-A095-C5040EA31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39" y="5268913"/>
            <a:ext cx="8986925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The above relationships are exact if the drain-source voltages of both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transistors are equal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47FB45-CB60-C12C-7E3F-B8311567F4DE}"/>
              </a:ext>
            </a:extLst>
          </p:cNvPr>
          <p:cNvGrpSpPr/>
          <p:nvPr/>
        </p:nvGrpSpPr>
        <p:grpSpPr>
          <a:xfrm>
            <a:off x="8010526" y="2805617"/>
            <a:ext cx="2513013" cy="1922733"/>
            <a:chOff x="6486525" y="2805616"/>
            <a:chExt cx="2513013" cy="1922733"/>
          </a:xfrm>
        </p:grpSpPr>
        <p:sp>
          <p:nvSpPr>
            <p:cNvPr id="3" name="Line 3">
              <a:extLst>
                <a:ext uri="{FF2B5EF4-FFF2-40B4-BE49-F238E27FC236}">
                  <a16:creationId xmlns:a16="http://schemas.microsoft.com/office/drawing/2014/main" id="{0B658D57-B004-4068-0041-904850573C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5026" y="2805616"/>
              <a:ext cx="0" cy="763883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FBAB3C5B-D8AF-6399-173E-221FE359C6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1800" y="3489331"/>
              <a:ext cx="428625" cy="612776"/>
              <a:chOff x="5072" y="2198"/>
              <a:chExt cx="270" cy="386"/>
            </a:xfrm>
          </p:grpSpPr>
          <p:sp>
            <p:nvSpPr>
              <p:cNvPr id="32" name="Line 5">
                <a:extLst>
                  <a:ext uri="{FF2B5EF4-FFF2-40B4-BE49-F238E27FC236}">
                    <a16:creationId xmlns:a16="http://schemas.microsoft.com/office/drawing/2014/main" id="{C8E70706-8F85-7546-65F6-BFDA8F080E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34" y="2198"/>
                <a:ext cx="0" cy="386"/>
              </a:xfrm>
              <a:prstGeom prst="line">
                <a:avLst/>
              </a:prstGeom>
              <a:noFill/>
              <a:ln w="5715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33" name="Line 6">
                <a:extLst>
                  <a:ext uri="{FF2B5EF4-FFF2-40B4-BE49-F238E27FC236}">
                    <a16:creationId xmlns:a16="http://schemas.microsoft.com/office/drawing/2014/main" id="{622AB5FE-59EB-972D-59F8-ECAC3D207A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1" y="2571"/>
                <a:ext cx="20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34" name="Line 7">
                <a:extLst>
                  <a:ext uri="{FF2B5EF4-FFF2-40B4-BE49-F238E27FC236}">
                    <a16:creationId xmlns:a16="http://schemas.microsoft.com/office/drawing/2014/main" id="{551DBB5A-02EB-64F4-F4E2-9F724DD943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5" y="2249"/>
                <a:ext cx="19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35" name="Line 8">
                <a:extLst>
                  <a:ext uri="{FF2B5EF4-FFF2-40B4-BE49-F238E27FC236}">
                    <a16:creationId xmlns:a16="http://schemas.microsoft.com/office/drawing/2014/main" id="{8E55A2BC-6BC5-03AD-A655-4D808FDF63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72" y="2253"/>
                <a:ext cx="0" cy="31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sp>
          <p:nvSpPr>
            <p:cNvPr id="5" name="Line 10">
              <a:extLst>
                <a:ext uri="{FF2B5EF4-FFF2-40B4-BE49-F238E27FC236}">
                  <a16:creationId xmlns:a16="http://schemas.microsoft.com/office/drawing/2014/main" id="{B120CDA4-6592-BDFD-FE5F-57E3106435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4759" y="3789040"/>
              <a:ext cx="468000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6" name="Line 11">
              <a:extLst>
                <a:ext uri="{FF2B5EF4-FFF2-40B4-BE49-F238E27FC236}">
                  <a16:creationId xmlns:a16="http://schemas.microsoft.com/office/drawing/2014/main" id="{D5B75FF7-27C2-7975-35ED-9D21A7C733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5819" y="4089413"/>
              <a:ext cx="1587" cy="547688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3A6701CD-7C7F-C3A2-B062-B284DDC9A4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64538" y="4638674"/>
              <a:ext cx="169862" cy="71438"/>
              <a:chOff x="5271" y="2914"/>
              <a:chExt cx="107" cy="45"/>
            </a:xfrm>
          </p:grpSpPr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A24AB917-19B4-10D2-E083-493DEB475A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70" y="2914"/>
                <a:ext cx="109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30" name="Line 14">
                <a:extLst>
                  <a:ext uri="{FF2B5EF4-FFF2-40B4-BE49-F238E27FC236}">
                    <a16:creationId xmlns:a16="http://schemas.microsoft.com/office/drawing/2014/main" id="{3A5F0B9A-84AF-FC67-542D-C3F6FD9504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92" y="2938"/>
                <a:ext cx="7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31" name="Line 15">
                <a:extLst>
                  <a:ext uri="{FF2B5EF4-FFF2-40B4-BE49-F238E27FC236}">
                    <a16:creationId xmlns:a16="http://schemas.microsoft.com/office/drawing/2014/main" id="{42E36E30-6B22-D545-1358-949E86DC7A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04" y="2960"/>
                <a:ext cx="43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graphicFrame>
          <p:nvGraphicFramePr>
            <p:cNvPr id="8" name="Object 16">
              <a:extLst>
                <a:ext uri="{FF2B5EF4-FFF2-40B4-BE49-F238E27FC236}">
                  <a16:creationId xmlns:a16="http://schemas.microsoft.com/office/drawing/2014/main" id="{6528A303-8AB9-5EB1-EC0B-74BF0408A1D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154988" y="3608388"/>
            <a:ext cx="588962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" r:id="rId8" imgW="386280" imgH="201960" progId="">
                    <p:embed/>
                  </p:oleObj>
                </mc:Choice>
                <mc:Fallback>
                  <p:oleObj r:id="rId8" imgW="386280" imgH="201960" progId="">
                    <p:embed/>
                    <p:pic>
                      <p:nvPicPr>
                        <p:cNvPr id="8" name="Object 16">
                          <a:extLst>
                            <a:ext uri="{FF2B5EF4-FFF2-40B4-BE49-F238E27FC236}">
                              <a16:creationId xmlns:a16="http://schemas.microsoft.com/office/drawing/2014/main" id="{6528A303-8AB9-5EB1-EC0B-74BF0408A1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54988" y="3608388"/>
                          <a:ext cx="588962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" name="Group 17">
              <a:extLst>
                <a:ext uri="{FF2B5EF4-FFF2-40B4-BE49-F238E27FC236}">
                  <a16:creationId xmlns:a16="http://schemas.microsoft.com/office/drawing/2014/main" id="{193F9D65-19A6-FC9D-BEFF-D3EE4D8AB6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7237" y="3509969"/>
              <a:ext cx="468313" cy="612776"/>
              <a:chOff x="4477" y="2211"/>
              <a:chExt cx="295" cy="386"/>
            </a:xfrm>
          </p:grpSpPr>
          <p:sp>
            <p:nvSpPr>
              <p:cNvPr id="25" name="Line 18">
                <a:extLst>
                  <a:ext uri="{FF2B5EF4-FFF2-40B4-BE49-F238E27FC236}">
                    <a16:creationId xmlns:a16="http://schemas.microsoft.com/office/drawing/2014/main" id="{D60527B0-E430-5CC8-F67F-DBED6E46D0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14" y="2211"/>
                <a:ext cx="0" cy="386"/>
              </a:xfrm>
              <a:prstGeom prst="line">
                <a:avLst/>
              </a:prstGeom>
              <a:noFill/>
              <a:ln w="5715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" name="Line 19">
                <a:extLst>
                  <a:ext uri="{FF2B5EF4-FFF2-40B4-BE49-F238E27FC236}">
                    <a16:creationId xmlns:a16="http://schemas.microsoft.com/office/drawing/2014/main" id="{A65E29E9-97E1-38BA-7A97-9512983B82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7" y="2568"/>
                <a:ext cx="237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7" name="Line 20">
                <a:extLst>
                  <a:ext uri="{FF2B5EF4-FFF2-40B4-BE49-F238E27FC236}">
                    <a16:creationId xmlns:a16="http://schemas.microsoft.com/office/drawing/2014/main" id="{C24F06F5-6BCA-6A4C-5FD3-B9771787F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8" y="2250"/>
                <a:ext cx="225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8" name="Line 21">
                <a:extLst>
                  <a:ext uri="{FF2B5EF4-FFF2-40B4-BE49-F238E27FC236}">
                    <a16:creationId xmlns:a16="http://schemas.microsoft.com/office/drawing/2014/main" id="{B219C832-9291-D1BD-43D6-D9CC2AEEE6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72" y="2254"/>
                <a:ext cx="0" cy="31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graphicFrame>
          <p:nvGraphicFramePr>
            <p:cNvPr id="10" name="Object 23">
              <a:extLst>
                <a:ext uri="{FF2B5EF4-FFF2-40B4-BE49-F238E27FC236}">
                  <a16:creationId xmlns:a16="http://schemas.microsoft.com/office/drawing/2014/main" id="{A65D5F7A-EF18-1DE2-924F-ED821DFF9C3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800850" y="3595688"/>
            <a:ext cx="614363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9" r:id="rId10" imgW="388440" imgH="201960" progId="">
                    <p:embed/>
                  </p:oleObj>
                </mc:Choice>
                <mc:Fallback>
                  <p:oleObj r:id="rId10" imgW="388440" imgH="201960" progId="">
                    <p:embed/>
                    <p:pic>
                      <p:nvPicPr>
                        <p:cNvPr id="10" name="Object 23">
                          <a:extLst>
                            <a:ext uri="{FF2B5EF4-FFF2-40B4-BE49-F238E27FC236}">
                              <a16:creationId xmlns:a16="http://schemas.microsoft.com/office/drawing/2014/main" id="{A65D5F7A-EF18-1DE2-924F-ED821DFF9C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0850" y="3595688"/>
                          <a:ext cx="614363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25">
              <a:extLst>
                <a:ext uri="{FF2B5EF4-FFF2-40B4-BE49-F238E27FC236}">
                  <a16:creationId xmlns:a16="http://schemas.microsoft.com/office/drawing/2014/main" id="{30347F7D-81E7-1517-F5C4-E3E1E0E74E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04062" y="2805616"/>
              <a:ext cx="0" cy="764676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12" name="Line 26">
              <a:extLst>
                <a:ext uri="{FF2B5EF4-FFF2-40B4-BE49-F238E27FC236}">
                  <a16:creationId xmlns:a16="http://schemas.microsoft.com/office/drawing/2014/main" id="{B945874E-0067-D9D7-B8AC-42CDD25C40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04038" y="3081338"/>
              <a:ext cx="1587" cy="363537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13" name="Object 27">
              <a:extLst>
                <a:ext uri="{FF2B5EF4-FFF2-40B4-BE49-F238E27FC236}">
                  <a16:creationId xmlns:a16="http://schemas.microsoft.com/office/drawing/2014/main" id="{89EAE104-5676-CC60-3679-40E71413E59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486525" y="3019425"/>
            <a:ext cx="366713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0" r:id="rId12" imgW="278280" imgH="201960" progId="">
                    <p:embed/>
                  </p:oleObj>
                </mc:Choice>
                <mc:Fallback>
                  <p:oleObj r:id="rId12" imgW="278280" imgH="201960" progId="">
                    <p:embed/>
                    <p:pic>
                      <p:nvPicPr>
                        <p:cNvPr id="13" name="Object 27">
                          <a:extLst>
                            <a:ext uri="{FF2B5EF4-FFF2-40B4-BE49-F238E27FC236}">
                              <a16:creationId xmlns:a16="http://schemas.microsoft.com/office/drawing/2014/main" id="{89EAE104-5676-CC60-3679-40E71413E5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86525" y="3019425"/>
                          <a:ext cx="366713" cy="411163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30">
              <a:extLst>
                <a:ext uri="{FF2B5EF4-FFF2-40B4-BE49-F238E27FC236}">
                  <a16:creationId xmlns:a16="http://schemas.microsoft.com/office/drawing/2014/main" id="{FC0DD5C8-BECE-6844-CE89-7E9900F1C3A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234238" y="4252913"/>
            <a:ext cx="442912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1" r:id="rId14" imgW="359280" imgH="201960" progId="">
                    <p:embed/>
                  </p:oleObj>
                </mc:Choice>
                <mc:Fallback>
                  <p:oleObj r:id="rId14" imgW="359280" imgH="201960" progId="">
                    <p:embed/>
                    <p:pic>
                      <p:nvPicPr>
                        <p:cNvPr id="14" name="Object 30">
                          <a:extLst>
                            <a:ext uri="{FF2B5EF4-FFF2-40B4-BE49-F238E27FC236}">
                              <a16:creationId xmlns:a16="http://schemas.microsoft.com/office/drawing/2014/main" id="{FC0DD5C8-BECE-6844-CE89-7E9900F1C3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4238" y="4252913"/>
                          <a:ext cx="442912" cy="37306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Line 31">
              <a:extLst>
                <a:ext uri="{FF2B5EF4-FFF2-40B4-BE49-F238E27FC236}">
                  <a16:creationId xmlns:a16="http://schemas.microsoft.com/office/drawing/2014/main" id="{8786E996-AC38-AE53-D842-287A6885D0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17556" y="4089400"/>
              <a:ext cx="0" cy="547688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pSp>
          <p:nvGrpSpPr>
            <p:cNvPr id="16" name="Group 32">
              <a:extLst>
                <a:ext uri="{FF2B5EF4-FFF2-40B4-BE49-F238E27FC236}">
                  <a16:creationId xmlns:a16="http://schemas.microsoft.com/office/drawing/2014/main" id="{2E1AB7AC-435F-8476-DF6D-DFA0FE15FC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31036" y="4636275"/>
              <a:ext cx="173038" cy="92074"/>
              <a:chOff x="4435" y="2921"/>
              <a:chExt cx="109" cy="58"/>
            </a:xfrm>
          </p:grpSpPr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4CC2BA1D-89C3-CA6F-AF01-459A627060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35" y="2921"/>
                <a:ext cx="109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36736CF9-F7AB-FB1B-BC87-2F44BD9860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57" y="2953"/>
                <a:ext cx="7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837132CA-186A-B6B0-47B8-B9F518395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9" y="2979"/>
                <a:ext cx="43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graphicFrame>
          <p:nvGraphicFramePr>
            <p:cNvPr id="17" name="Object 36">
              <a:extLst>
                <a:ext uri="{FF2B5EF4-FFF2-40B4-BE49-F238E27FC236}">
                  <a16:creationId xmlns:a16="http://schemas.microsoft.com/office/drawing/2014/main" id="{2535D268-F1A5-81F3-D228-49C849A18ED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858125" y="4217988"/>
            <a:ext cx="463550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2" r:id="rId16" imgW="361440" imgH="201960" progId="">
                    <p:embed/>
                  </p:oleObj>
                </mc:Choice>
                <mc:Fallback>
                  <p:oleObj r:id="rId16" imgW="361440" imgH="201960" progId="">
                    <p:embed/>
                    <p:pic>
                      <p:nvPicPr>
                        <p:cNvPr id="17" name="Object 36">
                          <a:extLst>
                            <a:ext uri="{FF2B5EF4-FFF2-40B4-BE49-F238E27FC236}">
                              <a16:creationId xmlns:a16="http://schemas.microsoft.com/office/drawing/2014/main" id="{2535D268-F1A5-81F3-D228-49C849A18E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58125" y="4217988"/>
                          <a:ext cx="463550" cy="37306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00099E0E-6A97-E6D7-B341-E586E239679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847013" y="3427413"/>
              <a:ext cx="914400" cy="914400"/>
            </a:xfrm>
            <a:custGeom>
              <a:avLst/>
              <a:gdLst>
                <a:gd name="G0" fmla="+- 1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T0" fmla="*/ 457200 w 914400"/>
                <a:gd name="T1" fmla="*/ 0 h 914400"/>
                <a:gd name="T2" fmla="*/ 914400 w 914400"/>
                <a:gd name="T3" fmla="*/ 457200 h 914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14400" h="914400" stroke="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lnTo>
                    <a:pt x="457200" y="457200"/>
                  </a:lnTo>
                  <a:lnTo>
                    <a:pt x="457200" y="0"/>
                  </a:lnTo>
                  <a:close/>
                </a:path>
                <a:path w="914400" h="914400" fill="none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</a:path>
              </a:pathLst>
            </a:custGeom>
            <a:noFill/>
            <a:ln w="12600" cap="flat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19" name="Freeform 38">
              <a:extLst>
                <a:ext uri="{FF2B5EF4-FFF2-40B4-BE49-F238E27FC236}">
                  <a16:creationId xmlns:a16="http://schemas.microsoft.com/office/drawing/2014/main" id="{166B0B79-6B44-919B-11B4-13ACA0A3153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845300" y="3419475"/>
              <a:ext cx="914400" cy="914400"/>
            </a:xfrm>
            <a:custGeom>
              <a:avLst/>
              <a:gdLst>
                <a:gd name="G0" fmla="+- 1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T0" fmla="*/ 457200 w 914400"/>
                <a:gd name="T1" fmla="*/ 0 h 914400"/>
                <a:gd name="T2" fmla="*/ 914400 w 914400"/>
                <a:gd name="T3" fmla="*/ 457200 h 914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14400" h="914400" stroke="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lnTo>
                    <a:pt x="457200" y="457200"/>
                  </a:lnTo>
                  <a:lnTo>
                    <a:pt x="457200" y="0"/>
                  </a:lnTo>
                  <a:close/>
                </a:path>
                <a:path w="914400" h="914400" fill="none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</a:path>
              </a:pathLst>
            </a:custGeom>
            <a:noFill/>
            <a:ln w="12600" cap="flat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0" name="Line 39">
              <a:extLst>
                <a:ext uri="{FF2B5EF4-FFF2-40B4-BE49-F238E27FC236}">
                  <a16:creationId xmlns:a16="http://schemas.microsoft.com/office/drawing/2014/main" id="{AA30703D-F7CE-9EFB-EF78-0D6691676D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75675" y="3024188"/>
              <a:ext cx="1588" cy="363537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21" name="Object 40">
              <a:extLst>
                <a:ext uri="{FF2B5EF4-FFF2-40B4-BE49-F238E27FC236}">
                  <a16:creationId xmlns:a16="http://schemas.microsoft.com/office/drawing/2014/main" id="{CE2C190A-0806-AC7E-2AC3-BB34BF01938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609013" y="3000375"/>
            <a:ext cx="390525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3" r:id="rId18" imgW="280440" imgH="201960" progId="">
                    <p:embed/>
                  </p:oleObj>
                </mc:Choice>
                <mc:Fallback>
                  <p:oleObj r:id="rId18" imgW="280440" imgH="201960" progId="">
                    <p:embed/>
                    <p:pic>
                      <p:nvPicPr>
                        <p:cNvPr id="21" name="Object 40">
                          <a:extLst>
                            <a:ext uri="{FF2B5EF4-FFF2-40B4-BE49-F238E27FC236}">
                              <a16:creationId xmlns:a16="http://schemas.microsoft.com/office/drawing/2014/main" id="{CE2C190A-0806-AC7E-2AC3-BB34BF0193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09013" y="3000375"/>
                          <a:ext cx="390525" cy="411163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780716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1" name="Text Box 1">
            <a:extLst>
              <a:ext uri="{FF2B5EF4-FFF2-40B4-BE49-F238E27FC236}">
                <a16:creationId xmlns:a16="http://schemas.microsoft.com/office/drawing/2014/main" id="{13D3FAC4-D558-5E02-2CF3-745B35335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1125"/>
            <a:ext cx="91440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tIns="91440" rIns="457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Effects of mismatch</a:t>
            </a:r>
          </a:p>
        </p:txBody>
      </p:sp>
      <p:sp>
        <p:nvSpPr>
          <p:cNvPr id="266242" name="Text Box 2">
            <a:extLst>
              <a:ext uri="{FF2B5EF4-FFF2-40B4-BE49-F238E27FC236}">
                <a16:creationId xmlns:a16="http://schemas.microsoft.com/office/drawing/2014/main" id="{8DB77C97-5C98-2332-0FCB-FC60FEAC3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2089" y="6564314"/>
            <a:ext cx="631825" cy="29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199E465-0752-4E58-8726-468CF7B1509A}" type="slidenum">
              <a:rPr kumimoji="0" lang="en-US" altLang="en-B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</a:t>
            </a:fld>
            <a:endParaRPr kumimoji="0" lang="en-US" altLang="en-B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66268" name="Object 28">
            <a:extLst>
              <a:ext uri="{FF2B5EF4-FFF2-40B4-BE49-F238E27FC236}">
                <a16:creationId xmlns:a16="http://schemas.microsoft.com/office/drawing/2014/main" id="{3F4AC434-41D6-4EE0-93D4-A0B1A750E9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7689" y="1012825"/>
          <a:ext cx="2847975" cy="266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r:id="rId4" imgW="1636560" imgH="1495080" progId="">
                  <p:embed/>
                </p:oleObj>
              </mc:Choice>
              <mc:Fallback>
                <p:oleObj r:id="rId4" imgW="1636560" imgH="1495080" progId="">
                  <p:embed/>
                  <p:pic>
                    <p:nvPicPr>
                      <p:cNvPr id="266268" name="Object 28">
                        <a:extLst>
                          <a:ext uri="{FF2B5EF4-FFF2-40B4-BE49-F238E27FC236}">
                            <a16:creationId xmlns:a16="http://schemas.microsoft.com/office/drawing/2014/main" id="{3F4AC434-41D6-4EE0-93D4-A0B1A750E9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689" y="1012825"/>
                        <a:ext cx="2847975" cy="26685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0" name="Object 40">
            <a:extLst>
              <a:ext uri="{FF2B5EF4-FFF2-40B4-BE49-F238E27FC236}">
                <a16:creationId xmlns:a16="http://schemas.microsoft.com/office/drawing/2014/main" id="{DB7C776F-0FFA-B993-E8DC-88EC85F55E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7689" y="3790950"/>
          <a:ext cx="4321175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r:id="rId6" imgW="2593800" imgH="485640" progId="">
                  <p:embed/>
                </p:oleObj>
              </mc:Choice>
              <mc:Fallback>
                <p:oleObj r:id="rId6" imgW="2593800" imgH="485640" progId="">
                  <p:embed/>
                  <p:pic>
                    <p:nvPicPr>
                      <p:cNvPr id="266280" name="Object 40">
                        <a:extLst>
                          <a:ext uri="{FF2B5EF4-FFF2-40B4-BE49-F238E27FC236}">
                            <a16:creationId xmlns:a16="http://schemas.microsoft.com/office/drawing/2014/main" id="{DB7C776F-0FFA-B993-E8DC-88EC85F55E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689" y="3790950"/>
                        <a:ext cx="4321175" cy="92233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1" name="Object 41">
            <a:extLst>
              <a:ext uri="{FF2B5EF4-FFF2-40B4-BE49-F238E27FC236}">
                <a16:creationId xmlns:a16="http://schemas.microsoft.com/office/drawing/2014/main" id="{3029F686-7EA0-7B73-8903-83171E1C61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0550" y="4945063"/>
          <a:ext cx="3068638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r:id="rId8" imgW="1672560" imgH="447120" progId="">
                  <p:embed/>
                </p:oleObj>
              </mc:Choice>
              <mc:Fallback>
                <p:oleObj r:id="rId8" imgW="1672560" imgH="447120" progId="">
                  <p:embed/>
                  <p:pic>
                    <p:nvPicPr>
                      <p:cNvPr id="266281" name="Object 41">
                        <a:extLst>
                          <a:ext uri="{FF2B5EF4-FFF2-40B4-BE49-F238E27FC236}">
                            <a16:creationId xmlns:a16="http://schemas.microsoft.com/office/drawing/2014/main" id="{3029F686-7EA0-7B73-8903-83171E1C61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550" y="4945063"/>
                        <a:ext cx="3068638" cy="87471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2" name="Object 42">
            <a:extLst>
              <a:ext uri="{FF2B5EF4-FFF2-40B4-BE49-F238E27FC236}">
                <a16:creationId xmlns:a16="http://schemas.microsoft.com/office/drawing/2014/main" id="{E1B208D6-CF72-BE1E-94B1-AA3A89D602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4189" y="4713288"/>
          <a:ext cx="4467225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r:id="rId10" imgW="2449440" imgH="860040" progId="">
                  <p:embed/>
                </p:oleObj>
              </mc:Choice>
              <mc:Fallback>
                <p:oleObj r:id="rId10" imgW="2449440" imgH="860040" progId="">
                  <p:embed/>
                  <p:pic>
                    <p:nvPicPr>
                      <p:cNvPr id="266282" name="Object 42">
                        <a:extLst>
                          <a:ext uri="{FF2B5EF4-FFF2-40B4-BE49-F238E27FC236}">
                            <a16:creationId xmlns:a16="http://schemas.microsoft.com/office/drawing/2014/main" id="{E1B208D6-CF72-BE1E-94B1-AA3A89D602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4189" y="4713288"/>
                        <a:ext cx="4467225" cy="17018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3" name="Text Box 43">
            <a:extLst>
              <a:ext uri="{FF2B5EF4-FFF2-40B4-BE49-F238E27FC236}">
                <a16:creationId xmlns:a16="http://schemas.microsoft.com/office/drawing/2014/main" id="{8C1CC716-8601-7EAA-330E-E2469112B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5" y="6249988"/>
            <a:ext cx="425159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15% if the errors are correlated!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5E6A865-47C7-88BD-B0B9-FA1027309266}"/>
              </a:ext>
            </a:extLst>
          </p:cNvPr>
          <p:cNvGrpSpPr/>
          <p:nvPr/>
        </p:nvGrpSpPr>
        <p:grpSpPr>
          <a:xfrm>
            <a:off x="7882964" y="1124745"/>
            <a:ext cx="2513013" cy="1922733"/>
            <a:chOff x="6486525" y="2805616"/>
            <a:chExt cx="2513013" cy="1922733"/>
          </a:xfrm>
        </p:grpSpPr>
        <p:sp>
          <p:nvSpPr>
            <p:cNvPr id="3" name="Line 3">
              <a:extLst>
                <a:ext uri="{FF2B5EF4-FFF2-40B4-BE49-F238E27FC236}">
                  <a16:creationId xmlns:a16="http://schemas.microsoft.com/office/drawing/2014/main" id="{21E23108-FAFD-6D07-142B-A4F125D854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5026" y="2805616"/>
              <a:ext cx="0" cy="763883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8DB132C-E73B-8A04-6531-DD59E4B88B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1800" y="3489331"/>
              <a:ext cx="428625" cy="612776"/>
              <a:chOff x="5072" y="2198"/>
              <a:chExt cx="270" cy="386"/>
            </a:xfrm>
          </p:grpSpPr>
          <p:sp>
            <p:nvSpPr>
              <p:cNvPr id="32" name="Line 5">
                <a:extLst>
                  <a:ext uri="{FF2B5EF4-FFF2-40B4-BE49-F238E27FC236}">
                    <a16:creationId xmlns:a16="http://schemas.microsoft.com/office/drawing/2014/main" id="{97F60E3F-D9C6-91F8-C7EE-4DB787F031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34" y="2198"/>
                <a:ext cx="0" cy="386"/>
              </a:xfrm>
              <a:prstGeom prst="line">
                <a:avLst/>
              </a:prstGeom>
              <a:noFill/>
              <a:ln w="5715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33" name="Line 6">
                <a:extLst>
                  <a:ext uri="{FF2B5EF4-FFF2-40B4-BE49-F238E27FC236}">
                    <a16:creationId xmlns:a16="http://schemas.microsoft.com/office/drawing/2014/main" id="{1CC70AC7-1289-1203-EB79-B47E57BB71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1" y="2571"/>
                <a:ext cx="20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34" name="Line 7">
                <a:extLst>
                  <a:ext uri="{FF2B5EF4-FFF2-40B4-BE49-F238E27FC236}">
                    <a16:creationId xmlns:a16="http://schemas.microsoft.com/office/drawing/2014/main" id="{E20AE299-D5F1-1D84-12A8-ACA24B5F01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5" y="2249"/>
                <a:ext cx="19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35" name="Line 8">
                <a:extLst>
                  <a:ext uri="{FF2B5EF4-FFF2-40B4-BE49-F238E27FC236}">
                    <a16:creationId xmlns:a16="http://schemas.microsoft.com/office/drawing/2014/main" id="{03C22A05-1085-86BC-4AA6-806EBE054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72" y="2253"/>
                <a:ext cx="0" cy="31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sp>
          <p:nvSpPr>
            <p:cNvPr id="5" name="Line 10">
              <a:extLst>
                <a:ext uri="{FF2B5EF4-FFF2-40B4-BE49-F238E27FC236}">
                  <a16:creationId xmlns:a16="http://schemas.microsoft.com/office/drawing/2014/main" id="{6A458AE2-3204-F2FB-A337-3B4AFA727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4759" y="3789040"/>
              <a:ext cx="468000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6" name="Line 11">
              <a:extLst>
                <a:ext uri="{FF2B5EF4-FFF2-40B4-BE49-F238E27FC236}">
                  <a16:creationId xmlns:a16="http://schemas.microsoft.com/office/drawing/2014/main" id="{881CA456-D3E9-27EC-8D39-A27D1BB8AE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5819" y="4089413"/>
              <a:ext cx="1587" cy="547688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1176E7D1-1D2B-1DFB-245A-61E001F81E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64538" y="4638674"/>
              <a:ext cx="169862" cy="71438"/>
              <a:chOff x="5271" y="2914"/>
              <a:chExt cx="107" cy="45"/>
            </a:xfrm>
          </p:grpSpPr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833E5331-862A-4980-61FA-B2C9B6D522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70" y="2914"/>
                <a:ext cx="109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30" name="Line 14">
                <a:extLst>
                  <a:ext uri="{FF2B5EF4-FFF2-40B4-BE49-F238E27FC236}">
                    <a16:creationId xmlns:a16="http://schemas.microsoft.com/office/drawing/2014/main" id="{D889ACA4-8C7A-257C-3F74-A439E8DB9C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92" y="2938"/>
                <a:ext cx="7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31" name="Line 15">
                <a:extLst>
                  <a:ext uri="{FF2B5EF4-FFF2-40B4-BE49-F238E27FC236}">
                    <a16:creationId xmlns:a16="http://schemas.microsoft.com/office/drawing/2014/main" id="{C4EEDF87-3964-20F8-E922-E392CF0F0A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04" y="2960"/>
                <a:ext cx="43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graphicFrame>
          <p:nvGraphicFramePr>
            <p:cNvPr id="8" name="Object 16">
              <a:extLst>
                <a:ext uri="{FF2B5EF4-FFF2-40B4-BE49-F238E27FC236}">
                  <a16:creationId xmlns:a16="http://schemas.microsoft.com/office/drawing/2014/main" id="{99465855-F66B-A66C-CCAD-8F91FC8BB5C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154988" y="3608388"/>
            <a:ext cx="588962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r:id="rId12" imgW="386280" imgH="201960" progId="">
                    <p:embed/>
                  </p:oleObj>
                </mc:Choice>
                <mc:Fallback>
                  <p:oleObj r:id="rId12" imgW="386280" imgH="201960" progId="">
                    <p:embed/>
                    <p:pic>
                      <p:nvPicPr>
                        <p:cNvPr id="8" name="Object 16">
                          <a:extLst>
                            <a:ext uri="{FF2B5EF4-FFF2-40B4-BE49-F238E27FC236}">
                              <a16:creationId xmlns:a16="http://schemas.microsoft.com/office/drawing/2014/main" id="{99465855-F66B-A66C-CCAD-8F91FC8BB5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54988" y="3608388"/>
                          <a:ext cx="588962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" name="Group 17">
              <a:extLst>
                <a:ext uri="{FF2B5EF4-FFF2-40B4-BE49-F238E27FC236}">
                  <a16:creationId xmlns:a16="http://schemas.microsoft.com/office/drawing/2014/main" id="{90045989-885C-3261-1550-0BBCDC7656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7237" y="3509969"/>
              <a:ext cx="468313" cy="612776"/>
              <a:chOff x="4477" y="2211"/>
              <a:chExt cx="295" cy="386"/>
            </a:xfrm>
          </p:grpSpPr>
          <p:sp>
            <p:nvSpPr>
              <p:cNvPr id="25" name="Line 18">
                <a:extLst>
                  <a:ext uri="{FF2B5EF4-FFF2-40B4-BE49-F238E27FC236}">
                    <a16:creationId xmlns:a16="http://schemas.microsoft.com/office/drawing/2014/main" id="{446D7729-89C7-E04B-F147-3937E9907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14" y="2211"/>
                <a:ext cx="0" cy="386"/>
              </a:xfrm>
              <a:prstGeom prst="line">
                <a:avLst/>
              </a:prstGeom>
              <a:noFill/>
              <a:ln w="5715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" name="Line 19">
                <a:extLst>
                  <a:ext uri="{FF2B5EF4-FFF2-40B4-BE49-F238E27FC236}">
                    <a16:creationId xmlns:a16="http://schemas.microsoft.com/office/drawing/2014/main" id="{990198C7-B8EE-B372-E9BC-E8AC82BF01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7" y="2568"/>
                <a:ext cx="237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7" name="Line 20">
                <a:extLst>
                  <a:ext uri="{FF2B5EF4-FFF2-40B4-BE49-F238E27FC236}">
                    <a16:creationId xmlns:a16="http://schemas.microsoft.com/office/drawing/2014/main" id="{2CAD6E9A-0198-7F23-A2C2-D1486051F4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8" y="2250"/>
                <a:ext cx="225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8" name="Line 21">
                <a:extLst>
                  <a:ext uri="{FF2B5EF4-FFF2-40B4-BE49-F238E27FC236}">
                    <a16:creationId xmlns:a16="http://schemas.microsoft.com/office/drawing/2014/main" id="{6C06EAD3-1026-F968-B11C-27A44FD8D1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72" y="2254"/>
                <a:ext cx="0" cy="31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graphicFrame>
          <p:nvGraphicFramePr>
            <p:cNvPr id="10" name="Object 23">
              <a:extLst>
                <a:ext uri="{FF2B5EF4-FFF2-40B4-BE49-F238E27FC236}">
                  <a16:creationId xmlns:a16="http://schemas.microsoft.com/office/drawing/2014/main" id="{9A97DADA-8DD2-3AE7-C6A8-C43BD248C9B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800850" y="3595688"/>
            <a:ext cx="614363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r:id="rId14" imgW="388440" imgH="201960" progId="">
                    <p:embed/>
                  </p:oleObj>
                </mc:Choice>
                <mc:Fallback>
                  <p:oleObj r:id="rId14" imgW="388440" imgH="201960" progId="">
                    <p:embed/>
                    <p:pic>
                      <p:nvPicPr>
                        <p:cNvPr id="10" name="Object 23">
                          <a:extLst>
                            <a:ext uri="{FF2B5EF4-FFF2-40B4-BE49-F238E27FC236}">
                              <a16:creationId xmlns:a16="http://schemas.microsoft.com/office/drawing/2014/main" id="{9A97DADA-8DD2-3AE7-C6A8-C43BD248C9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0850" y="3595688"/>
                          <a:ext cx="614363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25">
              <a:extLst>
                <a:ext uri="{FF2B5EF4-FFF2-40B4-BE49-F238E27FC236}">
                  <a16:creationId xmlns:a16="http://schemas.microsoft.com/office/drawing/2014/main" id="{1A0887C0-6ACB-B109-75B6-07CD30ED8A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04062" y="2805616"/>
              <a:ext cx="0" cy="764676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12" name="Line 26">
              <a:extLst>
                <a:ext uri="{FF2B5EF4-FFF2-40B4-BE49-F238E27FC236}">
                  <a16:creationId xmlns:a16="http://schemas.microsoft.com/office/drawing/2014/main" id="{23EF3AF8-7CFA-AD18-B28C-6DCC80C288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04038" y="3081338"/>
              <a:ext cx="1587" cy="363537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13" name="Object 27">
              <a:extLst>
                <a:ext uri="{FF2B5EF4-FFF2-40B4-BE49-F238E27FC236}">
                  <a16:creationId xmlns:a16="http://schemas.microsoft.com/office/drawing/2014/main" id="{2BED6C79-3D17-75AD-5254-90CCE272381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486525" y="3019425"/>
            <a:ext cx="366713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r:id="rId16" imgW="278280" imgH="201960" progId="">
                    <p:embed/>
                  </p:oleObj>
                </mc:Choice>
                <mc:Fallback>
                  <p:oleObj r:id="rId16" imgW="278280" imgH="201960" progId="">
                    <p:embed/>
                    <p:pic>
                      <p:nvPicPr>
                        <p:cNvPr id="13" name="Object 27">
                          <a:extLst>
                            <a:ext uri="{FF2B5EF4-FFF2-40B4-BE49-F238E27FC236}">
                              <a16:creationId xmlns:a16="http://schemas.microsoft.com/office/drawing/2014/main" id="{2BED6C79-3D17-75AD-5254-90CCE27238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86525" y="3019425"/>
                          <a:ext cx="366713" cy="411163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30">
              <a:extLst>
                <a:ext uri="{FF2B5EF4-FFF2-40B4-BE49-F238E27FC236}">
                  <a16:creationId xmlns:a16="http://schemas.microsoft.com/office/drawing/2014/main" id="{9676248D-119D-8C58-541C-853F0824BE1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234238" y="4252913"/>
            <a:ext cx="442912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r:id="rId18" imgW="359280" imgH="201960" progId="">
                    <p:embed/>
                  </p:oleObj>
                </mc:Choice>
                <mc:Fallback>
                  <p:oleObj r:id="rId18" imgW="359280" imgH="201960" progId="">
                    <p:embed/>
                    <p:pic>
                      <p:nvPicPr>
                        <p:cNvPr id="14" name="Object 30">
                          <a:extLst>
                            <a:ext uri="{FF2B5EF4-FFF2-40B4-BE49-F238E27FC236}">
                              <a16:creationId xmlns:a16="http://schemas.microsoft.com/office/drawing/2014/main" id="{9676248D-119D-8C58-541C-853F0824BE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4238" y="4252913"/>
                          <a:ext cx="442912" cy="37306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Line 31">
              <a:extLst>
                <a:ext uri="{FF2B5EF4-FFF2-40B4-BE49-F238E27FC236}">
                  <a16:creationId xmlns:a16="http://schemas.microsoft.com/office/drawing/2014/main" id="{EF4B8E7F-6D4E-3FAE-E155-321E4FC72E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17556" y="4089400"/>
              <a:ext cx="0" cy="547688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pSp>
          <p:nvGrpSpPr>
            <p:cNvPr id="16" name="Group 32">
              <a:extLst>
                <a:ext uri="{FF2B5EF4-FFF2-40B4-BE49-F238E27FC236}">
                  <a16:creationId xmlns:a16="http://schemas.microsoft.com/office/drawing/2014/main" id="{1E6365BF-CF37-9222-BE19-D343BD95F0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31036" y="4636275"/>
              <a:ext cx="173038" cy="92074"/>
              <a:chOff x="4435" y="2921"/>
              <a:chExt cx="109" cy="58"/>
            </a:xfrm>
          </p:grpSpPr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DC4595F4-2C07-63DB-F226-364B3877A3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35" y="2921"/>
                <a:ext cx="109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246CF690-886A-5EA1-2904-90FAEE219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57" y="2953"/>
                <a:ext cx="7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7E1BE844-298B-58D9-1B2A-0EBE29E2A7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9" y="2979"/>
                <a:ext cx="43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graphicFrame>
          <p:nvGraphicFramePr>
            <p:cNvPr id="17" name="Object 36">
              <a:extLst>
                <a:ext uri="{FF2B5EF4-FFF2-40B4-BE49-F238E27FC236}">
                  <a16:creationId xmlns:a16="http://schemas.microsoft.com/office/drawing/2014/main" id="{E684A700-4EA2-8685-5EFD-D764B5B7EAB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858125" y="4217988"/>
            <a:ext cx="463550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r:id="rId20" imgW="361440" imgH="201960" progId="">
                    <p:embed/>
                  </p:oleObj>
                </mc:Choice>
                <mc:Fallback>
                  <p:oleObj r:id="rId20" imgW="361440" imgH="201960" progId="">
                    <p:embed/>
                    <p:pic>
                      <p:nvPicPr>
                        <p:cNvPr id="17" name="Object 36">
                          <a:extLst>
                            <a:ext uri="{FF2B5EF4-FFF2-40B4-BE49-F238E27FC236}">
                              <a16:creationId xmlns:a16="http://schemas.microsoft.com/office/drawing/2014/main" id="{E684A700-4EA2-8685-5EFD-D764B5B7EAB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58125" y="4217988"/>
                          <a:ext cx="463550" cy="37306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90EAA014-15DA-5A3D-DCB1-0521F4098B7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847013" y="3427413"/>
              <a:ext cx="914400" cy="914400"/>
            </a:xfrm>
            <a:custGeom>
              <a:avLst/>
              <a:gdLst>
                <a:gd name="G0" fmla="+- 1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T0" fmla="*/ 457200 w 914400"/>
                <a:gd name="T1" fmla="*/ 0 h 914400"/>
                <a:gd name="T2" fmla="*/ 914400 w 914400"/>
                <a:gd name="T3" fmla="*/ 457200 h 914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14400" h="914400" stroke="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lnTo>
                    <a:pt x="457200" y="457200"/>
                  </a:lnTo>
                  <a:lnTo>
                    <a:pt x="457200" y="0"/>
                  </a:lnTo>
                  <a:close/>
                </a:path>
                <a:path w="914400" h="914400" fill="none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</a:path>
              </a:pathLst>
            </a:custGeom>
            <a:noFill/>
            <a:ln w="12600" cap="flat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19" name="Freeform 38">
              <a:extLst>
                <a:ext uri="{FF2B5EF4-FFF2-40B4-BE49-F238E27FC236}">
                  <a16:creationId xmlns:a16="http://schemas.microsoft.com/office/drawing/2014/main" id="{6FD93FDA-E58D-1508-482C-7C9FCD58BF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845300" y="3419475"/>
              <a:ext cx="914400" cy="914400"/>
            </a:xfrm>
            <a:custGeom>
              <a:avLst/>
              <a:gdLst>
                <a:gd name="G0" fmla="+- 1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T0" fmla="*/ 457200 w 914400"/>
                <a:gd name="T1" fmla="*/ 0 h 914400"/>
                <a:gd name="T2" fmla="*/ 914400 w 914400"/>
                <a:gd name="T3" fmla="*/ 457200 h 914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14400" h="914400" stroke="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lnTo>
                    <a:pt x="457200" y="457200"/>
                  </a:lnTo>
                  <a:lnTo>
                    <a:pt x="457200" y="0"/>
                  </a:lnTo>
                  <a:close/>
                </a:path>
                <a:path w="914400" h="914400" fill="none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</a:path>
              </a:pathLst>
            </a:custGeom>
            <a:noFill/>
            <a:ln w="12600" cap="flat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0" name="Line 39">
              <a:extLst>
                <a:ext uri="{FF2B5EF4-FFF2-40B4-BE49-F238E27FC236}">
                  <a16:creationId xmlns:a16="http://schemas.microsoft.com/office/drawing/2014/main" id="{4B8DDE88-2B77-8448-E8C7-D66444F34F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75675" y="3024188"/>
              <a:ext cx="1588" cy="363537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21" name="Object 40">
              <a:extLst>
                <a:ext uri="{FF2B5EF4-FFF2-40B4-BE49-F238E27FC236}">
                  <a16:creationId xmlns:a16="http://schemas.microsoft.com/office/drawing/2014/main" id="{E53A5F3F-7DCD-2247-835E-822685820A3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609013" y="3000375"/>
            <a:ext cx="390525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r:id="rId22" imgW="280440" imgH="201960" progId="">
                    <p:embed/>
                  </p:oleObj>
                </mc:Choice>
                <mc:Fallback>
                  <p:oleObj r:id="rId22" imgW="280440" imgH="201960" progId="">
                    <p:embed/>
                    <p:pic>
                      <p:nvPicPr>
                        <p:cNvPr id="21" name="Object 40">
                          <a:extLst>
                            <a:ext uri="{FF2B5EF4-FFF2-40B4-BE49-F238E27FC236}">
                              <a16:creationId xmlns:a16="http://schemas.microsoft.com/office/drawing/2014/main" id="{E53A5F3F-7DCD-2247-835E-822685820A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09013" y="3000375"/>
                          <a:ext cx="390525" cy="411163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178218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7ACF321-396C-0014-90C7-6CA13FEAF5E7}"/>
              </a:ext>
            </a:extLst>
          </p:cNvPr>
          <p:cNvSpPr/>
          <p:nvPr/>
        </p:nvSpPr>
        <p:spPr bwMode="auto">
          <a:xfrm>
            <a:off x="5956302" y="884240"/>
            <a:ext cx="4543424" cy="2992435"/>
          </a:xfrm>
          <a:prstGeom prst="rect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 PL UMing HK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006641E-5F9B-80BE-C8CC-AF419CF819D8}"/>
              </a:ext>
            </a:extLst>
          </p:cNvPr>
          <p:cNvSpPr/>
          <p:nvPr/>
        </p:nvSpPr>
        <p:spPr bwMode="auto">
          <a:xfrm>
            <a:off x="3167064" y="815973"/>
            <a:ext cx="2641600" cy="3060703"/>
          </a:xfrm>
          <a:prstGeom prst="round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 PL UMing HK" charset="0"/>
            </a:endParaRPr>
          </a:p>
        </p:txBody>
      </p:sp>
      <p:sp>
        <p:nvSpPr>
          <p:cNvPr id="258049" name="Rectangle 1">
            <a:extLst>
              <a:ext uri="{FF2B5EF4-FFF2-40B4-BE49-F238E27FC236}">
                <a16:creationId xmlns:a16="http://schemas.microsoft.com/office/drawing/2014/main" id="{E8879725-351A-F5AD-26B3-ED5CD237C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1443038"/>
            <a:ext cx="642938" cy="2055812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9525" cap="flat">
            <a:solidFill>
              <a:srgbClr val="3465A4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8050" name="Text Box 2">
            <a:extLst>
              <a:ext uri="{FF2B5EF4-FFF2-40B4-BE49-F238E27FC236}">
                <a16:creationId xmlns:a16="http://schemas.microsoft.com/office/drawing/2014/main" id="{62EB41B3-C2B7-3A11-AB7D-62107C67B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1125"/>
            <a:ext cx="91440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tIns="91440" rIns="457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Current sinks (NMOS) and sources (PMOS)</a:t>
            </a:r>
          </a:p>
        </p:txBody>
      </p:sp>
      <p:sp>
        <p:nvSpPr>
          <p:cNvPr id="258051" name="Text Box 3">
            <a:extLst>
              <a:ext uri="{FF2B5EF4-FFF2-40B4-BE49-F238E27FC236}">
                <a16:creationId xmlns:a16="http://schemas.microsoft.com/office/drawing/2014/main" id="{9243A2D5-AF69-D99C-A553-7EE769C24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2089" y="6564314"/>
            <a:ext cx="631825" cy="29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B7A0E8E-030B-4803-B5AD-FAEBCF4F580E}" type="slidenum">
              <a:rPr kumimoji="0" lang="en-US" altLang="en-B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11</a:t>
            </a:fld>
            <a:endParaRPr kumimoji="0" lang="en-US" altLang="en-B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58052" name="Group 4">
            <a:extLst>
              <a:ext uri="{FF2B5EF4-FFF2-40B4-BE49-F238E27FC236}">
                <a16:creationId xmlns:a16="http://schemas.microsoft.com/office/drawing/2014/main" id="{2D7C890B-B5A1-8B6D-197B-46B395C06444}"/>
              </a:ext>
            </a:extLst>
          </p:cNvPr>
          <p:cNvGrpSpPr>
            <a:grpSpLocks/>
          </p:cNvGrpSpPr>
          <p:nvPr/>
        </p:nvGrpSpPr>
        <p:grpSpPr bwMode="auto">
          <a:xfrm>
            <a:off x="4905376" y="1685930"/>
            <a:ext cx="434975" cy="647701"/>
            <a:chOff x="2130" y="1062"/>
            <a:chExt cx="274" cy="408"/>
          </a:xfrm>
        </p:grpSpPr>
        <p:sp>
          <p:nvSpPr>
            <p:cNvPr id="258053" name="Line 5">
              <a:extLst>
                <a:ext uri="{FF2B5EF4-FFF2-40B4-BE49-F238E27FC236}">
                  <a16:creationId xmlns:a16="http://schemas.microsoft.com/office/drawing/2014/main" id="{46A6C833-EDF6-2229-C896-EA0A63704A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5" y="1062"/>
              <a:ext cx="0" cy="408"/>
            </a:xfrm>
            <a:prstGeom prst="line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8054" name="Line 6">
              <a:extLst>
                <a:ext uri="{FF2B5EF4-FFF2-40B4-BE49-F238E27FC236}">
                  <a16:creationId xmlns:a16="http://schemas.microsoft.com/office/drawing/2014/main" id="{52A68255-D31F-2016-D61B-10FD0D41A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3" y="1428"/>
              <a:ext cx="20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8055" name="Line 7">
              <a:extLst>
                <a:ext uri="{FF2B5EF4-FFF2-40B4-BE49-F238E27FC236}">
                  <a16:creationId xmlns:a16="http://schemas.microsoft.com/office/drawing/2014/main" id="{B867173C-B19E-0820-D99E-D338CD895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3" y="1110"/>
              <a:ext cx="19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8056" name="Line 8">
              <a:extLst>
                <a:ext uri="{FF2B5EF4-FFF2-40B4-BE49-F238E27FC236}">
                  <a16:creationId xmlns:a16="http://schemas.microsoft.com/office/drawing/2014/main" id="{1C895D7F-573D-3F7E-0D66-DF8B4BC04E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0" y="1114"/>
              <a:ext cx="0" cy="31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sp>
        <p:nvSpPr>
          <p:cNvPr id="258057" name="Line 9">
            <a:extLst>
              <a:ext uri="{FF2B5EF4-FFF2-40B4-BE49-F238E27FC236}">
                <a16:creationId xmlns:a16="http://schemas.microsoft.com/office/drawing/2014/main" id="{481C10AE-D3CF-2ED5-DD19-FE7A3ACB20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41938" y="1214443"/>
            <a:ext cx="0" cy="547687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58059" name="Object 11">
            <a:extLst>
              <a:ext uri="{FF2B5EF4-FFF2-40B4-BE49-F238E27FC236}">
                <a16:creationId xmlns:a16="http://schemas.microsoft.com/office/drawing/2014/main" id="{F4EAC279-1956-A314-30ED-E5C40048D7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59288" y="815976"/>
          <a:ext cx="4302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r:id="rId5" imgW="360360" imgH="201960" progId="">
                  <p:embed/>
                </p:oleObj>
              </mc:Choice>
              <mc:Fallback>
                <p:oleObj r:id="rId5" imgW="360360" imgH="201960" progId="">
                  <p:embed/>
                  <p:pic>
                    <p:nvPicPr>
                      <p:cNvPr id="258059" name="Object 11">
                        <a:extLst>
                          <a:ext uri="{FF2B5EF4-FFF2-40B4-BE49-F238E27FC236}">
                            <a16:creationId xmlns:a16="http://schemas.microsoft.com/office/drawing/2014/main" id="{F4EAC279-1956-A314-30ED-E5C40048D7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288" y="815976"/>
                        <a:ext cx="430212" cy="3603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0" name="Object 12">
            <a:extLst>
              <a:ext uri="{FF2B5EF4-FFF2-40B4-BE49-F238E27FC236}">
                <a16:creationId xmlns:a16="http://schemas.microsoft.com/office/drawing/2014/main" id="{9C11A4F9-E821-4CF4-0BFD-D4AA82E201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4289" y="1795463"/>
          <a:ext cx="4921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r:id="rId7" imgW="311400" imgH="201960" progId="">
                  <p:embed/>
                </p:oleObj>
              </mc:Choice>
              <mc:Fallback>
                <p:oleObj r:id="rId7" imgW="311400" imgH="201960" progId="">
                  <p:embed/>
                  <p:pic>
                    <p:nvPicPr>
                      <p:cNvPr id="258060" name="Object 12">
                        <a:extLst>
                          <a:ext uri="{FF2B5EF4-FFF2-40B4-BE49-F238E27FC236}">
                            <a16:creationId xmlns:a16="http://schemas.microsoft.com/office/drawing/2014/main" id="{9C11A4F9-E821-4CF4-0BFD-D4AA82E201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4289" y="1795463"/>
                        <a:ext cx="492125" cy="4111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8061" name="Group 13">
            <a:extLst>
              <a:ext uri="{FF2B5EF4-FFF2-40B4-BE49-F238E27FC236}">
                <a16:creationId xmlns:a16="http://schemas.microsoft.com/office/drawing/2014/main" id="{52B356BD-AE60-DB5A-B9C6-04DFADC927C5}"/>
              </a:ext>
            </a:extLst>
          </p:cNvPr>
          <p:cNvGrpSpPr>
            <a:grpSpLocks/>
          </p:cNvGrpSpPr>
          <p:nvPr/>
        </p:nvGrpSpPr>
        <p:grpSpPr bwMode="auto">
          <a:xfrm>
            <a:off x="4948239" y="2578106"/>
            <a:ext cx="403225" cy="647701"/>
            <a:chOff x="2157" y="1624"/>
            <a:chExt cx="254" cy="408"/>
          </a:xfrm>
        </p:grpSpPr>
        <p:sp>
          <p:nvSpPr>
            <p:cNvPr id="258062" name="Line 14">
              <a:extLst>
                <a:ext uri="{FF2B5EF4-FFF2-40B4-BE49-F238E27FC236}">
                  <a16:creationId xmlns:a16="http://schemas.microsoft.com/office/drawing/2014/main" id="{15AE6B37-348E-8807-401A-7E77B2991B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8" y="1624"/>
              <a:ext cx="0" cy="408"/>
            </a:xfrm>
            <a:prstGeom prst="line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8063" name="Line 15">
              <a:extLst>
                <a:ext uri="{FF2B5EF4-FFF2-40B4-BE49-F238E27FC236}">
                  <a16:creationId xmlns:a16="http://schemas.microsoft.com/office/drawing/2014/main" id="{0D71DEA7-8B1C-4F66-8EB5-E23F7CAC22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0" y="1998"/>
              <a:ext cx="20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8064" name="Line 16">
              <a:extLst>
                <a:ext uri="{FF2B5EF4-FFF2-40B4-BE49-F238E27FC236}">
                  <a16:creationId xmlns:a16="http://schemas.microsoft.com/office/drawing/2014/main" id="{661B34A5-8A08-B3BD-6233-6BD7CAAF70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5" y="1680"/>
              <a:ext cx="19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8065" name="Line 17">
              <a:extLst>
                <a:ext uri="{FF2B5EF4-FFF2-40B4-BE49-F238E27FC236}">
                  <a16:creationId xmlns:a16="http://schemas.microsoft.com/office/drawing/2014/main" id="{5D79BB02-8CEE-C494-17C4-7BEEBB11E5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57" y="1684"/>
              <a:ext cx="0" cy="31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sp>
        <p:nvSpPr>
          <p:cNvPr id="258066" name="Line 18">
            <a:extLst>
              <a:ext uri="{FF2B5EF4-FFF2-40B4-BE49-F238E27FC236}">
                <a16:creationId xmlns:a16="http://schemas.microsoft.com/office/drawing/2014/main" id="{C62F9E1E-AD91-F949-5683-D4937EB67C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42731" y="2269336"/>
            <a:ext cx="0" cy="396000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8067" name="Line 19">
            <a:extLst>
              <a:ext uri="{FF2B5EF4-FFF2-40B4-BE49-F238E27FC236}">
                <a16:creationId xmlns:a16="http://schemas.microsoft.com/office/drawing/2014/main" id="{7827CE75-1F25-99B1-E69E-A30B8B69CA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75189" y="2462218"/>
            <a:ext cx="663576" cy="0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8068" name="Line 20">
            <a:extLst>
              <a:ext uri="{FF2B5EF4-FFF2-40B4-BE49-F238E27FC236}">
                <a16:creationId xmlns:a16="http://schemas.microsoft.com/office/drawing/2014/main" id="{67DEF76B-6EF0-149D-F214-18000678E8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75189" y="2006601"/>
            <a:ext cx="225428" cy="0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8070" name="Line 22">
            <a:extLst>
              <a:ext uri="{FF2B5EF4-FFF2-40B4-BE49-F238E27FC236}">
                <a16:creationId xmlns:a16="http://schemas.microsoft.com/office/drawing/2014/main" id="{70615025-5C30-9B88-F8E4-52C2B817AA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6132" y="3184367"/>
            <a:ext cx="1588" cy="547687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8071" name="Line 23">
            <a:extLst>
              <a:ext uri="{FF2B5EF4-FFF2-40B4-BE49-F238E27FC236}">
                <a16:creationId xmlns:a16="http://schemas.microsoft.com/office/drawing/2014/main" id="{0757B0D9-925D-751C-1D77-2475FFF921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5188" y="2014539"/>
            <a:ext cx="0" cy="890587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pSp>
        <p:nvGrpSpPr>
          <p:cNvPr id="258072" name="Group 24">
            <a:extLst>
              <a:ext uri="{FF2B5EF4-FFF2-40B4-BE49-F238E27FC236}">
                <a16:creationId xmlns:a16="http://schemas.microsoft.com/office/drawing/2014/main" id="{15AEB622-D199-1186-78A6-B0C9CFD54283}"/>
              </a:ext>
            </a:extLst>
          </p:cNvPr>
          <p:cNvGrpSpPr>
            <a:grpSpLocks/>
          </p:cNvGrpSpPr>
          <p:nvPr/>
        </p:nvGrpSpPr>
        <p:grpSpPr bwMode="auto">
          <a:xfrm>
            <a:off x="5243141" y="3744911"/>
            <a:ext cx="169862" cy="71438"/>
            <a:chOff x="2351" y="2346"/>
            <a:chExt cx="107" cy="45"/>
          </a:xfrm>
        </p:grpSpPr>
        <p:sp>
          <p:nvSpPr>
            <p:cNvPr id="258073" name="Line 25">
              <a:extLst>
                <a:ext uri="{FF2B5EF4-FFF2-40B4-BE49-F238E27FC236}">
                  <a16:creationId xmlns:a16="http://schemas.microsoft.com/office/drawing/2014/main" id="{011CE3F4-9F29-B8C9-6AC5-6C77DDA16F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0" y="2346"/>
              <a:ext cx="109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8074" name="Line 26">
              <a:extLst>
                <a:ext uri="{FF2B5EF4-FFF2-40B4-BE49-F238E27FC236}">
                  <a16:creationId xmlns:a16="http://schemas.microsoft.com/office/drawing/2014/main" id="{3D92334B-C6E5-B597-AB28-5857A6337F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2" y="2370"/>
              <a:ext cx="7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8075" name="Line 27">
              <a:extLst>
                <a:ext uri="{FF2B5EF4-FFF2-40B4-BE49-F238E27FC236}">
                  <a16:creationId xmlns:a16="http://schemas.microsoft.com/office/drawing/2014/main" id="{7ADAAE74-9F09-5F3E-151A-98182D30C4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4" y="2392"/>
              <a:ext cx="43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graphicFrame>
        <p:nvGraphicFramePr>
          <p:cNvPr id="258076" name="Object 28">
            <a:extLst>
              <a:ext uri="{FF2B5EF4-FFF2-40B4-BE49-F238E27FC236}">
                <a16:creationId xmlns:a16="http://schemas.microsoft.com/office/drawing/2014/main" id="{84620B87-21B7-CA84-9706-0B8610125F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3013" y="2706689"/>
          <a:ext cx="58896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r:id="rId9" imgW="386280" imgH="201960" progId="">
                  <p:embed/>
                </p:oleObj>
              </mc:Choice>
              <mc:Fallback>
                <p:oleObj r:id="rId9" imgW="386280" imgH="201960" progId="">
                  <p:embed/>
                  <p:pic>
                    <p:nvPicPr>
                      <p:cNvPr id="258076" name="Object 28">
                        <a:extLst>
                          <a:ext uri="{FF2B5EF4-FFF2-40B4-BE49-F238E27FC236}">
                            <a16:creationId xmlns:a16="http://schemas.microsoft.com/office/drawing/2014/main" id="{84620B87-21B7-CA84-9706-0B8610125F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3013" y="2706689"/>
                        <a:ext cx="588962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8077" name="Group 29">
            <a:extLst>
              <a:ext uri="{FF2B5EF4-FFF2-40B4-BE49-F238E27FC236}">
                <a16:creationId xmlns:a16="http://schemas.microsoft.com/office/drawing/2014/main" id="{5A05F804-7907-48F8-06A8-4A24164279C8}"/>
              </a:ext>
            </a:extLst>
          </p:cNvPr>
          <p:cNvGrpSpPr>
            <a:grpSpLocks/>
          </p:cNvGrpSpPr>
          <p:nvPr/>
        </p:nvGrpSpPr>
        <p:grpSpPr bwMode="auto">
          <a:xfrm>
            <a:off x="4003736" y="2592393"/>
            <a:ext cx="463560" cy="647701"/>
            <a:chOff x="1562" y="1633"/>
            <a:chExt cx="292" cy="408"/>
          </a:xfrm>
        </p:grpSpPr>
        <p:sp>
          <p:nvSpPr>
            <p:cNvPr id="258078" name="Line 30">
              <a:extLst>
                <a:ext uri="{FF2B5EF4-FFF2-40B4-BE49-F238E27FC236}">
                  <a16:creationId xmlns:a16="http://schemas.microsoft.com/office/drawing/2014/main" id="{C915E5A3-9325-5F45-1C5F-721A745A97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4" y="1633"/>
              <a:ext cx="0" cy="408"/>
            </a:xfrm>
            <a:prstGeom prst="line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8079" name="Line 31">
              <a:extLst>
                <a:ext uri="{FF2B5EF4-FFF2-40B4-BE49-F238E27FC236}">
                  <a16:creationId xmlns:a16="http://schemas.microsoft.com/office/drawing/2014/main" id="{D53355E1-5FFE-D9CE-943B-8F164BC23C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2" y="2003"/>
              <a:ext cx="238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8080" name="Line 32">
              <a:extLst>
                <a:ext uri="{FF2B5EF4-FFF2-40B4-BE49-F238E27FC236}">
                  <a16:creationId xmlns:a16="http://schemas.microsoft.com/office/drawing/2014/main" id="{80F3A2A2-250B-74F5-BF6C-DBE159270C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2" y="1685"/>
              <a:ext cx="226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8081" name="Line 33">
              <a:extLst>
                <a:ext uri="{FF2B5EF4-FFF2-40B4-BE49-F238E27FC236}">
                  <a16:creationId xmlns:a16="http://schemas.microsoft.com/office/drawing/2014/main" id="{991E451B-BF9E-317A-92E7-F416696775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4" y="1689"/>
              <a:ext cx="0" cy="31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sp>
        <p:nvSpPr>
          <p:cNvPr id="258082" name="Line 34">
            <a:extLst>
              <a:ext uri="{FF2B5EF4-FFF2-40B4-BE49-F238E27FC236}">
                <a16:creationId xmlns:a16="http://schemas.microsoft.com/office/drawing/2014/main" id="{D6AE1CAD-175C-1F98-7FCF-9A714102A3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68809" y="2903220"/>
            <a:ext cx="472761" cy="0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58083" name="Object 35">
            <a:extLst>
              <a:ext uri="{FF2B5EF4-FFF2-40B4-BE49-F238E27FC236}">
                <a16:creationId xmlns:a16="http://schemas.microsoft.com/office/drawing/2014/main" id="{CDEAC261-CC17-83E0-0FFC-60EFC404714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45769" y="4005263"/>
          <a:ext cx="3979863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r:id="rId11" imgW="2079360" imgH="426240" progId="">
                  <p:embed/>
                </p:oleObj>
              </mc:Choice>
              <mc:Fallback>
                <p:oleObj r:id="rId11" imgW="2079360" imgH="426240" progId="">
                  <p:embed/>
                  <p:pic>
                    <p:nvPicPr>
                      <p:cNvPr id="258083" name="Object 35">
                        <a:extLst>
                          <a:ext uri="{FF2B5EF4-FFF2-40B4-BE49-F238E27FC236}">
                            <a16:creationId xmlns:a16="http://schemas.microsoft.com/office/drawing/2014/main" id="{CDEAC261-CC17-83E0-0FFC-60EFC40471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5769" y="4005263"/>
                        <a:ext cx="3979863" cy="82073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C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84" name="Object 36">
            <a:extLst>
              <a:ext uri="{FF2B5EF4-FFF2-40B4-BE49-F238E27FC236}">
                <a16:creationId xmlns:a16="http://schemas.microsoft.com/office/drawing/2014/main" id="{E16530E2-8D81-FD08-4F74-327C75EDC2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8876" y="2700339"/>
          <a:ext cx="6143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" r:id="rId13" imgW="388440" imgH="201960" progId="">
                  <p:embed/>
                </p:oleObj>
              </mc:Choice>
              <mc:Fallback>
                <p:oleObj r:id="rId13" imgW="388440" imgH="201960" progId="">
                  <p:embed/>
                  <p:pic>
                    <p:nvPicPr>
                      <p:cNvPr id="258084" name="Object 36">
                        <a:extLst>
                          <a:ext uri="{FF2B5EF4-FFF2-40B4-BE49-F238E27FC236}">
                            <a16:creationId xmlns:a16="http://schemas.microsoft.com/office/drawing/2014/main" id="{E16530E2-8D81-FD08-4F74-327C75EDC2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76" y="2700339"/>
                        <a:ext cx="614363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85" name="Line 37">
            <a:extLst>
              <a:ext uri="{FF2B5EF4-FFF2-40B4-BE49-F238E27FC236}">
                <a16:creationId xmlns:a16="http://schemas.microsoft.com/office/drawing/2014/main" id="{7E5D9928-16DA-D774-3ED7-98907DB79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20820" y="3190876"/>
            <a:ext cx="0" cy="519113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pSp>
        <p:nvGrpSpPr>
          <p:cNvPr id="258086" name="Group 38">
            <a:extLst>
              <a:ext uri="{FF2B5EF4-FFF2-40B4-BE49-F238E27FC236}">
                <a16:creationId xmlns:a16="http://schemas.microsoft.com/office/drawing/2014/main" id="{8B19A481-E5F8-CFB9-FA23-1B64EF575710}"/>
              </a:ext>
            </a:extLst>
          </p:cNvPr>
          <p:cNvGrpSpPr>
            <a:grpSpLocks/>
          </p:cNvGrpSpPr>
          <p:nvPr/>
        </p:nvGrpSpPr>
        <p:grpSpPr bwMode="auto">
          <a:xfrm>
            <a:off x="3940969" y="3709990"/>
            <a:ext cx="169862" cy="71437"/>
            <a:chOff x="1517" y="2337"/>
            <a:chExt cx="107" cy="45"/>
          </a:xfrm>
        </p:grpSpPr>
        <p:sp>
          <p:nvSpPr>
            <p:cNvPr id="258087" name="Line 39">
              <a:extLst>
                <a:ext uri="{FF2B5EF4-FFF2-40B4-BE49-F238E27FC236}">
                  <a16:creationId xmlns:a16="http://schemas.microsoft.com/office/drawing/2014/main" id="{39F12E2C-A940-3972-81AD-0ECE5A170E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6" y="2337"/>
              <a:ext cx="109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8088" name="Line 40">
              <a:extLst>
                <a:ext uri="{FF2B5EF4-FFF2-40B4-BE49-F238E27FC236}">
                  <a16:creationId xmlns:a16="http://schemas.microsoft.com/office/drawing/2014/main" id="{62DD4524-A453-A4E7-B95A-6B14D9CCE9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8" y="2361"/>
              <a:ext cx="7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8089" name="Line 41">
              <a:extLst>
                <a:ext uri="{FF2B5EF4-FFF2-40B4-BE49-F238E27FC236}">
                  <a16:creationId xmlns:a16="http://schemas.microsoft.com/office/drawing/2014/main" id="{A9EEE62A-0A67-2C5C-65A5-97A7591F7C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0" y="2383"/>
              <a:ext cx="43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sp>
        <p:nvSpPr>
          <p:cNvPr id="258090" name="Line 42">
            <a:extLst>
              <a:ext uri="{FF2B5EF4-FFF2-40B4-BE49-F238E27FC236}">
                <a16:creationId xmlns:a16="http://schemas.microsoft.com/office/drawing/2014/main" id="{2FFDBB0C-6B12-F4BA-234A-E9F119B85C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5263" y="1255713"/>
            <a:ext cx="0" cy="1404000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8091" name="Line 43">
            <a:extLst>
              <a:ext uri="{FF2B5EF4-FFF2-40B4-BE49-F238E27FC236}">
                <a16:creationId xmlns:a16="http://schemas.microsoft.com/office/drawing/2014/main" id="{11F47257-4775-49FB-FC81-57AACA7937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00475" y="2185989"/>
            <a:ext cx="0" cy="363537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58092" name="Object 44">
            <a:extLst>
              <a:ext uri="{FF2B5EF4-FFF2-40B4-BE49-F238E27FC236}">
                <a16:creationId xmlns:a16="http://schemas.microsoft.com/office/drawing/2014/main" id="{CD5BBD76-E03A-63AD-9800-2AD2D4275A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5013" y="2112964"/>
          <a:ext cx="5397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r:id="rId15" imgW="348120" imgH="201960" progId="">
                  <p:embed/>
                </p:oleObj>
              </mc:Choice>
              <mc:Fallback>
                <p:oleObj r:id="rId15" imgW="348120" imgH="201960" progId="">
                  <p:embed/>
                  <p:pic>
                    <p:nvPicPr>
                      <p:cNvPr id="258092" name="Object 44">
                        <a:extLst>
                          <a:ext uri="{FF2B5EF4-FFF2-40B4-BE49-F238E27FC236}">
                            <a16:creationId xmlns:a16="http://schemas.microsoft.com/office/drawing/2014/main" id="{CD5BBD76-E03A-63AD-9800-2AD2D4275A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013" y="2112964"/>
                        <a:ext cx="539750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93" name="Object 45">
            <a:extLst>
              <a:ext uri="{FF2B5EF4-FFF2-40B4-BE49-F238E27FC236}">
                <a16:creationId xmlns:a16="http://schemas.microsoft.com/office/drawing/2014/main" id="{DFB0AC1A-F1DD-DB78-E5C7-9AA29CBD610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30727" y="3025776"/>
          <a:ext cx="4921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r:id="rId17" imgW="354240" imgH="201960" progId="">
                  <p:embed/>
                </p:oleObj>
              </mc:Choice>
              <mc:Fallback>
                <p:oleObj r:id="rId17" imgW="354240" imgH="201960" progId="">
                  <p:embed/>
                  <p:pic>
                    <p:nvPicPr>
                      <p:cNvPr id="258093" name="Object 45">
                        <a:extLst>
                          <a:ext uri="{FF2B5EF4-FFF2-40B4-BE49-F238E27FC236}">
                            <a16:creationId xmlns:a16="http://schemas.microsoft.com/office/drawing/2014/main" id="{DFB0AC1A-F1DD-DB78-E5C7-9AA29CBD61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727" y="3025776"/>
                        <a:ext cx="492125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94" name="Object 46">
            <a:extLst>
              <a:ext uri="{FF2B5EF4-FFF2-40B4-BE49-F238E27FC236}">
                <a16:creationId xmlns:a16="http://schemas.microsoft.com/office/drawing/2014/main" id="{1563B4DB-A500-6E64-C69D-8B70E1863A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5964" y="2459039"/>
          <a:ext cx="35083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r:id="rId19" imgW="183960" imgH="169560" progId="">
                  <p:embed/>
                </p:oleObj>
              </mc:Choice>
              <mc:Fallback>
                <p:oleObj r:id="rId19" imgW="183960" imgH="169560" progId="">
                  <p:embed/>
                  <p:pic>
                    <p:nvPicPr>
                      <p:cNvPr id="258094" name="Object 46">
                        <a:extLst>
                          <a:ext uri="{FF2B5EF4-FFF2-40B4-BE49-F238E27FC236}">
                            <a16:creationId xmlns:a16="http://schemas.microsoft.com/office/drawing/2014/main" id="{1563B4DB-A500-6E64-C69D-8B70E1863A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964" y="2459039"/>
                        <a:ext cx="350837" cy="3460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95" name="Object 47">
            <a:extLst>
              <a:ext uri="{FF2B5EF4-FFF2-40B4-BE49-F238E27FC236}">
                <a16:creationId xmlns:a16="http://schemas.microsoft.com/office/drawing/2014/main" id="{B263DDAE-52A8-5C4F-B0CD-343E7B7E58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9775" y="3327401"/>
          <a:ext cx="319088" cy="18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r:id="rId21" imgW="208800" imgH="169560" progId="">
                  <p:embed/>
                </p:oleObj>
              </mc:Choice>
              <mc:Fallback>
                <p:oleObj r:id="rId21" imgW="208800" imgH="169560" progId="">
                  <p:embed/>
                  <p:pic>
                    <p:nvPicPr>
                      <p:cNvPr id="258095" name="Object 47">
                        <a:extLst>
                          <a:ext uri="{FF2B5EF4-FFF2-40B4-BE49-F238E27FC236}">
                            <a16:creationId xmlns:a16="http://schemas.microsoft.com/office/drawing/2014/main" id="{B263DDAE-52A8-5C4F-B0CD-343E7B7E58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9775" y="3327401"/>
                        <a:ext cx="319088" cy="1889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96" name="Object 48">
            <a:extLst>
              <a:ext uri="{FF2B5EF4-FFF2-40B4-BE49-F238E27FC236}">
                <a16:creationId xmlns:a16="http://schemas.microsoft.com/office/drawing/2014/main" id="{396F48EF-15C3-D04A-FC9F-A187A0F5FF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7064" y="2832101"/>
          <a:ext cx="5873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" r:id="rId23" imgW="384840" imgH="201960" progId="">
                  <p:embed/>
                </p:oleObj>
              </mc:Choice>
              <mc:Fallback>
                <p:oleObj r:id="rId23" imgW="384840" imgH="201960" progId="">
                  <p:embed/>
                  <p:pic>
                    <p:nvPicPr>
                      <p:cNvPr id="258096" name="Object 48">
                        <a:extLst>
                          <a:ext uri="{FF2B5EF4-FFF2-40B4-BE49-F238E27FC236}">
                            <a16:creationId xmlns:a16="http://schemas.microsoft.com/office/drawing/2014/main" id="{396F48EF-15C3-D04A-FC9F-A187A0F5FF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4" y="2832101"/>
                        <a:ext cx="587375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97" name="Line 49">
            <a:extLst>
              <a:ext uri="{FF2B5EF4-FFF2-40B4-BE49-F238E27FC236}">
                <a16:creationId xmlns:a16="http://schemas.microsoft.com/office/drawing/2014/main" id="{0B1FBF4B-C2F6-B829-13B8-62BBE5933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2389" y="3498850"/>
            <a:ext cx="3557587" cy="1588"/>
          </a:xfrm>
          <a:prstGeom prst="line">
            <a:avLst/>
          </a:prstGeom>
          <a:noFill/>
          <a:ln w="5715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8098" name="Line 50">
            <a:extLst>
              <a:ext uri="{FF2B5EF4-FFF2-40B4-BE49-F238E27FC236}">
                <a16:creationId xmlns:a16="http://schemas.microsoft.com/office/drawing/2014/main" id="{EB3E7FCF-7DA9-5CD9-27BD-7A20D3DDAD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1614" y="1306514"/>
            <a:ext cx="1587" cy="2287587"/>
          </a:xfrm>
          <a:prstGeom prst="line">
            <a:avLst/>
          </a:prstGeom>
          <a:noFill/>
          <a:ln w="5715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8099" name="Line 51">
            <a:extLst>
              <a:ext uri="{FF2B5EF4-FFF2-40B4-BE49-F238E27FC236}">
                <a16:creationId xmlns:a16="http://schemas.microsoft.com/office/drawing/2014/main" id="{318AA9B8-E17B-2A0A-5E33-CCA471622C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96139" y="1306514"/>
            <a:ext cx="1587" cy="2211387"/>
          </a:xfrm>
          <a:prstGeom prst="line">
            <a:avLst/>
          </a:prstGeom>
          <a:noFill/>
          <a:ln w="25560" cap="sq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8100" name="Line 52">
            <a:extLst>
              <a:ext uri="{FF2B5EF4-FFF2-40B4-BE49-F238E27FC236}">
                <a16:creationId xmlns:a16="http://schemas.microsoft.com/office/drawing/2014/main" id="{FF551059-D4BF-3513-1866-4E50D508B7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66250" y="1289050"/>
            <a:ext cx="1588" cy="2211388"/>
          </a:xfrm>
          <a:prstGeom prst="line">
            <a:avLst/>
          </a:prstGeom>
          <a:noFill/>
          <a:ln w="25560" cap="sq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8101" name="Line 53">
            <a:extLst>
              <a:ext uri="{FF2B5EF4-FFF2-40B4-BE49-F238E27FC236}">
                <a16:creationId xmlns:a16="http://schemas.microsoft.com/office/drawing/2014/main" id="{40897B51-F220-C8D3-5701-B97B241DFA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80276" y="1749425"/>
            <a:ext cx="2384425" cy="401638"/>
          </a:xfrm>
          <a:prstGeom prst="line">
            <a:avLst/>
          </a:prstGeom>
          <a:noFill/>
          <a:ln w="5715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8102" name="Freeform 54">
            <a:extLst>
              <a:ext uri="{FF2B5EF4-FFF2-40B4-BE49-F238E27FC236}">
                <a16:creationId xmlns:a16="http://schemas.microsoft.com/office/drawing/2014/main" id="{F30506AC-B70A-4D0F-ABA7-DB07DBE03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149476"/>
            <a:ext cx="730250" cy="1323975"/>
          </a:xfrm>
          <a:custGeom>
            <a:avLst/>
            <a:gdLst>
              <a:gd name="G0" fmla="+- 13359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1 0 0"/>
              <a:gd name="G16" fmla="+- 1 0 0"/>
              <a:gd name="G17" fmla="+- 1 0 0"/>
              <a:gd name="G18" fmla="+- 1 0 0"/>
              <a:gd name="G19" fmla="+- 1 0 0"/>
              <a:gd name="G20" fmla="+- 1 0 0"/>
              <a:gd name="G21" fmla="+- 1 0 0"/>
              <a:gd name="T0" fmla="*/ 0 w 730332"/>
              <a:gd name="T1" fmla="*/ 1322115 h 1324099"/>
              <a:gd name="T2" fmla="*/ 82983 w 730332"/>
              <a:gd name="T3" fmla="*/ 1055320 h 1324099"/>
              <a:gd name="T4" fmla="*/ 201512 w 730332"/>
              <a:gd name="T5" fmla="*/ 681807 h 1324099"/>
              <a:gd name="T6" fmla="*/ 302277 w 730332"/>
              <a:gd name="T7" fmla="*/ 426872 h 1324099"/>
              <a:gd name="T8" fmla="*/ 420822 w 730332"/>
              <a:gd name="T9" fmla="*/ 213436 h 1324099"/>
              <a:gd name="T10" fmla="*/ 539351 w 730332"/>
              <a:gd name="T11" fmla="*/ 88937 h 1324099"/>
              <a:gd name="T12" fmla="*/ 628256 w 730332"/>
              <a:gd name="T13" fmla="*/ 35578 h 1324099"/>
              <a:gd name="T14" fmla="*/ 729020 w 730332"/>
              <a:gd name="T15" fmla="*/ 0 h 13240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30332" h="1324099">
                <a:moveTo>
                  <a:pt x="0" y="1324099"/>
                </a:moveTo>
                <a:cubicBezTo>
                  <a:pt x="24740" y="1243940"/>
                  <a:pt x="49480" y="1163782"/>
                  <a:pt x="83127" y="1056904"/>
                </a:cubicBezTo>
                <a:cubicBezTo>
                  <a:pt x="116774" y="950026"/>
                  <a:pt x="165264" y="787730"/>
                  <a:pt x="201880" y="682831"/>
                </a:cubicBezTo>
                <a:cubicBezTo>
                  <a:pt x="238496" y="577932"/>
                  <a:pt x="266205" y="505691"/>
                  <a:pt x="302821" y="427512"/>
                </a:cubicBezTo>
                <a:cubicBezTo>
                  <a:pt x="339437" y="349333"/>
                  <a:pt x="381990" y="270164"/>
                  <a:pt x="421574" y="213756"/>
                </a:cubicBezTo>
                <a:cubicBezTo>
                  <a:pt x="461158" y="157348"/>
                  <a:pt x="505691" y="118753"/>
                  <a:pt x="540327" y="89065"/>
                </a:cubicBezTo>
                <a:cubicBezTo>
                  <a:pt x="574963" y="59377"/>
                  <a:pt x="597725" y="50470"/>
                  <a:pt x="629392" y="35626"/>
                </a:cubicBezTo>
                <a:cubicBezTo>
                  <a:pt x="661060" y="20782"/>
                  <a:pt x="695696" y="10391"/>
                  <a:pt x="730332" y="0"/>
                </a:cubicBezTo>
              </a:path>
            </a:pathLst>
          </a:custGeom>
          <a:noFill/>
          <a:ln w="5715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58103" name="Object 55">
            <a:extLst>
              <a:ext uri="{FF2B5EF4-FFF2-40B4-BE49-F238E27FC236}">
                <a16:creationId xmlns:a16="http://schemas.microsoft.com/office/drawing/2014/main" id="{E6881EF1-E0D6-ADB7-79E2-43FA8BB1FA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4851" y="3548064"/>
          <a:ext cx="900113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" r:id="rId25" imgW="818280" imgH="222840" progId="">
                  <p:embed/>
                </p:oleObj>
              </mc:Choice>
              <mc:Fallback>
                <p:oleObj r:id="rId25" imgW="818280" imgH="222840" progId="">
                  <p:embed/>
                  <p:pic>
                    <p:nvPicPr>
                      <p:cNvPr id="258103" name="Object 55">
                        <a:extLst>
                          <a:ext uri="{FF2B5EF4-FFF2-40B4-BE49-F238E27FC236}">
                            <a16:creationId xmlns:a16="http://schemas.microsoft.com/office/drawing/2014/main" id="{E6881EF1-E0D6-ADB7-79E2-43FA8BB1FA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4851" y="3548064"/>
                        <a:ext cx="900113" cy="2952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104" name="Object 56">
            <a:extLst>
              <a:ext uri="{FF2B5EF4-FFF2-40B4-BE49-F238E27FC236}">
                <a16:creationId xmlns:a16="http://schemas.microsoft.com/office/drawing/2014/main" id="{9FD17A87-5980-B1D8-0BE7-8E2520672B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69064" y="3646489"/>
          <a:ext cx="166687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r:id="rId27" imgW="169920" imgH="169560" progId="">
                  <p:embed/>
                </p:oleObj>
              </mc:Choice>
              <mc:Fallback>
                <p:oleObj r:id="rId27" imgW="169920" imgH="169560" progId="">
                  <p:embed/>
                  <p:pic>
                    <p:nvPicPr>
                      <p:cNvPr id="258104" name="Object 56">
                        <a:extLst>
                          <a:ext uri="{FF2B5EF4-FFF2-40B4-BE49-F238E27FC236}">
                            <a16:creationId xmlns:a16="http://schemas.microsoft.com/office/drawing/2014/main" id="{9FD17A87-5980-B1D8-0BE7-8E2520672B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064" y="3646489"/>
                        <a:ext cx="166687" cy="23018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105" name="Object 57">
            <a:extLst>
              <a:ext uri="{FF2B5EF4-FFF2-40B4-BE49-F238E27FC236}">
                <a16:creationId xmlns:a16="http://schemas.microsoft.com/office/drawing/2014/main" id="{BEE66F6F-C90F-FA34-B590-F95611F100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5700" y="3382964"/>
          <a:ext cx="166688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r:id="rId29" imgW="169920" imgH="169560" progId="">
                  <p:embed/>
                </p:oleObj>
              </mc:Choice>
              <mc:Fallback>
                <p:oleObj r:id="rId29" imgW="169920" imgH="169560" progId="">
                  <p:embed/>
                  <p:pic>
                    <p:nvPicPr>
                      <p:cNvPr id="258105" name="Object 57">
                        <a:extLst>
                          <a:ext uri="{FF2B5EF4-FFF2-40B4-BE49-F238E27FC236}">
                            <a16:creationId xmlns:a16="http://schemas.microsoft.com/office/drawing/2014/main" id="{BEE66F6F-C90F-FA34-B590-F95611F100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3382964"/>
                        <a:ext cx="166688" cy="23018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106" name="Object 58">
            <a:extLst>
              <a:ext uri="{FF2B5EF4-FFF2-40B4-BE49-F238E27FC236}">
                <a16:creationId xmlns:a16="http://schemas.microsoft.com/office/drawing/2014/main" id="{8F857FC2-DDB8-67E4-8A95-E0D60BC3E2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9714" y="2460626"/>
          <a:ext cx="600075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1" r:id="rId30" imgW="525960" imgH="222840" progId="">
                  <p:embed/>
                </p:oleObj>
              </mc:Choice>
              <mc:Fallback>
                <p:oleObj r:id="rId30" imgW="525960" imgH="222840" progId="">
                  <p:embed/>
                  <p:pic>
                    <p:nvPicPr>
                      <p:cNvPr id="258106" name="Object 58">
                        <a:extLst>
                          <a:ext uri="{FF2B5EF4-FFF2-40B4-BE49-F238E27FC236}">
                            <a16:creationId xmlns:a16="http://schemas.microsoft.com/office/drawing/2014/main" id="{8F857FC2-DDB8-67E4-8A95-E0D60BC3E2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9714" y="2460626"/>
                        <a:ext cx="600075" cy="2952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8107" name="AutoShape 59">
            <a:extLst>
              <a:ext uri="{FF2B5EF4-FFF2-40B4-BE49-F238E27FC236}">
                <a16:creationId xmlns:a16="http://schemas.microsoft.com/office/drawing/2014/main" id="{D208C627-EA9B-1B6D-7510-1DDB330E058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773989" y="2111375"/>
            <a:ext cx="179387" cy="280988"/>
          </a:xfrm>
          <a:prstGeom prst="straightConnector1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8108" name="AutoShape 60">
            <a:extLst>
              <a:ext uri="{FF2B5EF4-FFF2-40B4-BE49-F238E27FC236}">
                <a16:creationId xmlns:a16="http://schemas.microsoft.com/office/drawing/2014/main" id="{CD7D19C5-4423-0B63-AF03-0231667D8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9975" y="1539875"/>
            <a:ext cx="812800" cy="6032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Circuit</a:t>
            </a:r>
          </a:p>
        </p:txBody>
      </p:sp>
      <p:sp>
        <p:nvSpPr>
          <p:cNvPr id="258109" name="Line 61">
            <a:extLst>
              <a:ext uri="{FF2B5EF4-FFF2-40B4-BE49-F238E27FC236}">
                <a16:creationId xmlns:a16="http://schemas.microsoft.com/office/drawing/2014/main" id="{0282E568-CE7E-42B3-58A8-96E0F01AE2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0625" y="1225550"/>
            <a:ext cx="1773431" cy="0"/>
          </a:xfrm>
          <a:prstGeom prst="line">
            <a:avLst/>
          </a:prstGeom>
          <a:noFill/>
          <a:ln w="762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58110" name="Object 62">
            <a:extLst>
              <a:ext uri="{FF2B5EF4-FFF2-40B4-BE49-F238E27FC236}">
                <a16:creationId xmlns:a16="http://schemas.microsoft.com/office/drawing/2014/main" id="{65386B6A-7573-3193-C500-113029F323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99564" y="3554413"/>
          <a:ext cx="333375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2" r:id="rId32" imgW="360360" imgH="201960" progId="">
                  <p:embed/>
                </p:oleObj>
              </mc:Choice>
              <mc:Fallback>
                <p:oleObj r:id="rId32" imgW="360360" imgH="201960" progId="">
                  <p:embed/>
                  <p:pic>
                    <p:nvPicPr>
                      <p:cNvPr id="258110" name="Object 62">
                        <a:extLst>
                          <a:ext uri="{FF2B5EF4-FFF2-40B4-BE49-F238E27FC236}">
                            <a16:creationId xmlns:a16="http://schemas.microsoft.com/office/drawing/2014/main" id="{65386B6A-7573-3193-C500-113029F323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9564" y="3554413"/>
                        <a:ext cx="333375" cy="27781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111" name="Object 63">
            <a:extLst>
              <a:ext uri="{FF2B5EF4-FFF2-40B4-BE49-F238E27FC236}">
                <a16:creationId xmlns:a16="http://schemas.microsoft.com/office/drawing/2014/main" id="{6C028983-5557-516A-E6AC-C853871C9D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18651" y="1435101"/>
          <a:ext cx="333375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3" r:id="rId33" imgW="354240" imgH="201960" progId="">
                  <p:embed/>
                </p:oleObj>
              </mc:Choice>
              <mc:Fallback>
                <p:oleObj r:id="rId33" imgW="354240" imgH="201960" progId="">
                  <p:embed/>
                  <p:pic>
                    <p:nvPicPr>
                      <p:cNvPr id="258111" name="Object 63">
                        <a:extLst>
                          <a:ext uri="{FF2B5EF4-FFF2-40B4-BE49-F238E27FC236}">
                            <a16:creationId xmlns:a16="http://schemas.microsoft.com/office/drawing/2014/main" id="{6C028983-5557-516A-E6AC-C853871C9D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8651" y="1435101"/>
                        <a:ext cx="333375" cy="2952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112" name="Object 64">
            <a:extLst>
              <a:ext uri="{FF2B5EF4-FFF2-40B4-BE49-F238E27FC236}">
                <a16:creationId xmlns:a16="http://schemas.microsoft.com/office/drawing/2014/main" id="{AD8EED20-3D55-2098-ADDF-06561FBAAD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3451" y="1246188"/>
          <a:ext cx="4746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4" r:id="rId34" imgW="348120" imgH="201960" progId="">
                  <p:embed/>
                </p:oleObj>
              </mc:Choice>
              <mc:Fallback>
                <p:oleObj r:id="rId34" imgW="348120" imgH="201960" progId="">
                  <p:embed/>
                  <p:pic>
                    <p:nvPicPr>
                      <p:cNvPr id="258112" name="Object 64">
                        <a:extLst>
                          <a:ext uri="{FF2B5EF4-FFF2-40B4-BE49-F238E27FC236}">
                            <a16:creationId xmlns:a16="http://schemas.microsoft.com/office/drawing/2014/main" id="{AD8EED20-3D55-2098-ADDF-06561FBAAD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451" y="1246188"/>
                        <a:ext cx="474663" cy="3810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113" name="Object 65">
            <a:extLst>
              <a:ext uri="{FF2B5EF4-FFF2-40B4-BE49-F238E27FC236}">
                <a16:creationId xmlns:a16="http://schemas.microsoft.com/office/drawing/2014/main" id="{0E253675-0DCB-893B-A01C-182C87435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82201" y="3309938"/>
          <a:ext cx="5175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5" r:id="rId35" imgW="384840" imgH="201960" progId="">
                  <p:embed/>
                </p:oleObj>
              </mc:Choice>
              <mc:Fallback>
                <p:oleObj r:id="rId35" imgW="384840" imgH="201960" progId="">
                  <p:embed/>
                  <p:pic>
                    <p:nvPicPr>
                      <p:cNvPr id="258113" name="Object 65">
                        <a:extLst>
                          <a:ext uri="{FF2B5EF4-FFF2-40B4-BE49-F238E27FC236}">
                            <a16:creationId xmlns:a16="http://schemas.microsoft.com/office/drawing/2014/main" id="{0E253675-0DCB-893B-A01C-182C87435F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2201" y="3309938"/>
                        <a:ext cx="517525" cy="3810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114" name="Object 66">
            <a:extLst>
              <a:ext uri="{FF2B5EF4-FFF2-40B4-BE49-F238E27FC236}">
                <a16:creationId xmlns:a16="http://schemas.microsoft.com/office/drawing/2014/main" id="{5AF1B525-895D-7D94-C66A-2F914BCB7A2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00475" y="5576093"/>
          <a:ext cx="424973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6" r:id="rId36" imgW="2490480" imgH="201960" progId="">
                  <p:embed/>
                </p:oleObj>
              </mc:Choice>
              <mc:Fallback>
                <p:oleObj r:id="rId36" imgW="2490480" imgH="201960" progId="">
                  <p:embed/>
                  <p:pic>
                    <p:nvPicPr>
                      <p:cNvPr id="258114" name="Object 66">
                        <a:extLst>
                          <a:ext uri="{FF2B5EF4-FFF2-40B4-BE49-F238E27FC236}">
                            <a16:creationId xmlns:a16="http://schemas.microsoft.com/office/drawing/2014/main" id="{5AF1B525-895D-7D94-C66A-2F914BCB7A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475" y="5576093"/>
                        <a:ext cx="4249738" cy="45878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C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115" name="Text Box 67">
            <a:extLst>
              <a:ext uri="{FF2B5EF4-FFF2-40B4-BE49-F238E27FC236}">
                <a16:creationId xmlns:a16="http://schemas.microsoft.com/office/drawing/2014/main" id="{AB1E7CE2-91B6-4E95-4773-DFC45D29C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4750594"/>
            <a:ext cx="8928992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altLang="en-BE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out</a:t>
            </a: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is a measure of the “flatness” of the current sink/source and is independent of voltage, we desire r</a:t>
            </a:r>
            <a:r>
              <a:rPr kumimoji="0" lang="en-US" altLang="en-BE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out  </a:t>
            </a: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to be high. </a:t>
            </a:r>
          </a:p>
        </p:txBody>
      </p:sp>
      <p:sp>
        <p:nvSpPr>
          <p:cNvPr id="258116" name="Text Box 68">
            <a:extLst>
              <a:ext uri="{FF2B5EF4-FFF2-40B4-BE49-F238E27FC236}">
                <a16:creationId xmlns:a16="http://schemas.microsoft.com/office/drawing/2014/main" id="{D304D030-8AA4-22DB-B9DA-5C93F3FE1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496" y="5994400"/>
            <a:ext cx="9001000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en-BE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MIN</a:t>
            </a: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is the minimum across the sink/source for which the current is no longer constant, we desire V</a:t>
            </a:r>
            <a:r>
              <a:rPr kumimoji="0" lang="en-US" altLang="en-BE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MIN  </a:t>
            </a: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to be low.</a:t>
            </a:r>
          </a:p>
        </p:txBody>
      </p:sp>
      <p:sp>
        <p:nvSpPr>
          <p:cNvPr id="258117" name="Text Box 69">
            <a:extLst>
              <a:ext uri="{FF2B5EF4-FFF2-40B4-BE49-F238E27FC236}">
                <a16:creationId xmlns:a16="http://schemas.microsoft.com/office/drawing/2014/main" id="{71B50DA5-59C7-805D-65E7-0B018B01F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942976"/>
            <a:ext cx="1503362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“Sink”</a:t>
            </a:r>
          </a:p>
        </p:txBody>
      </p:sp>
      <p:graphicFrame>
        <p:nvGraphicFramePr>
          <p:cNvPr id="258118" name="Object 70">
            <a:extLst>
              <a:ext uri="{FF2B5EF4-FFF2-40B4-BE49-F238E27FC236}">
                <a16:creationId xmlns:a16="http://schemas.microsoft.com/office/drawing/2014/main" id="{6A537948-25A5-1F93-EF98-429C99195B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5114" y="939800"/>
          <a:ext cx="5175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7" r:id="rId38" imgW="406080" imgH="201960" progId="">
                  <p:embed/>
                </p:oleObj>
              </mc:Choice>
              <mc:Fallback>
                <p:oleObj r:id="rId38" imgW="406080" imgH="201960" progId="">
                  <p:embed/>
                  <p:pic>
                    <p:nvPicPr>
                      <p:cNvPr id="258118" name="Object 70">
                        <a:extLst>
                          <a:ext uri="{FF2B5EF4-FFF2-40B4-BE49-F238E27FC236}">
                            <a16:creationId xmlns:a16="http://schemas.microsoft.com/office/drawing/2014/main" id="{6A537948-25A5-1F93-EF98-429C99195B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5114" y="939800"/>
                        <a:ext cx="517525" cy="3810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8119" name="AutoShape 71">
            <a:extLst>
              <a:ext uri="{FF2B5EF4-FFF2-40B4-BE49-F238E27FC236}">
                <a16:creationId xmlns:a16="http://schemas.microsoft.com/office/drawing/2014/main" id="{C5FDFF00-5DCE-633A-DDD1-E2FCD003F4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77014" y="1357314"/>
            <a:ext cx="581025" cy="1587"/>
          </a:xfrm>
          <a:prstGeom prst="straightConnector1">
            <a:avLst/>
          </a:prstGeom>
          <a:noFill/>
          <a:ln w="12600" cap="sq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" name="Freeform 36">
            <a:extLst>
              <a:ext uri="{FF2B5EF4-FFF2-40B4-BE49-F238E27FC236}">
                <a16:creationId xmlns:a16="http://schemas.microsoft.com/office/drawing/2014/main" id="{DC718B8F-5A6E-BB1F-ADF9-8855B361FCCF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5292098" y="2411904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21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7" name="Freeform 36">
            <a:extLst>
              <a:ext uri="{FF2B5EF4-FFF2-40B4-BE49-F238E27FC236}">
                <a16:creationId xmlns:a16="http://schemas.microsoft.com/office/drawing/2014/main" id="{AD9395FA-3A15-08E1-7434-13D1B44CDC41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4623443" y="2409999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21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8" name="Freeform 36">
            <a:extLst>
              <a:ext uri="{FF2B5EF4-FFF2-40B4-BE49-F238E27FC236}">
                <a16:creationId xmlns:a16="http://schemas.microsoft.com/office/drawing/2014/main" id="{0C14302C-06C8-9E7A-4F8D-AB167860C615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4629158" y="2848149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21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997504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2BA4B-BFCB-D9C8-506D-2CC1A0B682CF}"/>
              </a:ext>
            </a:extLst>
          </p:cNvPr>
          <p:cNvSpPr/>
          <p:nvPr/>
        </p:nvSpPr>
        <p:spPr bwMode="auto">
          <a:xfrm>
            <a:off x="5956302" y="884240"/>
            <a:ext cx="4543424" cy="2992435"/>
          </a:xfrm>
          <a:prstGeom prst="rect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 PL UMing HK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F713AD-52AE-17D3-C3F1-55EC2553D41D}"/>
              </a:ext>
            </a:extLst>
          </p:cNvPr>
          <p:cNvSpPr/>
          <p:nvPr/>
        </p:nvSpPr>
        <p:spPr bwMode="auto">
          <a:xfrm>
            <a:off x="2928938" y="815973"/>
            <a:ext cx="2879726" cy="3060703"/>
          </a:xfrm>
          <a:prstGeom prst="round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 PL UMing HK" charset="0"/>
            </a:endParaRPr>
          </a:p>
        </p:txBody>
      </p:sp>
      <p:sp>
        <p:nvSpPr>
          <p:cNvPr id="259073" name="Rectangle 1">
            <a:extLst>
              <a:ext uri="{FF2B5EF4-FFF2-40B4-BE49-F238E27FC236}">
                <a16:creationId xmlns:a16="http://schemas.microsoft.com/office/drawing/2014/main" id="{D6F36236-F0D1-E264-9341-3B9832819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6017" y="1443038"/>
            <a:ext cx="642938" cy="2055812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9074" name="Text Box 2">
            <a:extLst>
              <a:ext uri="{FF2B5EF4-FFF2-40B4-BE49-F238E27FC236}">
                <a16:creationId xmlns:a16="http://schemas.microsoft.com/office/drawing/2014/main" id="{51D19C2C-F9B6-A912-B8BF-EA5E549B6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1125"/>
            <a:ext cx="91440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tIns="91440" rIns="457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Current sinks (NMOS) and sources (PMOS)</a:t>
            </a:r>
          </a:p>
        </p:txBody>
      </p:sp>
      <p:sp>
        <p:nvSpPr>
          <p:cNvPr id="259075" name="Text Box 3">
            <a:extLst>
              <a:ext uri="{FF2B5EF4-FFF2-40B4-BE49-F238E27FC236}">
                <a16:creationId xmlns:a16="http://schemas.microsoft.com/office/drawing/2014/main" id="{7432D97B-CDF1-406A-4F34-AA04A57EE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2089" y="6564314"/>
            <a:ext cx="631825" cy="29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911A487-B012-48EE-B0B9-9EBE31354CB2}" type="slidenum">
              <a:rPr kumimoji="0" lang="en-US" altLang="en-B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12</a:t>
            </a:fld>
            <a:endParaRPr kumimoji="0" lang="en-US" altLang="en-B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59076" name="Group 4">
            <a:extLst>
              <a:ext uri="{FF2B5EF4-FFF2-40B4-BE49-F238E27FC236}">
                <a16:creationId xmlns:a16="http://schemas.microsoft.com/office/drawing/2014/main" id="{A87C859B-76A9-3CD6-7009-D2C812DB2045}"/>
              </a:ext>
            </a:extLst>
          </p:cNvPr>
          <p:cNvGrpSpPr>
            <a:grpSpLocks/>
          </p:cNvGrpSpPr>
          <p:nvPr/>
        </p:nvGrpSpPr>
        <p:grpSpPr bwMode="auto">
          <a:xfrm>
            <a:off x="4940300" y="1708154"/>
            <a:ext cx="419100" cy="612776"/>
            <a:chOff x="2152" y="1076"/>
            <a:chExt cx="264" cy="386"/>
          </a:xfrm>
        </p:grpSpPr>
        <p:sp>
          <p:nvSpPr>
            <p:cNvPr id="259077" name="Line 5">
              <a:extLst>
                <a:ext uri="{FF2B5EF4-FFF2-40B4-BE49-F238E27FC236}">
                  <a16:creationId xmlns:a16="http://schemas.microsoft.com/office/drawing/2014/main" id="{61259A5C-58C2-EAE5-A74B-915EF8613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3" y="1076"/>
              <a:ext cx="0" cy="386"/>
            </a:xfrm>
            <a:prstGeom prst="line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9078" name="Line 6">
              <a:extLst>
                <a:ext uri="{FF2B5EF4-FFF2-40B4-BE49-F238E27FC236}">
                  <a16:creationId xmlns:a16="http://schemas.microsoft.com/office/drawing/2014/main" id="{7D4EBC60-FDA4-74D2-7EB7-DEAD8CF1A6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5" y="1428"/>
              <a:ext cx="20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9079" name="Line 7">
              <a:extLst>
                <a:ext uri="{FF2B5EF4-FFF2-40B4-BE49-F238E27FC236}">
                  <a16:creationId xmlns:a16="http://schemas.microsoft.com/office/drawing/2014/main" id="{392EECDF-6949-73CA-D3BF-0DF662086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3" y="1110"/>
              <a:ext cx="19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9080" name="Line 8">
              <a:extLst>
                <a:ext uri="{FF2B5EF4-FFF2-40B4-BE49-F238E27FC236}">
                  <a16:creationId xmlns:a16="http://schemas.microsoft.com/office/drawing/2014/main" id="{5DC5CD08-6DE5-AE48-5C03-8454D9D734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52" y="1114"/>
              <a:ext cx="0" cy="31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sp>
        <p:nvSpPr>
          <p:cNvPr id="259081" name="Line 9">
            <a:extLst>
              <a:ext uri="{FF2B5EF4-FFF2-40B4-BE49-F238E27FC236}">
                <a16:creationId xmlns:a16="http://schemas.microsoft.com/office/drawing/2014/main" id="{3CE9AF0D-68B1-95AC-9848-681B6E2B2E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41304" y="1214440"/>
            <a:ext cx="0" cy="547687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59083" name="Object 11">
            <a:extLst>
              <a:ext uri="{FF2B5EF4-FFF2-40B4-BE49-F238E27FC236}">
                <a16:creationId xmlns:a16="http://schemas.microsoft.com/office/drawing/2014/main" id="{ED62C773-84DF-BA0C-B439-F0B1A1ED62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59288" y="815976"/>
          <a:ext cx="4302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r:id="rId5" imgW="360360" imgH="201960" progId="">
                  <p:embed/>
                </p:oleObj>
              </mc:Choice>
              <mc:Fallback>
                <p:oleObj r:id="rId5" imgW="360360" imgH="201960" progId="">
                  <p:embed/>
                  <p:pic>
                    <p:nvPicPr>
                      <p:cNvPr id="259083" name="Object 11">
                        <a:extLst>
                          <a:ext uri="{FF2B5EF4-FFF2-40B4-BE49-F238E27FC236}">
                            <a16:creationId xmlns:a16="http://schemas.microsoft.com/office/drawing/2014/main" id="{ED62C773-84DF-BA0C-B439-F0B1A1ED62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288" y="815976"/>
                        <a:ext cx="430212" cy="3603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4" name="Object 12">
            <a:extLst>
              <a:ext uri="{FF2B5EF4-FFF2-40B4-BE49-F238E27FC236}">
                <a16:creationId xmlns:a16="http://schemas.microsoft.com/office/drawing/2014/main" id="{14BA597A-99D5-E73D-BA85-12C4A08CF9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7775" y="1795463"/>
          <a:ext cx="566738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" r:id="rId7" imgW="372600" imgH="201960" progId="">
                  <p:embed/>
                </p:oleObj>
              </mc:Choice>
              <mc:Fallback>
                <p:oleObj r:id="rId7" imgW="372600" imgH="201960" progId="">
                  <p:embed/>
                  <p:pic>
                    <p:nvPicPr>
                      <p:cNvPr id="259084" name="Object 12">
                        <a:extLst>
                          <a:ext uri="{FF2B5EF4-FFF2-40B4-BE49-F238E27FC236}">
                            <a16:creationId xmlns:a16="http://schemas.microsoft.com/office/drawing/2014/main" id="{14BA597A-99D5-E73D-BA85-12C4A08CF9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775" y="1795463"/>
                        <a:ext cx="566738" cy="4111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9085" name="Group 13">
            <a:extLst>
              <a:ext uri="{FF2B5EF4-FFF2-40B4-BE49-F238E27FC236}">
                <a16:creationId xmlns:a16="http://schemas.microsoft.com/office/drawing/2014/main" id="{39C2CC27-C51E-820D-9B66-E7DBDE7EA1EE}"/>
              </a:ext>
            </a:extLst>
          </p:cNvPr>
          <p:cNvGrpSpPr>
            <a:grpSpLocks/>
          </p:cNvGrpSpPr>
          <p:nvPr/>
        </p:nvGrpSpPr>
        <p:grpSpPr bwMode="auto">
          <a:xfrm>
            <a:off x="4954589" y="2600330"/>
            <a:ext cx="396875" cy="612776"/>
            <a:chOff x="2161" y="1638"/>
            <a:chExt cx="250" cy="386"/>
          </a:xfrm>
        </p:grpSpPr>
        <p:sp>
          <p:nvSpPr>
            <p:cNvPr id="259086" name="Line 14">
              <a:extLst>
                <a:ext uri="{FF2B5EF4-FFF2-40B4-BE49-F238E27FC236}">
                  <a16:creationId xmlns:a16="http://schemas.microsoft.com/office/drawing/2014/main" id="{BDA18091-FA00-5525-B4B8-45CC92F43E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8" y="1638"/>
              <a:ext cx="0" cy="386"/>
            </a:xfrm>
            <a:prstGeom prst="line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9087" name="Line 15">
              <a:extLst>
                <a:ext uri="{FF2B5EF4-FFF2-40B4-BE49-F238E27FC236}">
                  <a16:creationId xmlns:a16="http://schemas.microsoft.com/office/drawing/2014/main" id="{8556C62F-CB1E-59D3-0293-277BC691D9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0" y="1998"/>
              <a:ext cx="20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9088" name="Line 16">
              <a:extLst>
                <a:ext uri="{FF2B5EF4-FFF2-40B4-BE49-F238E27FC236}">
                  <a16:creationId xmlns:a16="http://schemas.microsoft.com/office/drawing/2014/main" id="{EC92BB55-2EF1-0B6F-DD75-94A9BA225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1680"/>
              <a:ext cx="19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9089" name="Line 17">
              <a:extLst>
                <a:ext uri="{FF2B5EF4-FFF2-40B4-BE49-F238E27FC236}">
                  <a16:creationId xmlns:a16="http://schemas.microsoft.com/office/drawing/2014/main" id="{5623B9D8-092F-15DE-CFFB-DC0F69C0BA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1" y="1684"/>
              <a:ext cx="0" cy="31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sp>
        <p:nvSpPr>
          <p:cNvPr id="259090" name="Line 18">
            <a:extLst>
              <a:ext uri="{FF2B5EF4-FFF2-40B4-BE49-F238E27FC236}">
                <a16:creationId xmlns:a16="http://schemas.microsoft.com/office/drawing/2014/main" id="{E0D00932-EC2D-193C-F7A2-EBB3292411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55432" y="2270125"/>
            <a:ext cx="1587" cy="396000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9091" name="Line 19">
            <a:extLst>
              <a:ext uri="{FF2B5EF4-FFF2-40B4-BE49-F238E27FC236}">
                <a16:creationId xmlns:a16="http://schemas.microsoft.com/office/drawing/2014/main" id="{62FCF51B-77D7-7D36-2053-2E0B05D5A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5189" y="2466975"/>
            <a:ext cx="674687" cy="0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9092" name="Line 20">
            <a:extLst>
              <a:ext uri="{FF2B5EF4-FFF2-40B4-BE49-F238E27FC236}">
                <a16:creationId xmlns:a16="http://schemas.microsoft.com/office/drawing/2014/main" id="{B0471BD2-1DE2-2144-255C-52DBEE9E36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62464" y="2003425"/>
            <a:ext cx="474663" cy="0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9093" name="Line 21">
            <a:extLst>
              <a:ext uri="{FF2B5EF4-FFF2-40B4-BE49-F238E27FC236}">
                <a16:creationId xmlns:a16="http://schemas.microsoft.com/office/drawing/2014/main" id="{AD0FED31-B607-EBA9-366A-1E7F4E01BF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75189" y="2897192"/>
            <a:ext cx="273050" cy="0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9094" name="Line 22">
            <a:extLst>
              <a:ext uri="{FF2B5EF4-FFF2-40B4-BE49-F238E27FC236}">
                <a16:creationId xmlns:a16="http://schemas.microsoft.com/office/drawing/2014/main" id="{3C62B6F9-7B47-841F-E2A3-FC133C23CB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7175" y="3180552"/>
            <a:ext cx="0" cy="547687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9095" name="Line 23">
            <a:extLst>
              <a:ext uri="{FF2B5EF4-FFF2-40B4-BE49-F238E27FC236}">
                <a16:creationId xmlns:a16="http://schemas.microsoft.com/office/drawing/2014/main" id="{DD17A8D9-C165-53B2-52C3-355A874595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75188" y="2003426"/>
            <a:ext cx="0" cy="893763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pSp>
        <p:nvGrpSpPr>
          <p:cNvPr id="259096" name="Group 24">
            <a:extLst>
              <a:ext uri="{FF2B5EF4-FFF2-40B4-BE49-F238E27FC236}">
                <a16:creationId xmlns:a16="http://schemas.microsoft.com/office/drawing/2014/main" id="{62E0F339-BABB-9119-E27F-B320A1FEC894}"/>
              </a:ext>
            </a:extLst>
          </p:cNvPr>
          <p:cNvGrpSpPr>
            <a:grpSpLocks/>
          </p:cNvGrpSpPr>
          <p:nvPr/>
        </p:nvGrpSpPr>
        <p:grpSpPr bwMode="auto">
          <a:xfrm>
            <a:off x="5245101" y="3735381"/>
            <a:ext cx="169862" cy="71438"/>
            <a:chOff x="2351" y="2346"/>
            <a:chExt cx="107" cy="45"/>
          </a:xfrm>
        </p:grpSpPr>
        <p:sp>
          <p:nvSpPr>
            <p:cNvPr id="259097" name="Line 25">
              <a:extLst>
                <a:ext uri="{FF2B5EF4-FFF2-40B4-BE49-F238E27FC236}">
                  <a16:creationId xmlns:a16="http://schemas.microsoft.com/office/drawing/2014/main" id="{493E9A09-0A30-A367-9C70-B067C0C190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0" y="2346"/>
              <a:ext cx="109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9098" name="Line 26">
              <a:extLst>
                <a:ext uri="{FF2B5EF4-FFF2-40B4-BE49-F238E27FC236}">
                  <a16:creationId xmlns:a16="http://schemas.microsoft.com/office/drawing/2014/main" id="{A2B24F67-0D46-111E-33A0-F28401AAED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2" y="2370"/>
              <a:ext cx="7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9099" name="Line 27">
              <a:extLst>
                <a:ext uri="{FF2B5EF4-FFF2-40B4-BE49-F238E27FC236}">
                  <a16:creationId xmlns:a16="http://schemas.microsoft.com/office/drawing/2014/main" id="{F09C5E50-09D8-0E13-EE5C-8128F9A71F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4" y="2392"/>
              <a:ext cx="43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graphicFrame>
        <p:nvGraphicFramePr>
          <p:cNvPr id="259100" name="Object 28">
            <a:extLst>
              <a:ext uri="{FF2B5EF4-FFF2-40B4-BE49-F238E27FC236}">
                <a16:creationId xmlns:a16="http://schemas.microsoft.com/office/drawing/2014/main" id="{B5B30E05-35DD-33A1-7F71-E6D05792A6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9525" y="2706689"/>
          <a:ext cx="5159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" r:id="rId9" imgW="325080" imgH="201960" progId="">
                  <p:embed/>
                </p:oleObj>
              </mc:Choice>
              <mc:Fallback>
                <p:oleObj r:id="rId9" imgW="325080" imgH="201960" progId="">
                  <p:embed/>
                  <p:pic>
                    <p:nvPicPr>
                      <p:cNvPr id="259100" name="Object 28">
                        <a:extLst>
                          <a:ext uri="{FF2B5EF4-FFF2-40B4-BE49-F238E27FC236}">
                            <a16:creationId xmlns:a16="http://schemas.microsoft.com/office/drawing/2014/main" id="{B5B30E05-35DD-33A1-7F71-E6D05792A6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9525" y="2706689"/>
                        <a:ext cx="515938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9101" name="Group 29">
            <a:extLst>
              <a:ext uri="{FF2B5EF4-FFF2-40B4-BE49-F238E27FC236}">
                <a16:creationId xmlns:a16="http://schemas.microsoft.com/office/drawing/2014/main" id="{9971895D-4C8F-3787-F220-EFA8B12EC3F2}"/>
              </a:ext>
            </a:extLst>
          </p:cNvPr>
          <p:cNvGrpSpPr>
            <a:grpSpLocks/>
          </p:cNvGrpSpPr>
          <p:nvPr/>
        </p:nvGrpSpPr>
        <p:grpSpPr bwMode="auto">
          <a:xfrm>
            <a:off x="4003677" y="1697041"/>
            <a:ext cx="460375" cy="612776"/>
            <a:chOff x="1562" y="1069"/>
            <a:chExt cx="290" cy="386"/>
          </a:xfrm>
        </p:grpSpPr>
        <p:sp>
          <p:nvSpPr>
            <p:cNvPr id="259102" name="Line 30">
              <a:extLst>
                <a:ext uri="{FF2B5EF4-FFF2-40B4-BE49-F238E27FC236}">
                  <a16:creationId xmlns:a16="http://schemas.microsoft.com/office/drawing/2014/main" id="{4644A10B-F91F-3311-72A9-019599EB8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0" y="1069"/>
              <a:ext cx="0" cy="386"/>
            </a:xfrm>
            <a:prstGeom prst="line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9103" name="Line 31">
              <a:extLst>
                <a:ext uri="{FF2B5EF4-FFF2-40B4-BE49-F238E27FC236}">
                  <a16:creationId xmlns:a16="http://schemas.microsoft.com/office/drawing/2014/main" id="{F0C95204-D81F-ABE3-F027-3E289206FE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62" y="1421"/>
              <a:ext cx="224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9104" name="Line 32">
              <a:extLst>
                <a:ext uri="{FF2B5EF4-FFF2-40B4-BE49-F238E27FC236}">
                  <a16:creationId xmlns:a16="http://schemas.microsoft.com/office/drawing/2014/main" id="{86C53F55-E2FD-61F8-2338-CB264CF40B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2" y="1103"/>
              <a:ext cx="226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triangle" w="lg" len="lg"/>
              <a:tailEnd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9105" name="Line 33">
              <a:extLst>
                <a:ext uri="{FF2B5EF4-FFF2-40B4-BE49-F238E27FC236}">
                  <a16:creationId xmlns:a16="http://schemas.microsoft.com/office/drawing/2014/main" id="{277E4C7B-7BCD-1474-D346-D0B69E59DD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2" y="1107"/>
              <a:ext cx="0" cy="31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graphicFrame>
        <p:nvGraphicFramePr>
          <p:cNvPr id="259106" name="Object 34">
            <a:extLst>
              <a:ext uri="{FF2B5EF4-FFF2-40B4-BE49-F238E27FC236}">
                <a16:creationId xmlns:a16="http://schemas.microsoft.com/office/drawing/2014/main" id="{9C7A1436-5616-04CE-B740-862C06714D0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47383" y="3918731"/>
          <a:ext cx="3979863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" r:id="rId11" imgW="2079360" imgH="426240" progId="">
                  <p:embed/>
                </p:oleObj>
              </mc:Choice>
              <mc:Fallback>
                <p:oleObj r:id="rId11" imgW="2079360" imgH="426240" progId="">
                  <p:embed/>
                  <p:pic>
                    <p:nvPicPr>
                      <p:cNvPr id="259106" name="Object 34">
                        <a:extLst>
                          <a:ext uri="{FF2B5EF4-FFF2-40B4-BE49-F238E27FC236}">
                            <a16:creationId xmlns:a16="http://schemas.microsoft.com/office/drawing/2014/main" id="{9C7A1436-5616-04CE-B740-862C06714D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7383" y="3918731"/>
                        <a:ext cx="3979863" cy="82073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C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107" name="Object 35">
            <a:extLst>
              <a:ext uri="{FF2B5EF4-FFF2-40B4-BE49-F238E27FC236}">
                <a16:creationId xmlns:a16="http://schemas.microsoft.com/office/drawing/2014/main" id="{5605846E-A411-8710-841A-E46B818ED9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9988" y="1787526"/>
          <a:ext cx="5905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8" r:id="rId13" imgW="374760" imgH="201960" progId="">
                  <p:embed/>
                </p:oleObj>
              </mc:Choice>
              <mc:Fallback>
                <p:oleObj r:id="rId13" imgW="374760" imgH="201960" progId="">
                  <p:embed/>
                  <p:pic>
                    <p:nvPicPr>
                      <p:cNvPr id="259107" name="Object 35">
                        <a:extLst>
                          <a:ext uri="{FF2B5EF4-FFF2-40B4-BE49-F238E27FC236}">
                            <a16:creationId xmlns:a16="http://schemas.microsoft.com/office/drawing/2014/main" id="{5605846E-A411-8710-841A-E46B818ED9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988" y="1787526"/>
                        <a:ext cx="590550" cy="4111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108" name="Line 36">
            <a:extLst>
              <a:ext uri="{FF2B5EF4-FFF2-40B4-BE49-F238E27FC236}">
                <a16:creationId xmlns:a16="http://schemas.microsoft.com/office/drawing/2014/main" id="{8A857B2B-4D60-B67A-B038-D524B128B3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94468" y="2255838"/>
            <a:ext cx="0" cy="1431925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pSp>
        <p:nvGrpSpPr>
          <p:cNvPr id="259109" name="Group 37">
            <a:extLst>
              <a:ext uri="{FF2B5EF4-FFF2-40B4-BE49-F238E27FC236}">
                <a16:creationId xmlns:a16="http://schemas.microsoft.com/office/drawing/2014/main" id="{B7B03CBB-6EAD-F4FB-E9F3-0F0B6BD090A9}"/>
              </a:ext>
            </a:extLst>
          </p:cNvPr>
          <p:cNvGrpSpPr>
            <a:grpSpLocks/>
          </p:cNvGrpSpPr>
          <p:nvPr/>
        </p:nvGrpSpPr>
        <p:grpSpPr bwMode="auto">
          <a:xfrm>
            <a:off x="3912394" y="3700467"/>
            <a:ext cx="169862" cy="71437"/>
            <a:chOff x="1517" y="2337"/>
            <a:chExt cx="107" cy="45"/>
          </a:xfrm>
        </p:grpSpPr>
        <p:sp>
          <p:nvSpPr>
            <p:cNvPr id="259110" name="Line 38">
              <a:extLst>
                <a:ext uri="{FF2B5EF4-FFF2-40B4-BE49-F238E27FC236}">
                  <a16:creationId xmlns:a16="http://schemas.microsoft.com/office/drawing/2014/main" id="{2A7260A8-ED57-BB6E-4D1B-F400F8B1E0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6" y="2337"/>
              <a:ext cx="109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9111" name="Line 39">
              <a:extLst>
                <a:ext uri="{FF2B5EF4-FFF2-40B4-BE49-F238E27FC236}">
                  <a16:creationId xmlns:a16="http://schemas.microsoft.com/office/drawing/2014/main" id="{EDBADB8D-DAD8-7BF8-39D6-EBBF67F067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8" y="2361"/>
              <a:ext cx="7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9112" name="Line 40">
              <a:extLst>
                <a:ext uri="{FF2B5EF4-FFF2-40B4-BE49-F238E27FC236}">
                  <a16:creationId xmlns:a16="http://schemas.microsoft.com/office/drawing/2014/main" id="{012656DD-26BD-81E0-E3FA-0133F9861B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0" y="2383"/>
              <a:ext cx="43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sp>
        <p:nvSpPr>
          <p:cNvPr id="259113" name="Line 41">
            <a:extLst>
              <a:ext uri="{FF2B5EF4-FFF2-40B4-BE49-F238E27FC236}">
                <a16:creationId xmlns:a16="http://schemas.microsoft.com/office/drawing/2014/main" id="{D6A23C1A-52DE-925D-6545-5D6E5123D4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99548" y="1217741"/>
            <a:ext cx="0" cy="528637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9114" name="Line 42">
            <a:extLst>
              <a:ext uri="{FF2B5EF4-FFF2-40B4-BE49-F238E27FC236}">
                <a16:creationId xmlns:a16="http://schemas.microsoft.com/office/drawing/2014/main" id="{1D173B0D-A952-AA25-BA4C-2CC330AE28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00475" y="2185989"/>
            <a:ext cx="1588" cy="363537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59115" name="Object 43">
            <a:extLst>
              <a:ext uri="{FF2B5EF4-FFF2-40B4-BE49-F238E27FC236}">
                <a16:creationId xmlns:a16="http://schemas.microsoft.com/office/drawing/2014/main" id="{5737522D-733B-62E0-A88C-6DAA9E2585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5013" y="2112964"/>
          <a:ext cx="5397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r:id="rId15" imgW="348120" imgH="201960" progId="">
                  <p:embed/>
                </p:oleObj>
              </mc:Choice>
              <mc:Fallback>
                <p:oleObj r:id="rId15" imgW="348120" imgH="201960" progId="">
                  <p:embed/>
                  <p:pic>
                    <p:nvPicPr>
                      <p:cNvPr id="259115" name="Object 43">
                        <a:extLst>
                          <a:ext uri="{FF2B5EF4-FFF2-40B4-BE49-F238E27FC236}">
                            <a16:creationId xmlns:a16="http://schemas.microsoft.com/office/drawing/2014/main" id="{5737522D-733B-62E0-A88C-6DAA9E2585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013" y="2112964"/>
                        <a:ext cx="539750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116" name="Object 44">
            <a:extLst>
              <a:ext uri="{FF2B5EF4-FFF2-40B4-BE49-F238E27FC236}">
                <a16:creationId xmlns:a16="http://schemas.microsoft.com/office/drawing/2014/main" id="{4523B0CC-6B2E-9BF0-70ED-A041B05750C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70403" y="1577188"/>
          <a:ext cx="4921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r:id="rId17" imgW="354240" imgH="201960" progId="">
                  <p:embed/>
                </p:oleObj>
              </mc:Choice>
              <mc:Fallback>
                <p:oleObj r:id="rId17" imgW="354240" imgH="201960" progId="">
                  <p:embed/>
                  <p:pic>
                    <p:nvPicPr>
                      <p:cNvPr id="259116" name="Object 44">
                        <a:extLst>
                          <a:ext uri="{FF2B5EF4-FFF2-40B4-BE49-F238E27FC236}">
                            <a16:creationId xmlns:a16="http://schemas.microsoft.com/office/drawing/2014/main" id="{4523B0CC-6B2E-9BF0-70ED-A041B05750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3" y="1577188"/>
                        <a:ext cx="492125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117" name="Object 45">
            <a:extLst>
              <a:ext uri="{FF2B5EF4-FFF2-40B4-BE49-F238E27FC236}">
                <a16:creationId xmlns:a16="http://schemas.microsoft.com/office/drawing/2014/main" id="{CB700900-978A-B231-D49F-ECEECC4944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7839" y="1336676"/>
          <a:ext cx="35083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" r:id="rId19" imgW="183960" imgH="169560" progId="">
                  <p:embed/>
                </p:oleObj>
              </mc:Choice>
              <mc:Fallback>
                <p:oleObj r:id="rId19" imgW="183960" imgH="169560" progId="">
                  <p:embed/>
                  <p:pic>
                    <p:nvPicPr>
                      <p:cNvPr id="259117" name="Object 45">
                        <a:extLst>
                          <a:ext uri="{FF2B5EF4-FFF2-40B4-BE49-F238E27FC236}">
                            <a16:creationId xmlns:a16="http://schemas.microsoft.com/office/drawing/2014/main" id="{CB700900-978A-B231-D49F-ECEECC4944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839" y="1336676"/>
                        <a:ext cx="350837" cy="3460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118" name="Object 46">
            <a:extLst>
              <a:ext uri="{FF2B5EF4-FFF2-40B4-BE49-F238E27FC236}">
                <a16:creationId xmlns:a16="http://schemas.microsoft.com/office/drawing/2014/main" id="{31BB116D-3D9D-3482-FD7D-8A26949F60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1650" y="2205038"/>
          <a:ext cx="319088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2" r:id="rId21" imgW="208800" imgH="169560" progId="">
                  <p:embed/>
                </p:oleObj>
              </mc:Choice>
              <mc:Fallback>
                <p:oleObj r:id="rId21" imgW="208800" imgH="169560" progId="">
                  <p:embed/>
                  <p:pic>
                    <p:nvPicPr>
                      <p:cNvPr id="259118" name="Object 46">
                        <a:extLst>
                          <a:ext uri="{FF2B5EF4-FFF2-40B4-BE49-F238E27FC236}">
                            <a16:creationId xmlns:a16="http://schemas.microsoft.com/office/drawing/2014/main" id="{31BB116D-3D9D-3482-FD7D-8A26949F60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50" y="2205038"/>
                        <a:ext cx="319088" cy="18891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119" name="Object 47">
            <a:extLst>
              <a:ext uri="{FF2B5EF4-FFF2-40B4-BE49-F238E27FC236}">
                <a16:creationId xmlns:a16="http://schemas.microsoft.com/office/drawing/2014/main" id="{7CDE0ADC-912B-2608-7102-12EB309298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8939" y="1709739"/>
          <a:ext cx="5873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3" r:id="rId23" imgW="384840" imgH="201960" progId="">
                  <p:embed/>
                </p:oleObj>
              </mc:Choice>
              <mc:Fallback>
                <p:oleObj r:id="rId23" imgW="384840" imgH="201960" progId="">
                  <p:embed/>
                  <p:pic>
                    <p:nvPicPr>
                      <p:cNvPr id="259119" name="Object 47">
                        <a:extLst>
                          <a:ext uri="{FF2B5EF4-FFF2-40B4-BE49-F238E27FC236}">
                            <a16:creationId xmlns:a16="http://schemas.microsoft.com/office/drawing/2014/main" id="{7CDE0ADC-912B-2608-7102-12EB309298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9" y="1709739"/>
                        <a:ext cx="587375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120" name="Line 48">
            <a:extLst>
              <a:ext uri="{FF2B5EF4-FFF2-40B4-BE49-F238E27FC236}">
                <a16:creationId xmlns:a16="http://schemas.microsoft.com/office/drawing/2014/main" id="{3570A960-DD87-A983-AD70-6F1135977C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8965" y="3468370"/>
            <a:ext cx="3557587" cy="1588"/>
          </a:xfrm>
          <a:prstGeom prst="line">
            <a:avLst/>
          </a:prstGeom>
          <a:noFill/>
          <a:ln w="5715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9121" name="Line 49">
            <a:extLst>
              <a:ext uri="{FF2B5EF4-FFF2-40B4-BE49-F238E27FC236}">
                <a16:creationId xmlns:a16="http://schemas.microsoft.com/office/drawing/2014/main" id="{81E6CE02-D9FF-8DEC-26F5-417E5DD95F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9422" y="1239458"/>
            <a:ext cx="1587" cy="2287587"/>
          </a:xfrm>
          <a:prstGeom prst="line">
            <a:avLst/>
          </a:prstGeom>
          <a:noFill/>
          <a:ln w="5715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59122" name="Line 50">
            <a:extLst>
              <a:ext uri="{FF2B5EF4-FFF2-40B4-BE49-F238E27FC236}">
                <a16:creationId xmlns:a16="http://schemas.microsoft.com/office/drawing/2014/main" id="{47D94F91-FC24-FA43-FA65-5265AD9AC6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13825" y="1289050"/>
            <a:ext cx="1588" cy="2211388"/>
          </a:xfrm>
          <a:prstGeom prst="line">
            <a:avLst/>
          </a:prstGeom>
          <a:noFill/>
          <a:ln w="25560" cap="sq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pSp>
        <p:nvGrpSpPr>
          <p:cNvPr id="259123" name="Group 51">
            <a:extLst>
              <a:ext uri="{FF2B5EF4-FFF2-40B4-BE49-F238E27FC236}">
                <a16:creationId xmlns:a16="http://schemas.microsoft.com/office/drawing/2014/main" id="{E17D47DE-5E1C-B324-E6E1-51F096980944}"/>
              </a:ext>
            </a:extLst>
          </p:cNvPr>
          <p:cNvGrpSpPr>
            <a:grpSpLocks/>
          </p:cNvGrpSpPr>
          <p:nvPr/>
        </p:nvGrpSpPr>
        <p:grpSpPr bwMode="auto">
          <a:xfrm>
            <a:off x="6551614" y="1731963"/>
            <a:ext cx="3119437" cy="1720850"/>
            <a:chOff x="3167" y="1091"/>
            <a:chExt cx="1965" cy="1084"/>
          </a:xfrm>
        </p:grpSpPr>
        <p:sp>
          <p:nvSpPr>
            <p:cNvPr id="259124" name="Line 52">
              <a:extLst>
                <a:ext uri="{FF2B5EF4-FFF2-40B4-BE49-F238E27FC236}">
                  <a16:creationId xmlns:a16="http://schemas.microsoft.com/office/drawing/2014/main" id="{6CF8A954-DA02-2484-78A9-D70DED0E05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66" y="1089"/>
              <a:ext cx="1508" cy="252"/>
            </a:xfrm>
            <a:prstGeom prst="line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9125" name="Freeform 53">
              <a:extLst>
                <a:ext uri="{FF2B5EF4-FFF2-40B4-BE49-F238E27FC236}">
                  <a16:creationId xmlns:a16="http://schemas.microsoft.com/office/drawing/2014/main" id="{1B490229-9FCA-2C6C-C851-456E06CE341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671" y="1342"/>
              <a:ext cx="460" cy="833"/>
            </a:xfrm>
            <a:custGeom>
              <a:avLst/>
              <a:gdLst>
                <a:gd name="G0" fmla="+- 13359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+- 1 0 0"/>
                <a:gd name="G18" fmla="+- 1 0 0"/>
                <a:gd name="G19" fmla="+- 1 0 0"/>
                <a:gd name="G20" fmla="+- 1 0 0"/>
                <a:gd name="G21" fmla="+- 1 0 0"/>
                <a:gd name="T0" fmla="*/ 0 w 730332"/>
                <a:gd name="T1" fmla="*/ 1324099 h 1324099"/>
                <a:gd name="T2" fmla="*/ 83127 w 730332"/>
                <a:gd name="T3" fmla="*/ 1056904 h 1324099"/>
                <a:gd name="T4" fmla="*/ 201880 w 730332"/>
                <a:gd name="T5" fmla="*/ 682831 h 1324099"/>
                <a:gd name="T6" fmla="*/ 302821 w 730332"/>
                <a:gd name="T7" fmla="*/ 427512 h 1324099"/>
                <a:gd name="T8" fmla="*/ 421574 w 730332"/>
                <a:gd name="T9" fmla="*/ 213756 h 1324099"/>
                <a:gd name="T10" fmla="*/ 540327 w 730332"/>
                <a:gd name="T11" fmla="*/ 89065 h 1324099"/>
                <a:gd name="T12" fmla="*/ 629392 w 730332"/>
                <a:gd name="T13" fmla="*/ 35626 h 1324099"/>
                <a:gd name="T14" fmla="*/ 730332 w 730332"/>
                <a:gd name="T15" fmla="*/ 0 h 1324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0332" h="1324099">
                  <a:moveTo>
                    <a:pt x="0" y="1324099"/>
                  </a:moveTo>
                  <a:cubicBezTo>
                    <a:pt x="24740" y="1243940"/>
                    <a:pt x="49480" y="1163782"/>
                    <a:pt x="83127" y="1056904"/>
                  </a:cubicBezTo>
                  <a:cubicBezTo>
                    <a:pt x="116774" y="950026"/>
                    <a:pt x="165264" y="787730"/>
                    <a:pt x="201880" y="682831"/>
                  </a:cubicBezTo>
                  <a:cubicBezTo>
                    <a:pt x="238496" y="577932"/>
                    <a:pt x="266205" y="505691"/>
                    <a:pt x="302821" y="427512"/>
                  </a:cubicBezTo>
                  <a:cubicBezTo>
                    <a:pt x="339437" y="349333"/>
                    <a:pt x="381990" y="270164"/>
                    <a:pt x="421574" y="213756"/>
                  </a:cubicBezTo>
                  <a:cubicBezTo>
                    <a:pt x="461158" y="157348"/>
                    <a:pt x="505691" y="118753"/>
                    <a:pt x="540327" y="89065"/>
                  </a:cubicBezTo>
                  <a:cubicBezTo>
                    <a:pt x="574963" y="59377"/>
                    <a:pt x="597725" y="50470"/>
                    <a:pt x="629392" y="35626"/>
                  </a:cubicBezTo>
                  <a:cubicBezTo>
                    <a:pt x="661060" y="20782"/>
                    <a:pt x="695696" y="10391"/>
                    <a:pt x="730332" y="0"/>
                  </a:cubicBezTo>
                </a:path>
              </a:pathLst>
            </a:custGeom>
            <a:noFill/>
            <a:ln w="5715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graphicFrame>
        <p:nvGraphicFramePr>
          <p:cNvPr id="259126" name="Object 54">
            <a:extLst>
              <a:ext uri="{FF2B5EF4-FFF2-40B4-BE49-F238E27FC236}">
                <a16:creationId xmlns:a16="http://schemas.microsoft.com/office/drawing/2014/main" id="{3EB9172F-1E5E-C78C-5106-FEA4BD8480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39163" y="3500438"/>
          <a:ext cx="950912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4" r:id="rId25" imgW="858960" imgH="222840" progId="">
                  <p:embed/>
                </p:oleObj>
              </mc:Choice>
              <mc:Fallback>
                <p:oleObj r:id="rId25" imgW="858960" imgH="222840" progId="">
                  <p:embed/>
                  <p:pic>
                    <p:nvPicPr>
                      <p:cNvPr id="259126" name="Object 54">
                        <a:extLst>
                          <a:ext uri="{FF2B5EF4-FFF2-40B4-BE49-F238E27FC236}">
                            <a16:creationId xmlns:a16="http://schemas.microsoft.com/office/drawing/2014/main" id="{3EB9172F-1E5E-C78C-5106-FEA4BD8480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9163" y="3500438"/>
                        <a:ext cx="950912" cy="32861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127" name="Object 55">
            <a:extLst>
              <a:ext uri="{FF2B5EF4-FFF2-40B4-BE49-F238E27FC236}">
                <a16:creationId xmlns:a16="http://schemas.microsoft.com/office/drawing/2014/main" id="{587D3337-B441-320D-F236-8430E60480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69064" y="3646489"/>
          <a:ext cx="166687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5" r:id="rId27" imgW="169920" imgH="169560" progId="">
                  <p:embed/>
                </p:oleObj>
              </mc:Choice>
              <mc:Fallback>
                <p:oleObj r:id="rId27" imgW="169920" imgH="169560" progId="">
                  <p:embed/>
                  <p:pic>
                    <p:nvPicPr>
                      <p:cNvPr id="259127" name="Object 55">
                        <a:extLst>
                          <a:ext uri="{FF2B5EF4-FFF2-40B4-BE49-F238E27FC236}">
                            <a16:creationId xmlns:a16="http://schemas.microsoft.com/office/drawing/2014/main" id="{587D3337-B441-320D-F236-8430E60480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064" y="3646489"/>
                        <a:ext cx="166687" cy="23018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128" name="Object 56">
            <a:extLst>
              <a:ext uri="{FF2B5EF4-FFF2-40B4-BE49-F238E27FC236}">
                <a16:creationId xmlns:a16="http://schemas.microsoft.com/office/drawing/2014/main" id="{6080B110-007D-2F3B-6AA9-96BDB64E4C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5700" y="3382964"/>
          <a:ext cx="166688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" r:id="rId29" imgW="169920" imgH="169560" progId="">
                  <p:embed/>
                </p:oleObj>
              </mc:Choice>
              <mc:Fallback>
                <p:oleObj r:id="rId29" imgW="169920" imgH="169560" progId="">
                  <p:embed/>
                  <p:pic>
                    <p:nvPicPr>
                      <p:cNvPr id="259128" name="Object 56">
                        <a:extLst>
                          <a:ext uri="{FF2B5EF4-FFF2-40B4-BE49-F238E27FC236}">
                            <a16:creationId xmlns:a16="http://schemas.microsoft.com/office/drawing/2014/main" id="{6080B110-007D-2F3B-6AA9-96BDB64E4C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3382964"/>
                        <a:ext cx="166688" cy="23018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129" name="Object 57">
            <a:extLst>
              <a:ext uri="{FF2B5EF4-FFF2-40B4-BE49-F238E27FC236}">
                <a16:creationId xmlns:a16="http://schemas.microsoft.com/office/drawing/2014/main" id="{A6160587-9C43-397A-47D8-0D3A01960A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5389" y="2460626"/>
          <a:ext cx="600075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7" r:id="rId30" imgW="525960" imgH="222840" progId="">
                  <p:embed/>
                </p:oleObj>
              </mc:Choice>
              <mc:Fallback>
                <p:oleObj r:id="rId30" imgW="525960" imgH="222840" progId="">
                  <p:embed/>
                  <p:pic>
                    <p:nvPicPr>
                      <p:cNvPr id="259129" name="Object 57">
                        <a:extLst>
                          <a:ext uri="{FF2B5EF4-FFF2-40B4-BE49-F238E27FC236}">
                            <a16:creationId xmlns:a16="http://schemas.microsoft.com/office/drawing/2014/main" id="{A6160587-9C43-397A-47D8-0D3A01960A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5389" y="2460626"/>
                        <a:ext cx="600075" cy="2952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9130" name="AutoShape 58">
            <a:extLst>
              <a:ext uri="{FF2B5EF4-FFF2-40B4-BE49-F238E27FC236}">
                <a16:creationId xmlns:a16="http://schemas.microsoft.com/office/drawing/2014/main" id="{3BA99C8C-5D79-41C5-9CDF-74180123084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12088" y="2111375"/>
            <a:ext cx="228600" cy="280988"/>
          </a:xfrm>
          <a:prstGeom prst="straightConnector1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9131" name="AutoShape 59">
            <a:extLst>
              <a:ext uri="{FF2B5EF4-FFF2-40B4-BE49-F238E27FC236}">
                <a16:creationId xmlns:a16="http://schemas.microsoft.com/office/drawing/2014/main" id="{3419C838-58C0-8214-5D2D-30F41EDB3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8389" y="2592388"/>
            <a:ext cx="814387" cy="6032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Circuit</a:t>
            </a:r>
          </a:p>
        </p:txBody>
      </p:sp>
      <p:sp>
        <p:nvSpPr>
          <p:cNvPr id="259132" name="Line 60">
            <a:extLst>
              <a:ext uri="{FF2B5EF4-FFF2-40B4-BE49-F238E27FC236}">
                <a16:creationId xmlns:a16="http://schemas.microsoft.com/office/drawing/2014/main" id="{50BDBCFD-CA1A-1D55-CE7B-57E01EA51A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0625" y="1217615"/>
            <a:ext cx="1865312" cy="0"/>
          </a:xfrm>
          <a:prstGeom prst="line">
            <a:avLst/>
          </a:prstGeom>
          <a:noFill/>
          <a:ln w="762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59133" name="Object 61">
            <a:extLst>
              <a:ext uri="{FF2B5EF4-FFF2-40B4-BE49-F238E27FC236}">
                <a16:creationId xmlns:a16="http://schemas.microsoft.com/office/drawing/2014/main" id="{E3B02647-BDE3-FB69-2057-B7E8CFEF58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61514" y="3525838"/>
          <a:ext cx="333375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8" r:id="rId32" imgW="360360" imgH="201960" progId="">
                  <p:embed/>
                </p:oleObj>
              </mc:Choice>
              <mc:Fallback>
                <p:oleObj r:id="rId32" imgW="360360" imgH="201960" progId="">
                  <p:embed/>
                  <p:pic>
                    <p:nvPicPr>
                      <p:cNvPr id="259133" name="Object 61">
                        <a:extLst>
                          <a:ext uri="{FF2B5EF4-FFF2-40B4-BE49-F238E27FC236}">
                            <a16:creationId xmlns:a16="http://schemas.microsoft.com/office/drawing/2014/main" id="{E3B02647-BDE3-FB69-2057-B7E8CFEF58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1514" y="3525838"/>
                        <a:ext cx="333375" cy="27781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134" name="Object 62">
            <a:extLst>
              <a:ext uri="{FF2B5EF4-FFF2-40B4-BE49-F238E27FC236}">
                <a16:creationId xmlns:a16="http://schemas.microsoft.com/office/drawing/2014/main" id="{2D81B30D-A06B-D3D5-C040-1411E76D35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1" y="1246189"/>
          <a:ext cx="333375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9" r:id="rId33" imgW="354240" imgH="201960" progId="">
                  <p:embed/>
                </p:oleObj>
              </mc:Choice>
              <mc:Fallback>
                <p:oleObj r:id="rId33" imgW="354240" imgH="201960" progId="">
                  <p:embed/>
                  <p:pic>
                    <p:nvPicPr>
                      <p:cNvPr id="259134" name="Object 62">
                        <a:extLst>
                          <a:ext uri="{FF2B5EF4-FFF2-40B4-BE49-F238E27FC236}">
                            <a16:creationId xmlns:a16="http://schemas.microsoft.com/office/drawing/2014/main" id="{2D81B30D-A06B-D3D5-C040-1411E76D35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1" y="1246189"/>
                        <a:ext cx="333375" cy="2952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135" name="Object 63">
            <a:extLst>
              <a:ext uri="{FF2B5EF4-FFF2-40B4-BE49-F238E27FC236}">
                <a16:creationId xmlns:a16="http://schemas.microsoft.com/office/drawing/2014/main" id="{78EDECE2-7D91-F177-C3E3-B3D3F2FF4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3451" y="1246188"/>
          <a:ext cx="4746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0" r:id="rId34" imgW="348120" imgH="201960" progId="">
                  <p:embed/>
                </p:oleObj>
              </mc:Choice>
              <mc:Fallback>
                <p:oleObj r:id="rId34" imgW="348120" imgH="201960" progId="">
                  <p:embed/>
                  <p:pic>
                    <p:nvPicPr>
                      <p:cNvPr id="259135" name="Object 63">
                        <a:extLst>
                          <a:ext uri="{FF2B5EF4-FFF2-40B4-BE49-F238E27FC236}">
                            <a16:creationId xmlns:a16="http://schemas.microsoft.com/office/drawing/2014/main" id="{78EDECE2-7D91-F177-C3E3-B3D3F2FF46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451" y="1246188"/>
                        <a:ext cx="474663" cy="3810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136" name="Object 64">
            <a:extLst>
              <a:ext uri="{FF2B5EF4-FFF2-40B4-BE49-F238E27FC236}">
                <a16:creationId xmlns:a16="http://schemas.microsoft.com/office/drawing/2014/main" id="{0BB2564C-86DB-F8B7-B882-5D16F6F3F4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82201" y="3309938"/>
          <a:ext cx="5175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1" r:id="rId35" imgW="384840" imgH="201960" progId="">
                  <p:embed/>
                </p:oleObj>
              </mc:Choice>
              <mc:Fallback>
                <p:oleObj r:id="rId35" imgW="384840" imgH="201960" progId="">
                  <p:embed/>
                  <p:pic>
                    <p:nvPicPr>
                      <p:cNvPr id="259136" name="Object 64">
                        <a:extLst>
                          <a:ext uri="{FF2B5EF4-FFF2-40B4-BE49-F238E27FC236}">
                            <a16:creationId xmlns:a16="http://schemas.microsoft.com/office/drawing/2014/main" id="{0BB2564C-86DB-F8B7-B882-5D16F6F3F4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2201" y="3309938"/>
                        <a:ext cx="517525" cy="3810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137" name="Object 65">
            <a:extLst>
              <a:ext uri="{FF2B5EF4-FFF2-40B4-BE49-F238E27FC236}">
                <a16:creationId xmlns:a16="http://schemas.microsoft.com/office/drawing/2014/main" id="{9BCA76C5-8B36-B922-2BEF-E2C52A69B9C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28344" y="5541946"/>
          <a:ext cx="38814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2" r:id="rId36" imgW="2265840" imgH="222840" progId="">
                  <p:embed/>
                </p:oleObj>
              </mc:Choice>
              <mc:Fallback>
                <p:oleObj r:id="rId36" imgW="2265840" imgH="222840" progId="">
                  <p:embed/>
                  <p:pic>
                    <p:nvPicPr>
                      <p:cNvPr id="259137" name="Object 65">
                        <a:extLst>
                          <a:ext uri="{FF2B5EF4-FFF2-40B4-BE49-F238E27FC236}">
                            <a16:creationId xmlns:a16="http://schemas.microsoft.com/office/drawing/2014/main" id="{9BCA76C5-8B36-B922-2BEF-E2C52A69B9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8344" y="5541946"/>
                        <a:ext cx="3881438" cy="4826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C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138" name="Text Box 66">
            <a:extLst>
              <a:ext uri="{FF2B5EF4-FFF2-40B4-BE49-F238E27FC236}">
                <a16:creationId xmlns:a16="http://schemas.microsoft.com/office/drawing/2014/main" id="{160E0823-C894-DDCE-F803-4D6535DD5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3517" y="745820"/>
            <a:ext cx="1865313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“Source”</a:t>
            </a:r>
          </a:p>
        </p:txBody>
      </p:sp>
      <p:graphicFrame>
        <p:nvGraphicFramePr>
          <p:cNvPr id="259139" name="Object 67">
            <a:extLst>
              <a:ext uri="{FF2B5EF4-FFF2-40B4-BE49-F238E27FC236}">
                <a16:creationId xmlns:a16="http://schemas.microsoft.com/office/drawing/2014/main" id="{3A79246F-11B2-9887-A2E0-F2BBEF0ECC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53514" y="952500"/>
          <a:ext cx="5175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" r:id="rId38" imgW="406080" imgH="201960" progId="">
                  <p:embed/>
                </p:oleObj>
              </mc:Choice>
              <mc:Fallback>
                <p:oleObj r:id="rId38" imgW="406080" imgH="201960" progId="">
                  <p:embed/>
                  <p:pic>
                    <p:nvPicPr>
                      <p:cNvPr id="259139" name="Object 67">
                        <a:extLst>
                          <a:ext uri="{FF2B5EF4-FFF2-40B4-BE49-F238E27FC236}">
                            <a16:creationId xmlns:a16="http://schemas.microsoft.com/office/drawing/2014/main" id="{3A79246F-11B2-9887-A2E0-F2BBEF0ECC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3514" y="952500"/>
                        <a:ext cx="517525" cy="3810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9140" name="AutoShape 68">
            <a:extLst>
              <a:ext uri="{FF2B5EF4-FFF2-40B4-BE49-F238E27FC236}">
                <a16:creationId xmlns:a16="http://schemas.microsoft.com/office/drawing/2014/main" id="{FCAB2BBE-B4C3-0543-EC4C-F1B3155726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015414" y="1368425"/>
            <a:ext cx="581025" cy="1588"/>
          </a:xfrm>
          <a:prstGeom prst="straightConnector1">
            <a:avLst/>
          </a:prstGeom>
          <a:noFill/>
          <a:ln w="12600" cap="sq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9141" name="Line 69">
            <a:extLst>
              <a:ext uri="{FF2B5EF4-FFF2-40B4-BE49-F238E27FC236}">
                <a16:creationId xmlns:a16="http://schemas.microsoft.com/office/drawing/2014/main" id="{80B152F1-4456-8649-478D-7FAD83B314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75814" y="1306514"/>
            <a:ext cx="1587" cy="2211387"/>
          </a:xfrm>
          <a:prstGeom prst="line">
            <a:avLst/>
          </a:prstGeom>
          <a:noFill/>
          <a:ln w="25560" cap="sq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59142" name="Object 70">
            <a:extLst>
              <a:ext uri="{FF2B5EF4-FFF2-40B4-BE49-F238E27FC236}">
                <a16:creationId xmlns:a16="http://schemas.microsoft.com/office/drawing/2014/main" id="{70824436-B7FC-41AB-D352-0EF276C561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35751" y="1338263"/>
          <a:ext cx="12287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4" r:id="rId40" imgW="842040" imgH="222840" progId="">
                  <p:embed/>
                </p:oleObj>
              </mc:Choice>
              <mc:Fallback>
                <p:oleObj r:id="rId40" imgW="842040" imgH="222840" progId="">
                  <p:embed/>
                  <p:pic>
                    <p:nvPicPr>
                      <p:cNvPr id="259142" name="Object 70">
                        <a:extLst>
                          <a:ext uri="{FF2B5EF4-FFF2-40B4-BE49-F238E27FC236}">
                            <a16:creationId xmlns:a16="http://schemas.microsoft.com/office/drawing/2014/main" id="{70824436-B7FC-41AB-D352-0EF276C561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1" y="1338263"/>
                        <a:ext cx="1228725" cy="3810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143" name="Text Box 71">
            <a:extLst>
              <a:ext uri="{FF2B5EF4-FFF2-40B4-BE49-F238E27FC236}">
                <a16:creationId xmlns:a16="http://schemas.microsoft.com/office/drawing/2014/main" id="{10A5E437-14FD-C71E-8BD1-0CD0EE00B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6451" y="4673600"/>
            <a:ext cx="8674211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altLang="en-BE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out</a:t>
            </a: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is a measure of the “flatness” of the current sink/source and is 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independent of voltage, we desire r</a:t>
            </a:r>
            <a:r>
              <a:rPr kumimoji="0" lang="en-US" altLang="en-BE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out  </a:t>
            </a: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to be high </a:t>
            </a:r>
          </a:p>
        </p:txBody>
      </p:sp>
      <p:sp>
        <p:nvSpPr>
          <p:cNvPr id="259144" name="Text Box 72">
            <a:extLst>
              <a:ext uri="{FF2B5EF4-FFF2-40B4-BE49-F238E27FC236}">
                <a16:creationId xmlns:a16="http://schemas.microsoft.com/office/drawing/2014/main" id="{DA2D313F-B9A2-7657-D463-A9E2049F8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76" y="5994400"/>
            <a:ext cx="8475503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en-BE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MIN</a:t>
            </a: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is the minimum across the sink/source for which the current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is no longer constant, we desire V</a:t>
            </a:r>
            <a:r>
              <a:rPr kumimoji="0" lang="en-US" altLang="en-BE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MIN  </a:t>
            </a: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to be low</a:t>
            </a:r>
          </a:p>
        </p:txBody>
      </p:sp>
      <p:sp>
        <p:nvSpPr>
          <p:cNvPr id="2" name="Freeform 36">
            <a:extLst>
              <a:ext uri="{FF2B5EF4-FFF2-40B4-BE49-F238E27FC236}">
                <a16:creationId xmlns:a16="http://schemas.microsoft.com/office/drawing/2014/main" id="{651EA4DF-3B2F-94F3-443D-196FCAB3DD9F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4623443" y="2409999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21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3" name="Freeform 36">
            <a:extLst>
              <a:ext uri="{FF2B5EF4-FFF2-40B4-BE49-F238E27FC236}">
                <a16:creationId xmlns:a16="http://schemas.microsoft.com/office/drawing/2014/main" id="{EFBC0E27-87D1-6206-11DE-ED376DD8DD3F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5305433" y="2415714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21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4" name="Freeform 36">
            <a:extLst>
              <a:ext uri="{FF2B5EF4-FFF2-40B4-BE49-F238E27FC236}">
                <a16:creationId xmlns:a16="http://schemas.microsoft.com/office/drawing/2014/main" id="{B426061E-6AE6-8A76-1CA0-2316F12925CC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4625348" y="1956609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21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66228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E0E1BE-56D3-F1B9-D625-0E5CC0DBCD9A}"/>
              </a:ext>
            </a:extLst>
          </p:cNvPr>
          <p:cNvSpPr/>
          <p:nvPr/>
        </p:nvSpPr>
        <p:spPr bwMode="auto">
          <a:xfrm>
            <a:off x="3328097" y="814389"/>
            <a:ext cx="4543424" cy="3036887"/>
          </a:xfrm>
          <a:prstGeom prst="rect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 PL UMing HK" charset="0"/>
            </a:endParaRPr>
          </a:p>
        </p:txBody>
      </p:sp>
      <p:sp>
        <p:nvSpPr>
          <p:cNvPr id="260097" name="Rectangle 1">
            <a:extLst>
              <a:ext uri="{FF2B5EF4-FFF2-40B4-BE49-F238E27FC236}">
                <a16:creationId xmlns:a16="http://schemas.microsoft.com/office/drawing/2014/main" id="{05709098-ED21-A84A-7011-7E67F321E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3489" y="1757363"/>
            <a:ext cx="873125" cy="1674812"/>
          </a:xfrm>
          <a:prstGeom prst="rect">
            <a:avLst/>
          </a:prstGeom>
          <a:noFill/>
          <a:ln w="25560" cap="sq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0098" name="Text Box 2">
            <a:extLst>
              <a:ext uri="{FF2B5EF4-FFF2-40B4-BE49-F238E27FC236}">
                <a16:creationId xmlns:a16="http://schemas.microsoft.com/office/drawing/2014/main" id="{307C81B0-D0F1-C36B-4C1F-21791197B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1125"/>
            <a:ext cx="91440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tIns="91440" rIns="457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Dependency on gate-source</a:t>
            </a:r>
          </a:p>
        </p:txBody>
      </p:sp>
      <p:sp>
        <p:nvSpPr>
          <p:cNvPr id="260099" name="Text Box 3">
            <a:extLst>
              <a:ext uri="{FF2B5EF4-FFF2-40B4-BE49-F238E27FC236}">
                <a16:creationId xmlns:a16="http://schemas.microsoft.com/office/drawing/2014/main" id="{BC87346C-C474-5333-2197-1972B32BB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2089" y="6564314"/>
            <a:ext cx="631825" cy="29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877D872-B54D-41E2-9BAD-60483AC25682}" type="slidenum">
              <a:rPr kumimoji="0" lang="en-US" altLang="en-B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13</a:t>
            </a:fld>
            <a:endParaRPr kumimoji="0" lang="en-US" altLang="en-B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60100" name="Object 4">
            <a:extLst>
              <a:ext uri="{FF2B5EF4-FFF2-40B4-BE49-F238E27FC236}">
                <a16:creationId xmlns:a16="http://schemas.microsoft.com/office/drawing/2014/main" id="{954ED4D9-6475-989A-3970-BFB88123EA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3225" y="4021139"/>
          <a:ext cx="18415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r:id="rId4" imgW="1082520" imgH="201960" progId="">
                  <p:embed/>
                </p:oleObj>
              </mc:Choice>
              <mc:Fallback>
                <p:oleObj r:id="rId4" imgW="1082520" imgH="201960" progId="">
                  <p:embed/>
                  <p:pic>
                    <p:nvPicPr>
                      <p:cNvPr id="260100" name="Object 4">
                        <a:extLst>
                          <a:ext uri="{FF2B5EF4-FFF2-40B4-BE49-F238E27FC236}">
                            <a16:creationId xmlns:a16="http://schemas.microsoft.com/office/drawing/2014/main" id="{954ED4D9-6475-989A-3970-BFB88123EA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225" y="4021139"/>
                        <a:ext cx="1841500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1" name="Line 5">
            <a:extLst>
              <a:ext uri="{FF2B5EF4-FFF2-40B4-BE49-F238E27FC236}">
                <a16:creationId xmlns:a16="http://schemas.microsoft.com/office/drawing/2014/main" id="{EEC84D4F-1590-F566-0645-4DC806469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4264" y="3429000"/>
            <a:ext cx="3557587" cy="1588"/>
          </a:xfrm>
          <a:prstGeom prst="line">
            <a:avLst/>
          </a:prstGeom>
          <a:noFill/>
          <a:ln w="5715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0102" name="Line 6">
            <a:extLst>
              <a:ext uri="{FF2B5EF4-FFF2-40B4-BE49-F238E27FC236}">
                <a16:creationId xmlns:a16="http://schemas.microsoft.com/office/drawing/2014/main" id="{FFC657F5-7EA3-D10D-83CC-E5673EEB32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3489" y="1236664"/>
            <a:ext cx="1587" cy="2289175"/>
          </a:xfrm>
          <a:prstGeom prst="line">
            <a:avLst/>
          </a:prstGeom>
          <a:noFill/>
          <a:ln w="5715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0103" name="Freeform 7">
            <a:extLst>
              <a:ext uri="{FF2B5EF4-FFF2-40B4-BE49-F238E27FC236}">
                <a16:creationId xmlns:a16="http://schemas.microsoft.com/office/drawing/2014/main" id="{AE43CED7-E4D1-BD3E-45C4-E774DAF3E9DB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457700" y="1546226"/>
            <a:ext cx="1930400" cy="1884363"/>
          </a:xfrm>
          <a:custGeom>
            <a:avLst/>
            <a:gdLst>
              <a:gd name="G0" fmla="+- 13359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1 0 0"/>
              <a:gd name="G16" fmla="+- 1 0 0"/>
              <a:gd name="G17" fmla="+- 1 0 0"/>
              <a:gd name="G18" fmla="+- 1 0 0"/>
              <a:gd name="G19" fmla="+- 1 0 0"/>
              <a:gd name="G20" fmla="+- 1 0 0"/>
              <a:gd name="G21" fmla="+- 1 0 0"/>
              <a:gd name="T0" fmla="*/ 0 w 730332"/>
              <a:gd name="T1" fmla="*/ 533367220 h 1324099"/>
              <a:gd name="T2" fmla="*/ 2147483646 w 730332"/>
              <a:gd name="T3" fmla="*/ 425736770 h 1324099"/>
              <a:gd name="T4" fmla="*/ 2147483646 w 730332"/>
              <a:gd name="T5" fmla="*/ 275054687 h 1324099"/>
              <a:gd name="T6" fmla="*/ 2147483646 w 730332"/>
              <a:gd name="T7" fmla="*/ 172208300 h 1324099"/>
              <a:gd name="T8" fmla="*/ 2147483646 w 730332"/>
              <a:gd name="T9" fmla="*/ 86104113 h 1324099"/>
              <a:gd name="T10" fmla="*/ 2147483646 w 730332"/>
              <a:gd name="T11" fmla="*/ 35876727 h 1324099"/>
              <a:gd name="T12" fmla="*/ 2147483646 w 730332"/>
              <a:gd name="T13" fmla="*/ 14350757 h 1324099"/>
              <a:gd name="T14" fmla="*/ 2147483646 w 730332"/>
              <a:gd name="T15" fmla="*/ 0 h 13240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30332" h="1324099">
                <a:moveTo>
                  <a:pt x="0" y="1324099"/>
                </a:moveTo>
                <a:cubicBezTo>
                  <a:pt x="24740" y="1243940"/>
                  <a:pt x="49480" y="1163782"/>
                  <a:pt x="83127" y="1056904"/>
                </a:cubicBezTo>
                <a:cubicBezTo>
                  <a:pt x="116774" y="950026"/>
                  <a:pt x="165264" y="787730"/>
                  <a:pt x="201880" y="682831"/>
                </a:cubicBezTo>
                <a:cubicBezTo>
                  <a:pt x="238496" y="577932"/>
                  <a:pt x="266205" y="505691"/>
                  <a:pt x="302821" y="427512"/>
                </a:cubicBezTo>
                <a:cubicBezTo>
                  <a:pt x="339437" y="349333"/>
                  <a:pt x="381990" y="270164"/>
                  <a:pt x="421574" y="213756"/>
                </a:cubicBezTo>
                <a:cubicBezTo>
                  <a:pt x="461158" y="157348"/>
                  <a:pt x="505691" y="118753"/>
                  <a:pt x="540327" y="89065"/>
                </a:cubicBezTo>
                <a:cubicBezTo>
                  <a:pt x="574963" y="59377"/>
                  <a:pt x="597725" y="50470"/>
                  <a:pt x="629392" y="35626"/>
                </a:cubicBezTo>
                <a:cubicBezTo>
                  <a:pt x="661060" y="20782"/>
                  <a:pt x="695696" y="10391"/>
                  <a:pt x="730332" y="0"/>
                </a:cubicBezTo>
              </a:path>
            </a:pathLst>
          </a:custGeom>
          <a:noFill/>
          <a:ln w="5715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60104" name="Object 8">
            <a:extLst>
              <a:ext uri="{FF2B5EF4-FFF2-40B4-BE49-F238E27FC236}">
                <a16:creationId xmlns:a16="http://schemas.microsoft.com/office/drawing/2014/main" id="{6D671598-C31F-6C4F-2322-973792A1D0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9139" y="3454401"/>
          <a:ext cx="3317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r:id="rId6" imgW="271800" imgH="201960" progId="">
                  <p:embed/>
                </p:oleObj>
              </mc:Choice>
              <mc:Fallback>
                <p:oleObj r:id="rId6" imgW="271800" imgH="201960" progId="">
                  <p:embed/>
                  <p:pic>
                    <p:nvPicPr>
                      <p:cNvPr id="260104" name="Object 8">
                        <a:extLst>
                          <a:ext uri="{FF2B5EF4-FFF2-40B4-BE49-F238E27FC236}">
                            <a16:creationId xmlns:a16="http://schemas.microsoft.com/office/drawing/2014/main" id="{6D671598-C31F-6C4F-2322-973792A1D0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39" y="3454401"/>
                        <a:ext cx="331787" cy="3968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05" name="Object 9">
            <a:extLst>
              <a:ext uri="{FF2B5EF4-FFF2-40B4-BE49-F238E27FC236}">
                <a16:creationId xmlns:a16="http://schemas.microsoft.com/office/drawing/2014/main" id="{2AC81DF7-225E-B4E4-56B8-8DEC832FEA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9350" y="3578225"/>
          <a:ext cx="166688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r:id="rId8" imgW="169920" imgH="169560" progId="">
                  <p:embed/>
                </p:oleObj>
              </mc:Choice>
              <mc:Fallback>
                <p:oleObj r:id="rId8" imgW="169920" imgH="169560" progId="">
                  <p:embed/>
                  <p:pic>
                    <p:nvPicPr>
                      <p:cNvPr id="260105" name="Object 9">
                        <a:extLst>
                          <a:ext uri="{FF2B5EF4-FFF2-40B4-BE49-F238E27FC236}">
                            <a16:creationId xmlns:a16="http://schemas.microsoft.com/office/drawing/2014/main" id="{2AC81DF7-225E-B4E4-56B8-8DEC832FEA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0" y="3578225"/>
                        <a:ext cx="166688" cy="2301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06" name="Object 10">
            <a:extLst>
              <a:ext uri="{FF2B5EF4-FFF2-40B4-BE49-F238E27FC236}">
                <a16:creationId xmlns:a16="http://schemas.microsoft.com/office/drawing/2014/main" id="{21C3C347-730E-62FF-2E86-ADA4726646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7575" y="3314700"/>
          <a:ext cx="166688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r:id="rId10" imgW="169920" imgH="169560" progId="">
                  <p:embed/>
                </p:oleObj>
              </mc:Choice>
              <mc:Fallback>
                <p:oleObj r:id="rId10" imgW="169920" imgH="169560" progId="">
                  <p:embed/>
                  <p:pic>
                    <p:nvPicPr>
                      <p:cNvPr id="260106" name="Object 10">
                        <a:extLst>
                          <a:ext uri="{FF2B5EF4-FFF2-40B4-BE49-F238E27FC236}">
                            <a16:creationId xmlns:a16="http://schemas.microsoft.com/office/drawing/2014/main" id="{21C3C347-730E-62FF-2E86-ADA4726646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575" y="3314700"/>
                        <a:ext cx="166688" cy="2301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07" name="Object 11">
            <a:extLst>
              <a:ext uri="{FF2B5EF4-FFF2-40B4-BE49-F238E27FC236}">
                <a16:creationId xmlns:a16="http://schemas.microsoft.com/office/drawing/2014/main" id="{05C5BF8C-B6FA-ECCB-0009-724BD66F6D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0350" y="3449639"/>
          <a:ext cx="414338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r:id="rId11" imgW="331560" imgH="201960" progId="">
                  <p:embed/>
                </p:oleObj>
              </mc:Choice>
              <mc:Fallback>
                <p:oleObj r:id="rId11" imgW="331560" imgH="201960" progId="">
                  <p:embed/>
                  <p:pic>
                    <p:nvPicPr>
                      <p:cNvPr id="260107" name="Object 11">
                        <a:extLst>
                          <a:ext uri="{FF2B5EF4-FFF2-40B4-BE49-F238E27FC236}">
                            <a16:creationId xmlns:a16="http://schemas.microsoft.com/office/drawing/2014/main" id="{05C5BF8C-B6FA-ECCB-0009-724BD66F6D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350" y="3449639"/>
                        <a:ext cx="414338" cy="38258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08" name="Object 12">
            <a:extLst>
              <a:ext uri="{FF2B5EF4-FFF2-40B4-BE49-F238E27FC236}">
                <a16:creationId xmlns:a16="http://schemas.microsoft.com/office/drawing/2014/main" id="{25811856-4835-1848-6F4E-B8A51B5789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996951"/>
          <a:ext cx="2603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r:id="rId13" imgW="217080" imgH="201960" progId="">
                  <p:embed/>
                </p:oleObj>
              </mc:Choice>
              <mc:Fallback>
                <p:oleObj r:id="rId13" imgW="217080" imgH="201960" progId="">
                  <p:embed/>
                  <p:pic>
                    <p:nvPicPr>
                      <p:cNvPr id="260108" name="Object 12">
                        <a:extLst>
                          <a:ext uri="{FF2B5EF4-FFF2-40B4-BE49-F238E27FC236}">
                            <a16:creationId xmlns:a16="http://schemas.microsoft.com/office/drawing/2014/main" id="{25811856-4835-1848-6F4E-B8A51B5789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996951"/>
                        <a:ext cx="260350" cy="3603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09" name="Object 13">
            <a:extLst>
              <a:ext uri="{FF2B5EF4-FFF2-40B4-BE49-F238E27FC236}">
                <a16:creationId xmlns:a16="http://schemas.microsoft.com/office/drawing/2014/main" id="{43DF99ED-C81B-D201-CF90-3E5E289071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7575" y="3157538"/>
          <a:ext cx="5270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6" r:id="rId15" imgW="298080" imgH="201960" progId="">
                  <p:embed/>
                </p:oleObj>
              </mc:Choice>
              <mc:Fallback>
                <p:oleObj r:id="rId15" imgW="298080" imgH="201960" progId="">
                  <p:embed/>
                  <p:pic>
                    <p:nvPicPr>
                      <p:cNvPr id="260109" name="Object 13">
                        <a:extLst>
                          <a:ext uri="{FF2B5EF4-FFF2-40B4-BE49-F238E27FC236}">
                            <a16:creationId xmlns:a16="http://schemas.microsoft.com/office/drawing/2014/main" id="{43DF99ED-C81B-D201-CF90-3E5E28907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575" y="3157538"/>
                        <a:ext cx="527050" cy="51911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10" name="Text Box 14">
            <a:extLst>
              <a:ext uri="{FF2B5EF4-FFF2-40B4-BE49-F238E27FC236}">
                <a16:creationId xmlns:a16="http://schemas.microsoft.com/office/drawing/2014/main" id="{FAC93FDC-8A9B-3909-C278-80BDFBF24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1" y="5527675"/>
            <a:ext cx="6583447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en-BE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MIN</a:t>
            </a: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can be reduced by using large values of (W/L)</a:t>
            </a:r>
          </a:p>
        </p:txBody>
      </p:sp>
      <p:graphicFrame>
        <p:nvGraphicFramePr>
          <p:cNvPr id="260111" name="Object 15">
            <a:extLst>
              <a:ext uri="{FF2B5EF4-FFF2-40B4-BE49-F238E27FC236}">
                <a16:creationId xmlns:a16="http://schemas.microsoft.com/office/drawing/2014/main" id="{E063DE44-CFDB-3CB6-7653-0C9983DBD42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096001" y="900906"/>
          <a:ext cx="34607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r:id="rId17" imgW="264240" imgH="361440" progId="">
                  <p:embed/>
                </p:oleObj>
              </mc:Choice>
              <mc:Fallback>
                <p:oleObj r:id="rId17" imgW="264240" imgH="361440" progId="">
                  <p:embed/>
                  <p:pic>
                    <p:nvPicPr>
                      <p:cNvPr id="260111" name="Object 15">
                        <a:extLst>
                          <a:ext uri="{FF2B5EF4-FFF2-40B4-BE49-F238E27FC236}">
                            <a16:creationId xmlns:a16="http://schemas.microsoft.com/office/drawing/2014/main" id="{E063DE44-CFDB-3CB6-7653-0C9983DBD4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900906"/>
                        <a:ext cx="346075" cy="6572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12" name="Freeform 16">
            <a:extLst>
              <a:ext uri="{FF2B5EF4-FFF2-40B4-BE49-F238E27FC236}">
                <a16:creationId xmlns:a16="http://schemas.microsoft.com/office/drawing/2014/main" id="{56880E8E-4CB2-2419-9D56-0CFB329BC79F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457700" y="1473201"/>
            <a:ext cx="1303338" cy="1952625"/>
          </a:xfrm>
          <a:custGeom>
            <a:avLst/>
            <a:gdLst>
              <a:gd name="G0" fmla="+- 13359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1 0 0"/>
              <a:gd name="G16" fmla="+- 1 0 0"/>
              <a:gd name="G17" fmla="+- 1 0 0"/>
              <a:gd name="G18" fmla="+- 1 0 0"/>
              <a:gd name="G19" fmla="+- 1 0 0"/>
              <a:gd name="G20" fmla="+- 1 0 0"/>
              <a:gd name="G21" fmla="+- 1 0 0"/>
              <a:gd name="T0" fmla="*/ 0 w 730332"/>
              <a:gd name="T1" fmla="*/ 977097121 h 1324099"/>
              <a:gd name="T2" fmla="*/ 1568820030 w 730332"/>
              <a:gd name="T3" fmla="*/ 779924629 h 1324099"/>
              <a:gd name="T4" fmla="*/ 2147483646 w 730332"/>
              <a:gd name="T5" fmla="*/ 503883731 h 1324099"/>
              <a:gd name="T6" fmla="*/ 2147483646 w 730332"/>
              <a:gd name="T7" fmla="*/ 315475349 h 1324099"/>
              <a:gd name="T8" fmla="*/ 2147483646 w 730332"/>
              <a:gd name="T9" fmla="*/ 157737511 h 1324099"/>
              <a:gd name="T10" fmla="*/ 2147483646 w 730332"/>
              <a:gd name="T11" fmla="*/ 65723965 h 1324099"/>
              <a:gd name="T12" fmla="*/ 2147483646 w 730332"/>
              <a:gd name="T13" fmla="*/ 26289906 h 1324099"/>
              <a:gd name="T14" fmla="*/ 2147483646 w 730332"/>
              <a:gd name="T15" fmla="*/ 0 h 13240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30332" h="1324099">
                <a:moveTo>
                  <a:pt x="0" y="1324099"/>
                </a:moveTo>
                <a:cubicBezTo>
                  <a:pt x="24740" y="1243940"/>
                  <a:pt x="49480" y="1163782"/>
                  <a:pt x="83127" y="1056904"/>
                </a:cubicBezTo>
                <a:cubicBezTo>
                  <a:pt x="116774" y="950026"/>
                  <a:pt x="165264" y="787730"/>
                  <a:pt x="201880" y="682831"/>
                </a:cubicBezTo>
                <a:cubicBezTo>
                  <a:pt x="238496" y="577932"/>
                  <a:pt x="266205" y="505691"/>
                  <a:pt x="302821" y="427512"/>
                </a:cubicBezTo>
                <a:cubicBezTo>
                  <a:pt x="339437" y="349333"/>
                  <a:pt x="381990" y="270164"/>
                  <a:pt x="421574" y="213756"/>
                </a:cubicBezTo>
                <a:cubicBezTo>
                  <a:pt x="461158" y="157348"/>
                  <a:pt x="505691" y="118753"/>
                  <a:pt x="540327" y="89065"/>
                </a:cubicBezTo>
                <a:cubicBezTo>
                  <a:pt x="574963" y="59377"/>
                  <a:pt x="597725" y="50470"/>
                  <a:pt x="629392" y="35626"/>
                </a:cubicBezTo>
                <a:cubicBezTo>
                  <a:pt x="661060" y="20782"/>
                  <a:pt x="695696" y="10391"/>
                  <a:pt x="730332" y="0"/>
                </a:cubicBezTo>
              </a:path>
            </a:pathLst>
          </a:custGeom>
          <a:noFill/>
          <a:ln w="5715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0113" name="Freeform 17">
            <a:extLst>
              <a:ext uri="{FF2B5EF4-FFF2-40B4-BE49-F238E27FC236}">
                <a16:creationId xmlns:a16="http://schemas.microsoft.com/office/drawing/2014/main" id="{4204FF20-24CE-AF6B-5018-C91D1DCBE639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538664" y="1547814"/>
            <a:ext cx="2397125" cy="1881187"/>
          </a:xfrm>
          <a:custGeom>
            <a:avLst/>
            <a:gdLst>
              <a:gd name="G0" fmla="+- 13359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1 0 0"/>
              <a:gd name="G16" fmla="+- 1 0 0"/>
              <a:gd name="G17" fmla="+- 1 0 0"/>
              <a:gd name="G18" fmla="+- 1 0 0"/>
              <a:gd name="G19" fmla="+- 1 0 0"/>
              <a:gd name="G20" fmla="+- 1 0 0"/>
              <a:gd name="G21" fmla="+- 1 0 0"/>
              <a:gd name="T0" fmla="*/ 0 w 730332"/>
              <a:gd name="T1" fmla="*/ 518624277 h 1324099"/>
              <a:gd name="T2" fmla="*/ 2147483646 w 730332"/>
              <a:gd name="T3" fmla="*/ 413969158 h 1324099"/>
              <a:gd name="T4" fmla="*/ 2147483646 w 730332"/>
              <a:gd name="T5" fmla="*/ 267452193 h 1324099"/>
              <a:gd name="T6" fmla="*/ 2147483646 w 730332"/>
              <a:gd name="T7" fmla="*/ 167448281 h 1324099"/>
              <a:gd name="T8" fmla="*/ 2147483646 w 730332"/>
              <a:gd name="T9" fmla="*/ 83724060 h 1324099"/>
              <a:gd name="T10" fmla="*/ 2147483646 w 730332"/>
              <a:gd name="T11" fmla="*/ 34884999 h 1324099"/>
              <a:gd name="T12" fmla="*/ 2147483646 w 730332"/>
              <a:gd name="T13" fmla="*/ 13954218 h 1324099"/>
              <a:gd name="T14" fmla="*/ 2147483646 w 730332"/>
              <a:gd name="T15" fmla="*/ 0 h 13240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30332" h="1324099">
                <a:moveTo>
                  <a:pt x="0" y="1324099"/>
                </a:moveTo>
                <a:cubicBezTo>
                  <a:pt x="24740" y="1243940"/>
                  <a:pt x="49480" y="1163782"/>
                  <a:pt x="83127" y="1056904"/>
                </a:cubicBezTo>
                <a:cubicBezTo>
                  <a:pt x="116774" y="950026"/>
                  <a:pt x="165264" y="787730"/>
                  <a:pt x="201880" y="682831"/>
                </a:cubicBezTo>
                <a:cubicBezTo>
                  <a:pt x="238496" y="577932"/>
                  <a:pt x="266205" y="505691"/>
                  <a:pt x="302821" y="427512"/>
                </a:cubicBezTo>
                <a:cubicBezTo>
                  <a:pt x="339437" y="349333"/>
                  <a:pt x="381990" y="270164"/>
                  <a:pt x="421574" y="213756"/>
                </a:cubicBezTo>
                <a:cubicBezTo>
                  <a:pt x="461158" y="157348"/>
                  <a:pt x="505691" y="118753"/>
                  <a:pt x="540327" y="89065"/>
                </a:cubicBezTo>
                <a:cubicBezTo>
                  <a:pt x="574963" y="59377"/>
                  <a:pt x="597725" y="50470"/>
                  <a:pt x="629392" y="35626"/>
                </a:cubicBezTo>
                <a:cubicBezTo>
                  <a:pt x="661060" y="20782"/>
                  <a:pt x="695696" y="10391"/>
                  <a:pt x="730332" y="0"/>
                </a:cubicBezTo>
              </a:path>
            </a:pathLst>
          </a:custGeom>
          <a:noFill/>
          <a:ln w="5715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0114" name="Rectangle 18">
            <a:extLst>
              <a:ext uri="{FF2B5EF4-FFF2-40B4-BE49-F238E27FC236}">
                <a16:creationId xmlns:a16="http://schemas.microsoft.com/office/drawing/2014/main" id="{E5D81F46-1362-A96C-477A-51D88163D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1751014"/>
            <a:ext cx="1627188" cy="1679575"/>
          </a:xfrm>
          <a:prstGeom prst="rect">
            <a:avLst/>
          </a:prstGeom>
          <a:noFill/>
          <a:ln w="25560" cap="sq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60115" name="Object 19">
            <a:extLst>
              <a:ext uri="{FF2B5EF4-FFF2-40B4-BE49-F238E27FC236}">
                <a16:creationId xmlns:a16="http://schemas.microsoft.com/office/drawing/2014/main" id="{960A7BF0-F96D-771A-F551-094E122E00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0" y="1577976"/>
          <a:ext cx="32543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8" r:id="rId19" imgW="245880" imgH="201960" progId="">
                  <p:embed/>
                </p:oleObj>
              </mc:Choice>
              <mc:Fallback>
                <p:oleObj r:id="rId19" imgW="245880" imgH="201960" progId="">
                  <p:embed/>
                  <p:pic>
                    <p:nvPicPr>
                      <p:cNvPr id="260115" name="Object 19">
                        <a:extLst>
                          <a:ext uri="{FF2B5EF4-FFF2-40B4-BE49-F238E27FC236}">
                            <a16:creationId xmlns:a16="http://schemas.microsoft.com/office/drawing/2014/main" id="{960A7BF0-F96D-771A-F551-094E122E00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1577976"/>
                        <a:ext cx="325438" cy="3603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16" name="Object 20">
            <a:extLst>
              <a:ext uri="{FF2B5EF4-FFF2-40B4-BE49-F238E27FC236}">
                <a16:creationId xmlns:a16="http://schemas.microsoft.com/office/drawing/2014/main" id="{D19011CD-69F0-AF56-52A4-66A6EBB6EDB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953795" y="869157"/>
          <a:ext cx="84296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9" r:id="rId21" imgW="545400" imgH="396720" progId="">
                  <p:embed/>
                </p:oleObj>
              </mc:Choice>
              <mc:Fallback>
                <p:oleObj r:id="rId21" imgW="545400" imgH="396720" progId="">
                  <p:embed/>
                  <p:pic>
                    <p:nvPicPr>
                      <p:cNvPr id="260116" name="Object 20">
                        <a:extLst>
                          <a:ext uri="{FF2B5EF4-FFF2-40B4-BE49-F238E27FC236}">
                            <a16:creationId xmlns:a16="http://schemas.microsoft.com/office/drawing/2014/main" id="{D19011CD-69F0-AF56-52A4-66A6EBB6ED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795" y="869157"/>
                        <a:ext cx="842963" cy="7207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17" name="Object 21">
            <a:extLst>
              <a:ext uri="{FF2B5EF4-FFF2-40B4-BE49-F238E27FC236}">
                <a16:creationId xmlns:a16="http://schemas.microsoft.com/office/drawing/2014/main" id="{CE38B4EA-0D8A-645B-1E7E-B5DFA72DFCF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660357" y="894695"/>
          <a:ext cx="90646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0" r:id="rId23" imgW="575640" imgH="396720" progId="">
                  <p:embed/>
                </p:oleObj>
              </mc:Choice>
              <mc:Fallback>
                <p:oleObj r:id="rId23" imgW="575640" imgH="396720" progId="">
                  <p:embed/>
                  <p:pic>
                    <p:nvPicPr>
                      <p:cNvPr id="260117" name="Object 21">
                        <a:extLst>
                          <a:ext uri="{FF2B5EF4-FFF2-40B4-BE49-F238E27FC236}">
                            <a16:creationId xmlns:a16="http://schemas.microsoft.com/office/drawing/2014/main" id="{CE38B4EA-0D8A-645B-1E7E-B5DFA72DFC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357" y="894695"/>
                        <a:ext cx="906462" cy="7207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0118" name="AutoShape 22">
            <a:extLst>
              <a:ext uri="{FF2B5EF4-FFF2-40B4-BE49-F238E27FC236}">
                <a16:creationId xmlns:a16="http://schemas.microsoft.com/office/drawing/2014/main" id="{3429796E-492F-A8A1-2B7E-CEE620E72C2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54550" y="2767014"/>
            <a:ext cx="1620838" cy="1587"/>
          </a:xfrm>
          <a:prstGeom prst="straightConnector1">
            <a:avLst/>
          </a:prstGeom>
          <a:noFill/>
          <a:ln w="12600" cap="sq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0119" name="AutoShape 23">
            <a:extLst>
              <a:ext uri="{FF2B5EF4-FFF2-40B4-BE49-F238E27FC236}">
                <a16:creationId xmlns:a16="http://schemas.microsoft.com/office/drawing/2014/main" id="{03F12A1E-7141-5EAA-43B9-9F4AA98605A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73488" y="3036889"/>
            <a:ext cx="881062" cy="1587"/>
          </a:xfrm>
          <a:prstGeom prst="straightConnector1">
            <a:avLst/>
          </a:prstGeom>
          <a:noFill/>
          <a:ln w="12600" cap="sq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60120" name="Text Box 24">
            <a:extLst>
              <a:ext uri="{FF2B5EF4-FFF2-40B4-BE49-F238E27FC236}">
                <a16:creationId xmlns:a16="http://schemas.microsoft.com/office/drawing/2014/main" id="{2A4A9324-B6A3-DE10-584D-CAEC27BC8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550" y="2767014"/>
            <a:ext cx="81173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Enhance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channel</a:t>
            </a:r>
          </a:p>
        </p:txBody>
      </p:sp>
      <p:sp>
        <p:nvSpPr>
          <p:cNvPr id="260121" name="Text Box 25">
            <a:extLst>
              <a:ext uri="{FF2B5EF4-FFF2-40B4-BE49-F238E27FC236}">
                <a16:creationId xmlns:a16="http://schemas.microsoft.com/office/drawing/2014/main" id="{022EB732-582D-9616-54E1-38226596E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8397" y="2057401"/>
            <a:ext cx="75133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Provide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current</a:t>
            </a:r>
          </a:p>
        </p:txBody>
      </p:sp>
      <p:sp>
        <p:nvSpPr>
          <p:cNvPr id="260122" name="Text Box 26">
            <a:extLst>
              <a:ext uri="{FF2B5EF4-FFF2-40B4-BE49-F238E27FC236}">
                <a16:creationId xmlns:a16="http://schemas.microsoft.com/office/drawing/2014/main" id="{D13EA4C8-25CA-8B75-ACBC-8141E6F7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1" y="3995738"/>
            <a:ext cx="7093971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= Part to enhance channel + part to cause current flow</a:t>
            </a:r>
          </a:p>
        </p:txBody>
      </p:sp>
      <p:graphicFrame>
        <p:nvGraphicFramePr>
          <p:cNvPr id="260123" name="Object 27">
            <a:extLst>
              <a:ext uri="{FF2B5EF4-FFF2-40B4-BE49-F238E27FC236}">
                <a16:creationId xmlns:a16="http://schemas.microsoft.com/office/drawing/2014/main" id="{A3E650F4-A007-09C1-B2AA-8FBAFD9E38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2751" y="4541838"/>
          <a:ext cx="388302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r:id="rId25" imgW="2182320" imgH="463680" progId="">
                  <p:embed/>
                </p:oleObj>
              </mc:Choice>
              <mc:Fallback>
                <p:oleObj r:id="rId25" imgW="2182320" imgH="463680" progId="">
                  <p:embed/>
                  <p:pic>
                    <p:nvPicPr>
                      <p:cNvPr id="260123" name="Object 27">
                        <a:extLst>
                          <a:ext uri="{FF2B5EF4-FFF2-40B4-BE49-F238E27FC236}">
                            <a16:creationId xmlns:a16="http://schemas.microsoft.com/office/drawing/2014/main" id="{A3E650F4-A007-09C1-B2AA-8FBAFD9E38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1" y="4541838"/>
                        <a:ext cx="3883025" cy="8683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47092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1" name="Rectangle 1">
            <a:extLst>
              <a:ext uri="{FF2B5EF4-FFF2-40B4-BE49-F238E27FC236}">
                <a16:creationId xmlns:a16="http://schemas.microsoft.com/office/drawing/2014/main" id="{1C708D23-39BA-E5C4-B093-CDD9C0786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1" y="1443038"/>
            <a:ext cx="962025" cy="2055812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1122" name="Text Box 2">
            <a:extLst>
              <a:ext uri="{FF2B5EF4-FFF2-40B4-BE49-F238E27FC236}">
                <a16:creationId xmlns:a16="http://schemas.microsoft.com/office/drawing/2014/main" id="{85B87D03-B393-232C-D511-98EA7B678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1125"/>
            <a:ext cx="91440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tIns="91440" rIns="457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Increasing the output impedance</a:t>
            </a:r>
          </a:p>
        </p:txBody>
      </p:sp>
      <p:sp>
        <p:nvSpPr>
          <p:cNvPr id="261123" name="Text Box 3">
            <a:extLst>
              <a:ext uri="{FF2B5EF4-FFF2-40B4-BE49-F238E27FC236}">
                <a16:creationId xmlns:a16="http://schemas.microsoft.com/office/drawing/2014/main" id="{990AB01C-13CD-7E37-03D5-5FD7282E7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2089" y="6564314"/>
            <a:ext cx="631825" cy="29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09583FC9-C2FD-4E90-BA40-5AD4BCFD286D}" type="slidenum">
              <a:rPr kumimoji="0" lang="en-US" altLang="en-B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14</a:t>
            </a:fld>
            <a:endParaRPr kumimoji="0" lang="en-US" altLang="en-B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61124" name="Group 4">
            <a:extLst>
              <a:ext uri="{FF2B5EF4-FFF2-40B4-BE49-F238E27FC236}">
                <a16:creationId xmlns:a16="http://schemas.microsoft.com/office/drawing/2014/main" id="{AE3E7719-9CE7-2549-B5E9-41C8B1BE7DD4}"/>
              </a:ext>
            </a:extLst>
          </p:cNvPr>
          <p:cNvGrpSpPr>
            <a:grpSpLocks/>
          </p:cNvGrpSpPr>
          <p:nvPr/>
        </p:nvGrpSpPr>
        <p:grpSpPr bwMode="auto">
          <a:xfrm>
            <a:off x="4943476" y="1701804"/>
            <a:ext cx="396875" cy="612776"/>
            <a:chOff x="2154" y="1072"/>
            <a:chExt cx="250" cy="386"/>
          </a:xfrm>
        </p:grpSpPr>
        <p:sp>
          <p:nvSpPr>
            <p:cNvPr id="261125" name="Line 5">
              <a:extLst>
                <a:ext uri="{FF2B5EF4-FFF2-40B4-BE49-F238E27FC236}">
                  <a16:creationId xmlns:a16="http://schemas.microsoft.com/office/drawing/2014/main" id="{50A0558D-ACC7-C9BB-B55A-ABD21E6A7A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3" y="1072"/>
              <a:ext cx="0" cy="386"/>
            </a:xfrm>
            <a:prstGeom prst="line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26" name="Line 6">
              <a:extLst>
                <a:ext uri="{FF2B5EF4-FFF2-40B4-BE49-F238E27FC236}">
                  <a16:creationId xmlns:a16="http://schemas.microsoft.com/office/drawing/2014/main" id="{8BAEA2A1-3FA2-9BC8-A534-6C33BB58D9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8" y="1428"/>
              <a:ext cx="186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27" name="Line 7">
              <a:extLst>
                <a:ext uri="{FF2B5EF4-FFF2-40B4-BE49-F238E27FC236}">
                  <a16:creationId xmlns:a16="http://schemas.microsoft.com/office/drawing/2014/main" id="{163EC566-B896-A66A-C1D0-8AA6DA9EE9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3" y="1110"/>
              <a:ext cx="19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28" name="Line 8">
              <a:extLst>
                <a:ext uri="{FF2B5EF4-FFF2-40B4-BE49-F238E27FC236}">
                  <a16:creationId xmlns:a16="http://schemas.microsoft.com/office/drawing/2014/main" id="{3F17BCA4-665B-ABC6-23F3-FE76EFA0DD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54" y="1118"/>
              <a:ext cx="0" cy="31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sp>
        <p:nvSpPr>
          <p:cNvPr id="261129" name="Line 9">
            <a:extLst>
              <a:ext uri="{FF2B5EF4-FFF2-40B4-BE49-F238E27FC236}">
                <a16:creationId xmlns:a16="http://schemas.microsoft.com/office/drawing/2014/main" id="{DE59DF40-8042-5D23-9C33-C5111DA68C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41938" y="1217614"/>
            <a:ext cx="1587" cy="547687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61131" name="Object 11">
            <a:extLst>
              <a:ext uri="{FF2B5EF4-FFF2-40B4-BE49-F238E27FC236}">
                <a16:creationId xmlns:a16="http://schemas.microsoft.com/office/drawing/2014/main" id="{C0CB0141-6AEC-4074-96DD-78A6C98125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59288" y="815976"/>
          <a:ext cx="4302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" r:id="rId5" imgW="360360" imgH="201960" progId="">
                  <p:embed/>
                </p:oleObj>
              </mc:Choice>
              <mc:Fallback>
                <p:oleObj r:id="rId5" imgW="360360" imgH="201960" progId="">
                  <p:embed/>
                  <p:pic>
                    <p:nvPicPr>
                      <p:cNvPr id="261131" name="Object 11">
                        <a:extLst>
                          <a:ext uri="{FF2B5EF4-FFF2-40B4-BE49-F238E27FC236}">
                            <a16:creationId xmlns:a16="http://schemas.microsoft.com/office/drawing/2014/main" id="{C0CB0141-6AEC-4074-96DD-78A6C98125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288" y="815976"/>
                        <a:ext cx="430212" cy="3603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2" name="Object 12">
            <a:extLst>
              <a:ext uri="{FF2B5EF4-FFF2-40B4-BE49-F238E27FC236}">
                <a16:creationId xmlns:a16="http://schemas.microsoft.com/office/drawing/2014/main" id="{416D051E-5145-FF25-43F9-44FE805854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4289" y="1795463"/>
          <a:ext cx="4921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r:id="rId7" imgW="311400" imgH="201960" progId="">
                  <p:embed/>
                </p:oleObj>
              </mc:Choice>
              <mc:Fallback>
                <p:oleObj r:id="rId7" imgW="311400" imgH="201960" progId="">
                  <p:embed/>
                  <p:pic>
                    <p:nvPicPr>
                      <p:cNvPr id="261132" name="Object 12">
                        <a:extLst>
                          <a:ext uri="{FF2B5EF4-FFF2-40B4-BE49-F238E27FC236}">
                            <a16:creationId xmlns:a16="http://schemas.microsoft.com/office/drawing/2014/main" id="{416D051E-5145-FF25-43F9-44FE80585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4289" y="1795463"/>
                        <a:ext cx="492125" cy="4111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1133" name="Group 13">
            <a:extLst>
              <a:ext uri="{FF2B5EF4-FFF2-40B4-BE49-F238E27FC236}">
                <a16:creationId xmlns:a16="http://schemas.microsoft.com/office/drawing/2014/main" id="{E3E5E9BA-2E55-D98F-1F2C-C3219157CE4F}"/>
              </a:ext>
            </a:extLst>
          </p:cNvPr>
          <p:cNvGrpSpPr>
            <a:grpSpLocks/>
          </p:cNvGrpSpPr>
          <p:nvPr/>
        </p:nvGrpSpPr>
        <p:grpSpPr bwMode="auto">
          <a:xfrm>
            <a:off x="4953068" y="2608267"/>
            <a:ext cx="398470" cy="612776"/>
            <a:chOff x="2160" y="1643"/>
            <a:chExt cx="251" cy="386"/>
          </a:xfrm>
        </p:grpSpPr>
        <p:sp>
          <p:nvSpPr>
            <p:cNvPr id="261134" name="Line 14">
              <a:extLst>
                <a:ext uri="{FF2B5EF4-FFF2-40B4-BE49-F238E27FC236}">
                  <a16:creationId xmlns:a16="http://schemas.microsoft.com/office/drawing/2014/main" id="{370C923C-C863-8C69-CB79-FF58DB4B68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9" y="1643"/>
              <a:ext cx="0" cy="386"/>
            </a:xfrm>
            <a:prstGeom prst="line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35" name="Line 15">
              <a:extLst>
                <a:ext uri="{FF2B5EF4-FFF2-40B4-BE49-F238E27FC236}">
                  <a16:creationId xmlns:a16="http://schemas.microsoft.com/office/drawing/2014/main" id="{A925B285-C5C5-DC00-548B-5D9F50508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0" y="1998"/>
              <a:ext cx="20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36" name="Line 16">
              <a:extLst>
                <a:ext uri="{FF2B5EF4-FFF2-40B4-BE49-F238E27FC236}">
                  <a16:creationId xmlns:a16="http://schemas.microsoft.com/office/drawing/2014/main" id="{7699C62B-AF8F-76A5-E35D-E3C498094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1680"/>
              <a:ext cx="19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37" name="Line 17">
              <a:extLst>
                <a:ext uri="{FF2B5EF4-FFF2-40B4-BE49-F238E27FC236}">
                  <a16:creationId xmlns:a16="http://schemas.microsoft.com/office/drawing/2014/main" id="{B56D1A49-7C6D-5717-5040-7ED37F00E7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1679"/>
              <a:ext cx="0" cy="31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sp>
        <p:nvSpPr>
          <p:cNvPr id="261138" name="Line 18">
            <a:extLst>
              <a:ext uri="{FF2B5EF4-FFF2-40B4-BE49-F238E27FC236}">
                <a16:creationId xmlns:a16="http://schemas.microsoft.com/office/drawing/2014/main" id="{995DE2B4-81EE-94D6-8126-D6EAAEB46B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49875" y="2266951"/>
            <a:ext cx="0" cy="387350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1139" name="Line 19">
            <a:extLst>
              <a:ext uri="{FF2B5EF4-FFF2-40B4-BE49-F238E27FC236}">
                <a16:creationId xmlns:a16="http://schemas.microsoft.com/office/drawing/2014/main" id="{91FF22DC-3E99-0F12-AE5C-CC5396510C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5189" y="2466975"/>
            <a:ext cx="674687" cy="0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1140" name="Line 20">
            <a:extLst>
              <a:ext uri="{FF2B5EF4-FFF2-40B4-BE49-F238E27FC236}">
                <a16:creationId xmlns:a16="http://schemas.microsoft.com/office/drawing/2014/main" id="{47AF8759-F86E-D318-3F0D-CEDC7C00B5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75189" y="2006601"/>
            <a:ext cx="266700" cy="0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1142" name="Line 22">
            <a:extLst>
              <a:ext uri="{FF2B5EF4-FFF2-40B4-BE49-F238E27FC236}">
                <a16:creationId xmlns:a16="http://schemas.microsoft.com/office/drawing/2014/main" id="{75453CC4-B042-4694-5C17-7FED40DEF0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1618" y="3181352"/>
            <a:ext cx="1588" cy="547687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1143" name="Line 23">
            <a:extLst>
              <a:ext uri="{FF2B5EF4-FFF2-40B4-BE49-F238E27FC236}">
                <a16:creationId xmlns:a16="http://schemas.microsoft.com/office/drawing/2014/main" id="{87360C62-2AA4-6252-5873-14FA389AEE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5189" y="2014539"/>
            <a:ext cx="1587" cy="890587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pSp>
        <p:nvGrpSpPr>
          <p:cNvPr id="261144" name="Group 24">
            <a:extLst>
              <a:ext uri="{FF2B5EF4-FFF2-40B4-BE49-F238E27FC236}">
                <a16:creationId xmlns:a16="http://schemas.microsoft.com/office/drawing/2014/main" id="{6B1C2D66-0055-7BD1-9970-DCFEEA788471}"/>
              </a:ext>
            </a:extLst>
          </p:cNvPr>
          <p:cNvGrpSpPr>
            <a:grpSpLocks/>
          </p:cNvGrpSpPr>
          <p:nvPr/>
        </p:nvGrpSpPr>
        <p:grpSpPr bwMode="auto">
          <a:xfrm>
            <a:off x="5246687" y="3749675"/>
            <a:ext cx="169863" cy="71438"/>
            <a:chOff x="2356" y="2346"/>
            <a:chExt cx="107" cy="45"/>
          </a:xfrm>
        </p:grpSpPr>
        <p:sp>
          <p:nvSpPr>
            <p:cNvPr id="261145" name="Line 25">
              <a:extLst>
                <a:ext uri="{FF2B5EF4-FFF2-40B4-BE49-F238E27FC236}">
                  <a16:creationId xmlns:a16="http://schemas.microsoft.com/office/drawing/2014/main" id="{551D0853-64D1-AEAD-49B7-910798E5C9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5" y="2346"/>
              <a:ext cx="109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46" name="Line 26">
              <a:extLst>
                <a:ext uri="{FF2B5EF4-FFF2-40B4-BE49-F238E27FC236}">
                  <a16:creationId xmlns:a16="http://schemas.microsoft.com/office/drawing/2014/main" id="{B38AB880-A2F3-A670-9CDA-D532117C70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7" y="2370"/>
              <a:ext cx="7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47" name="Line 27">
              <a:extLst>
                <a:ext uri="{FF2B5EF4-FFF2-40B4-BE49-F238E27FC236}">
                  <a16:creationId xmlns:a16="http://schemas.microsoft.com/office/drawing/2014/main" id="{8F4AE39C-045B-2055-2782-2D798EC95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9" y="2392"/>
              <a:ext cx="43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graphicFrame>
        <p:nvGraphicFramePr>
          <p:cNvPr id="261148" name="Object 28">
            <a:extLst>
              <a:ext uri="{FF2B5EF4-FFF2-40B4-BE49-F238E27FC236}">
                <a16:creationId xmlns:a16="http://schemas.microsoft.com/office/drawing/2014/main" id="{4154D65E-A9D9-EC41-414C-FF0EB04B14F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53013" y="2706689"/>
          <a:ext cx="58896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r:id="rId9" imgW="386280" imgH="201960" progId="">
                  <p:embed/>
                </p:oleObj>
              </mc:Choice>
              <mc:Fallback>
                <p:oleObj r:id="rId9" imgW="386280" imgH="201960" progId="">
                  <p:embed/>
                  <p:pic>
                    <p:nvPicPr>
                      <p:cNvPr id="261148" name="Object 28">
                        <a:extLst>
                          <a:ext uri="{FF2B5EF4-FFF2-40B4-BE49-F238E27FC236}">
                            <a16:creationId xmlns:a16="http://schemas.microsoft.com/office/drawing/2014/main" id="{4154D65E-A9D9-EC41-414C-FF0EB04B14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3013" y="2706689"/>
                        <a:ext cx="588962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1149" name="Group 29">
            <a:extLst>
              <a:ext uri="{FF2B5EF4-FFF2-40B4-BE49-F238E27FC236}">
                <a16:creationId xmlns:a16="http://schemas.microsoft.com/office/drawing/2014/main" id="{F42B0751-BCBF-083D-BFD8-B72C0F032B50}"/>
              </a:ext>
            </a:extLst>
          </p:cNvPr>
          <p:cNvGrpSpPr>
            <a:grpSpLocks/>
          </p:cNvGrpSpPr>
          <p:nvPr/>
        </p:nvGrpSpPr>
        <p:grpSpPr bwMode="auto">
          <a:xfrm>
            <a:off x="4003712" y="2598742"/>
            <a:ext cx="450856" cy="612776"/>
            <a:chOff x="1562" y="1637"/>
            <a:chExt cx="284" cy="386"/>
          </a:xfrm>
        </p:grpSpPr>
        <p:sp>
          <p:nvSpPr>
            <p:cNvPr id="261150" name="Line 30">
              <a:extLst>
                <a:ext uri="{FF2B5EF4-FFF2-40B4-BE49-F238E27FC236}">
                  <a16:creationId xmlns:a16="http://schemas.microsoft.com/office/drawing/2014/main" id="{81826EFF-2C77-2F97-FCF8-4BDDB8738A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3" y="1637"/>
              <a:ext cx="0" cy="386"/>
            </a:xfrm>
            <a:prstGeom prst="line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51" name="Line 31">
              <a:extLst>
                <a:ext uri="{FF2B5EF4-FFF2-40B4-BE49-F238E27FC236}">
                  <a16:creationId xmlns:a16="http://schemas.microsoft.com/office/drawing/2014/main" id="{6101E7A0-58FA-405F-BE6B-694C203B9C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2" y="2003"/>
              <a:ext cx="238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52" name="Line 32">
              <a:extLst>
                <a:ext uri="{FF2B5EF4-FFF2-40B4-BE49-F238E27FC236}">
                  <a16:creationId xmlns:a16="http://schemas.microsoft.com/office/drawing/2014/main" id="{33F4DF58-4B5E-5422-565F-E01AD68B37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2" y="1685"/>
              <a:ext cx="226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53" name="Line 33">
              <a:extLst>
                <a:ext uri="{FF2B5EF4-FFF2-40B4-BE49-F238E27FC236}">
                  <a16:creationId xmlns:a16="http://schemas.microsoft.com/office/drawing/2014/main" id="{E1D8CC70-8A24-29AD-3E26-1A22715502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6" y="1684"/>
              <a:ext cx="0" cy="31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sp>
        <p:nvSpPr>
          <p:cNvPr id="261154" name="Line 34">
            <a:extLst>
              <a:ext uri="{FF2B5EF4-FFF2-40B4-BE49-F238E27FC236}">
                <a16:creationId xmlns:a16="http://schemas.microsoft.com/office/drawing/2014/main" id="{6A3AF239-A051-E604-2C54-B62AC55408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56904" y="2908304"/>
            <a:ext cx="492124" cy="1585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61155" name="Object 35">
            <a:extLst>
              <a:ext uri="{FF2B5EF4-FFF2-40B4-BE49-F238E27FC236}">
                <a16:creationId xmlns:a16="http://schemas.microsoft.com/office/drawing/2014/main" id="{D5737F20-1D3C-F1C8-F602-16C63BB2C8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8876" y="2700339"/>
          <a:ext cx="6143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3" r:id="rId11" imgW="388440" imgH="201960" progId="">
                  <p:embed/>
                </p:oleObj>
              </mc:Choice>
              <mc:Fallback>
                <p:oleObj r:id="rId11" imgW="388440" imgH="201960" progId="">
                  <p:embed/>
                  <p:pic>
                    <p:nvPicPr>
                      <p:cNvPr id="261155" name="Object 35">
                        <a:extLst>
                          <a:ext uri="{FF2B5EF4-FFF2-40B4-BE49-F238E27FC236}">
                            <a16:creationId xmlns:a16="http://schemas.microsoft.com/office/drawing/2014/main" id="{D5737F20-1D3C-F1C8-F602-16C63BB2C8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76" y="2700339"/>
                        <a:ext cx="614363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1157" name="Group 37">
            <a:extLst>
              <a:ext uri="{FF2B5EF4-FFF2-40B4-BE49-F238E27FC236}">
                <a16:creationId xmlns:a16="http://schemas.microsoft.com/office/drawing/2014/main" id="{4BF46675-5BCC-9E68-A47A-5F547A4D8626}"/>
              </a:ext>
            </a:extLst>
          </p:cNvPr>
          <p:cNvGrpSpPr>
            <a:grpSpLocks/>
          </p:cNvGrpSpPr>
          <p:nvPr/>
        </p:nvGrpSpPr>
        <p:grpSpPr bwMode="auto">
          <a:xfrm>
            <a:off x="3933048" y="4179891"/>
            <a:ext cx="169862" cy="71437"/>
            <a:chOff x="1515" y="2629"/>
            <a:chExt cx="107" cy="45"/>
          </a:xfrm>
        </p:grpSpPr>
        <p:sp>
          <p:nvSpPr>
            <p:cNvPr id="261158" name="Line 38">
              <a:extLst>
                <a:ext uri="{FF2B5EF4-FFF2-40B4-BE49-F238E27FC236}">
                  <a16:creationId xmlns:a16="http://schemas.microsoft.com/office/drawing/2014/main" id="{504FBB36-75CD-5DD9-2D99-46AB46FBC5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4" y="2629"/>
              <a:ext cx="109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59" name="Line 39">
              <a:extLst>
                <a:ext uri="{FF2B5EF4-FFF2-40B4-BE49-F238E27FC236}">
                  <a16:creationId xmlns:a16="http://schemas.microsoft.com/office/drawing/2014/main" id="{26356C75-9C19-2290-7D1F-AE8E7BE4C7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2653"/>
              <a:ext cx="71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60" name="Line 40">
              <a:extLst>
                <a:ext uri="{FF2B5EF4-FFF2-40B4-BE49-F238E27FC236}">
                  <a16:creationId xmlns:a16="http://schemas.microsoft.com/office/drawing/2014/main" id="{EEFA2B16-C717-3F8A-F66C-7EEBCCB5F7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8" y="2675"/>
              <a:ext cx="43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sp>
        <p:nvSpPr>
          <p:cNvPr id="261161" name="Line 41">
            <a:extLst>
              <a:ext uri="{FF2B5EF4-FFF2-40B4-BE49-F238E27FC236}">
                <a16:creationId xmlns:a16="http://schemas.microsoft.com/office/drawing/2014/main" id="{D2554D1F-34BB-C44A-4286-9729E4FE2C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0502" y="1221582"/>
            <a:ext cx="1587" cy="1452562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1162" name="Line 42">
            <a:extLst>
              <a:ext uri="{FF2B5EF4-FFF2-40B4-BE49-F238E27FC236}">
                <a16:creationId xmlns:a16="http://schemas.microsoft.com/office/drawing/2014/main" id="{AE37CB2E-3EDF-8383-10B5-1201CA4F99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00475" y="2185989"/>
            <a:ext cx="1588" cy="363537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61163" name="Object 43">
            <a:extLst>
              <a:ext uri="{FF2B5EF4-FFF2-40B4-BE49-F238E27FC236}">
                <a16:creationId xmlns:a16="http://schemas.microsoft.com/office/drawing/2014/main" id="{C6B00DD7-DB54-9124-D2CF-2F20D1A60E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5013" y="2112964"/>
          <a:ext cx="5397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r:id="rId13" imgW="348120" imgH="201960" progId="">
                  <p:embed/>
                </p:oleObj>
              </mc:Choice>
              <mc:Fallback>
                <p:oleObj r:id="rId13" imgW="348120" imgH="201960" progId="">
                  <p:embed/>
                  <p:pic>
                    <p:nvPicPr>
                      <p:cNvPr id="261163" name="Object 43">
                        <a:extLst>
                          <a:ext uri="{FF2B5EF4-FFF2-40B4-BE49-F238E27FC236}">
                            <a16:creationId xmlns:a16="http://schemas.microsoft.com/office/drawing/2014/main" id="{C6B00DD7-DB54-9124-D2CF-2F20D1A60E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013" y="2112964"/>
                        <a:ext cx="539750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64" name="Object 44">
            <a:extLst>
              <a:ext uri="{FF2B5EF4-FFF2-40B4-BE49-F238E27FC236}">
                <a16:creationId xmlns:a16="http://schemas.microsoft.com/office/drawing/2014/main" id="{C9B15115-6068-13AC-2E89-941109C7F0D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20407" y="2984501"/>
          <a:ext cx="4921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r:id="rId15" imgW="354240" imgH="201960" progId="">
                  <p:embed/>
                </p:oleObj>
              </mc:Choice>
              <mc:Fallback>
                <p:oleObj r:id="rId15" imgW="354240" imgH="201960" progId="">
                  <p:embed/>
                  <p:pic>
                    <p:nvPicPr>
                      <p:cNvPr id="261164" name="Object 44">
                        <a:extLst>
                          <a:ext uri="{FF2B5EF4-FFF2-40B4-BE49-F238E27FC236}">
                            <a16:creationId xmlns:a16="http://schemas.microsoft.com/office/drawing/2014/main" id="{C9B15115-6068-13AC-2E89-941109C7F0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0407" y="2984501"/>
                        <a:ext cx="492125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65" name="Object 45">
            <a:extLst>
              <a:ext uri="{FF2B5EF4-FFF2-40B4-BE49-F238E27FC236}">
                <a16:creationId xmlns:a16="http://schemas.microsoft.com/office/drawing/2014/main" id="{2C9E125F-54B3-F847-9CDA-794813BD3A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9750" y="2405064"/>
          <a:ext cx="35083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" r:id="rId17" imgW="183960" imgH="169560" progId="">
                  <p:embed/>
                </p:oleObj>
              </mc:Choice>
              <mc:Fallback>
                <p:oleObj r:id="rId17" imgW="183960" imgH="169560" progId="">
                  <p:embed/>
                  <p:pic>
                    <p:nvPicPr>
                      <p:cNvPr id="261165" name="Object 45">
                        <a:extLst>
                          <a:ext uri="{FF2B5EF4-FFF2-40B4-BE49-F238E27FC236}">
                            <a16:creationId xmlns:a16="http://schemas.microsoft.com/office/drawing/2014/main" id="{2C9E125F-54B3-F847-9CDA-794813BD3A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2405064"/>
                        <a:ext cx="350838" cy="3460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66" name="Object 46">
            <a:extLst>
              <a:ext uri="{FF2B5EF4-FFF2-40B4-BE49-F238E27FC236}">
                <a16:creationId xmlns:a16="http://schemas.microsoft.com/office/drawing/2014/main" id="{D53E2A6B-2C4C-EA52-B77F-0A8F2F7699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6739" y="4013201"/>
          <a:ext cx="319087" cy="18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r:id="rId19" imgW="208800" imgH="169560" progId="">
                  <p:embed/>
                </p:oleObj>
              </mc:Choice>
              <mc:Fallback>
                <p:oleObj r:id="rId19" imgW="208800" imgH="169560" progId="">
                  <p:embed/>
                  <p:pic>
                    <p:nvPicPr>
                      <p:cNvPr id="261166" name="Object 46">
                        <a:extLst>
                          <a:ext uri="{FF2B5EF4-FFF2-40B4-BE49-F238E27FC236}">
                            <a16:creationId xmlns:a16="http://schemas.microsoft.com/office/drawing/2014/main" id="{D53E2A6B-2C4C-EA52-B77F-0A8F2F7699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739" y="4013201"/>
                        <a:ext cx="319087" cy="1889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67" name="Object 47">
            <a:extLst>
              <a:ext uri="{FF2B5EF4-FFF2-40B4-BE49-F238E27FC236}">
                <a16:creationId xmlns:a16="http://schemas.microsoft.com/office/drawing/2014/main" id="{71AA8E63-D3EB-A4F7-3FF9-02DEFDFAD2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5014" y="2873376"/>
          <a:ext cx="5873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r:id="rId21" imgW="384840" imgH="201960" progId="">
                  <p:embed/>
                </p:oleObj>
              </mc:Choice>
              <mc:Fallback>
                <p:oleObj r:id="rId21" imgW="384840" imgH="201960" progId="">
                  <p:embed/>
                  <p:pic>
                    <p:nvPicPr>
                      <p:cNvPr id="261167" name="Object 47">
                        <a:extLst>
                          <a:ext uri="{FF2B5EF4-FFF2-40B4-BE49-F238E27FC236}">
                            <a16:creationId xmlns:a16="http://schemas.microsoft.com/office/drawing/2014/main" id="{71AA8E63-D3EB-A4F7-3FF9-02DEFDFAD2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014" y="2873376"/>
                        <a:ext cx="587375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68" name="Line 48">
            <a:extLst>
              <a:ext uri="{FF2B5EF4-FFF2-40B4-BE49-F238E27FC236}">
                <a16:creationId xmlns:a16="http://schemas.microsoft.com/office/drawing/2014/main" id="{16AB36AB-8CAF-72FA-6170-19F84FF406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2389" y="3498850"/>
            <a:ext cx="3557587" cy="1588"/>
          </a:xfrm>
          <a:prstGeom prst="line">
            <a:avLst/>
          </a:prstGeom>
          <a:noFill/>
          <a:ln w="5715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1169" name="Line 49">
            <a:extLst>
              <a:ext uri="{FF2B5EF4-FFF2-40B4-BE49-F238E27FC236}">
                <a16:creationId xmlns:a16="http://schemas.microsoft.com/office/drawing/2014/main" id="{92EDF8B4-CAC3-C0F4-82B2-C652A0C00C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1614" y="1306514"/>
            <a:ext cx="1587" cy="2287587"/>
          </a:xfrm>
          <a:prstGeom prst="line">
            <a:avLst/>
          </a:prstGeom>
          <a:noFill/>
          <a:ln w="5715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1170" name="Line 50">
            <a:extLst>
              <a:ext uri="{FF2B5EF4-FFF2-40B4-BE49-F238E27FC236}">
                <a16:creationId xmlns:a16="http://schemas.microsoft.com/office/drawing/2014/main" id="{153CCB6B-A458-DCA0-81FF-E016DF3883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96139" y="1306514"/>
            <a:ext cx="1587" cy="2211387"/>
          </a:xfrm>
          <a:prstGeom prst="line">
            <a:avLst/>
          </a:prstGeom>
          <a:noFill/>
          <a:ln w="25560" cap="sq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1171" name="Line 51">
            <a:extLst>
              <a:ext uri="{FF2B5EF4-FFF2-40B4-BE49-F238E27FC236}">
                <a16:creationId xmlns:a16="http://schemas.microsoft.com/office/drawing/2014/main" id="{373569E6-B7F9-0F07-E310-C8623EDE01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66250" y="1289050"/>
            <a:ext cx="1588" cy="2211388"/>
          </a:xfrm>
          <a:prstGeom prst="line">
            <a:avLst/>
          </a:prstGeom>
          <a:noFill/>
          <a:ln w="25560" cap="sq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1172" name="Line 52">
            <a:extLst>
              <a:ext uri="{FF2B5EF4-FFF2-40B4-BE49-F238E27FC236}">
                <a16:creationId xmlns:a16="http://schemas.microsoft.com/office/drawing/2014/main" id="{18370AF6-0DFE-70E1-B725-E516B359CE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80276" y="1749425"/>
            <a:ext cx="2384425" cy="401638"/>
          </a:xfrm>
          <a:prstGeom prst="line">
            <a:avLst/>
          </a:prstGeom>
          <a:noFill/>
          <a:ln w="5715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1173" name="Freeform 53">
            <a:extLst>
              <a:ext uri="{FF2B5EF4-FFF2-40B4-BE49-F238E27FC236}">
                <a16:creationId xmlns:a16="http://schemas.microsoft.com/office/drawing/2014/main" id="{4DC87C9C-6B60-2634-9D26-DDC52E84D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149476"/>
            <a:ext cx="730250" cy="1323975"/>
          </a:xfrm>
          <a:custGeom>
            <a:avLst/>
            <a:gdLst>
              <a:gd name="G0" fmla="+- 13359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1 0 0"/>
              <a:gd name="G16" fmla="+- 1 0 0"/>
              <a:gd name="G17" fmla="+- 1 0 0"/>
              <a:gd name="G18" fmla="+- 1 0 0"/>
              <a:gd name="G19" fmla="+- 1 0 0"/>
              <a:gd name="G20" fmla="+- 1 0 0"/>
              <a:gd name="G21" fmla="+- 1 0 0"/>
              <a:gd name="T0" fmla="*/ 0 w 730332"/>
              <a:gd name="T1" fmla="*/ 1322115 h 1324099"/>
              <a:gd name="T2" fmla="*/ 82983 w 730332"/>
              <a:gd name="T3" fmla="*/ 1055320 h 1324099"/>
              <a:gd name="T4" fmla="*/ 201512 w 730332"/>
              <a:gd name="T5" fmla="*/ 681807 h 1324099"/>
              <a:gd name="T6" fmla="*/ 302277 w 730332"/>
              <a:gd name="T7" fmla="*/ 426872 h 1324099"/>
              <a:gd name="T8" fmla="*/ 420822 w 730332"/>
              <a:gd name="T9" fmla="*/ 213436 h 1324099"/>
              <a:gd name="T10" fmla="*/ 539351 w 730332"/>
              <a:gd name="T11" fmla="*/ 88937 h 1324099"/>
              <a:gd name="T12" fmla="*/ 628256 w 730332"/>
              <a:gd name="T13" fmla="*/ 35578 h 1324099"/>
              <a:gd name="T14" fmla="*/ 729020 w 730332"/>
              <a:gd name="T15" fmla="*/ 0 h 13240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30332" h="1324099">
                <a:moveTo>
                  <a:pt x="0" y="1324099"/>
                </a:moveTo>
                <a:cubicBezTo>
                  <a:pt x="24740" y="1243940"/>
                  <a:pt x="49480" y="1163782"/>
                  <a:pt x="83127" y="1056904"/>
                </a:cubicBezTo>
                <a:cubicBezTo>
                  <a:pt x="116774" y="950026"/>
                  <a:pt x="165264" y="787730"/>
                  <a:pt x="201880" y="682831"/>
                </a:cubicBezTo>
                <a:cubicBezTo>
                  <a:pt x="238496" y="577932"/>
                  <a:pt x="266205" y="505691"/>
                  <a:pt x="302821" y="427512"/>
                </a:cubicBezTo>
                <a:cubicBezTo>
                  <a:pt x="339437" y="349333"/>
                  <a:pt x="381990" y="270164"/>
                  <a:pt x="421574" y="213756"/>
                </a:cubicBezTo>
                <a:cubicBezTo>
                  <a:pt x="461158" y="157348"/>
                  <a:pt x="505691" y="118753"/>
                  <a:pt x="540327" y="89065"/>
                </a:cubicBezTo>
                <a:cubicBezTo>
                  <a:pt x="574963" y="59377"/>
                  <a:pt x="597725" y="50470"/>
                  <a:pt x="629392" y="35626"/>
                </a:cubicBezTo>
                <a:cubicBezTo>
                  <a:pt x="661060" y="20782"/>
                  <a:pt x="695696" y="10391"/>
                  <a:pt x="730332" y="0"/>
                </a:cubicBezTo>
              </a:path>
            </a:pathLst>
          </a:custGeom>
          <a:noFill/>
          <a:ln w="5715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61174" name="Object 54">
            <a:extLst>
              <a:ext uri="{FF2B5EF4-FFF2-40B4-BE49-F238E27FC236}">
                <a16:creationId xmlns:a16="http://schemas.microsoft.com/office/drawing/2014/main" id="{8D264581-B6BA-4C4A-6260-FA1E376FCD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64350" y="3548064"/>
          <a:ext cx="128270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" r:id="rId23" imgW="1082880" imgH="222840" progId="">
                  <p:embed/>
                </p:oleObj>
              </mc:Choice>
              <mc:Fallback>
                <p:oleObj r:id="rId23" imgW="1082880" imgH="222840" progId="">
                  <p:embed/>
                  <p:pic>
                    <p:nvPicPr>
                      <p:cNvPr id="261174" name="Object 54">
                        <a:extLst>
                          <a:ext uri="{FF2B5EF4-FFF2-40B4-BE49-F238E27FC236}">
                            <a16:creationId xmlns:a16="http://schemas.microsoft.com/office/drawing/2014/main" id="{8D264581-B6BA-4C4A-6260-FA1E376FCD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3548064"/>
                        <a:ext cx="1282700" cy="2952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75" name="Object 55">
            <a:extLst>
              <a:ext uri="{FF2B5EF4-FFF2-40B4-BE49-F238E27FC236}">
                <a16:creationId xmlns:a16="http://schemas.microsoft.com/office/drawing/2014/main" id="{D188EA1F-6865-B915-1101-6DE0712951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69064" y="3646489"/>
          <a:ext cx="166687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" r:id="rId25" imgW="169920" imgH="169560" progId="">
                  <p:embed/>
                </p:oleObj>
              </mc:Choice>
              <mc:Fallback>
                <p:oleObj r:id="rId25" imgW="169920" imgH="169560" progId="">
                  <p:embed/>
                  <p:pic>
                    <p:nvPicPr>
                      <p:cNvPr id="261175" name="Object 55">
                        <a:extLst>
                          <a:ext uri="{FF2B5EF4-FFF2-40B4-BE49-F238E27FC236}">
                            <a16:creationId xmlns:a16="http://schemas.microsoft.com/office/drawing/2014/main" id="{D188EA1F-6865-B915-1101-6DE0712951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064" y="3646489"/>
                        <a:ext cx="166687" cy="23018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76" name="Object 56">
            <a:extLst>
              <a:ext uri="{FF2B5EF4-FFF2-40B4-BE49-F238E27FC236}">
                <a16:creationId xmlns:a16="http://schemas.microsoft.com/office/drawing/2014/main" id="{A7C787FF-4BAF-CCAF-0DD7-34E1FCB4FD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5700" y="3382964"/>
          <a:ext cx="166688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1" r:id="rId27" imgW="169920" imgH="169560" progId="">
                  <p:embed/>
                </p:oleObj>
              </mc:Choice>
              <mc:Fallback>
                <p:oleObj r:id="rId27" imgW="169920" imgH="169560" progId="">
                  <p:embed/>
                  <p:pic>
                    <p:nvPicPr>
                      <p:cNvPr id="261176" name="Object 56">
                        <a:extLst>
                          <a:ext uri="{FF2B5EF4-FFF2-40B4-BE49-F238E27FC236}">
                            <a16:creationId xmlns:a16="http://schemas.microsoft.com/office/drawing/2014/main" id="{A7C787FF-4BAF-CCAF-0DD7-34E1FCB4FD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3382964"/>
                        <a:ext cx="166688" cy="23018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77" name="Object 57">
            <a:extLst>
              <a:ext uri="{FF2B5EF4-FFF2-40B4-BE49-F238E27FC236}">
                <a16:creationId xmlns:a16="http://schemas.microsoft.com/office/drawing/2014/main" id="{6D179BA6-D3D2-B659-2EA3-3F0FBE1660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9714" y="2460626"/>
          <a:ext cx="600075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2" r:id="rId28" imgW="525960" imgH="222840" progId="">
                  <p:embed/>
                </p:oleObj>
              </mc:Choice>
              <mc:Fallback>
                <p:oleObj r:id="rId28" imgW="525960" imgH="222840" progId="">
                  <p:embed/>
                  <p:pic>
                    <p:nvPicPr>
                      <p:cNvPr id="261177" name="Object 57">
                        <a:extLst>
                          <a:ext uri="{FF2B5EF4-FFF2-40B4-BE49-F238E27FC236}">
                            <a16:creationId xmlns:a16="http://schemas.microsoft.com/office/drawing/2014/main" id="{6D179BA6-D3D2-B659-2EA3-3F0FBE1660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9714" y="2460626"/>
                        <a:ext cx="600075" cy="2952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1178" name="AutoShape 58">
            <a:extLst>
              <a:ext uri="{FF2B5EF4-FFF2-40B4-BE49-F238E27FC236}">
                <a16:creationId xmlns:a16="http://schemas.microsoft.com/office/drawing/2014/main" id="{EFB0C44B-B10B-BB01-1320-B45EAD280F7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773989" y="2111375"/>
            <a:ext cx="179387" cy="280988"/>
          </a:xfrm>
          <a:prstGeom prst="straightConnector1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61179" name="AutoShape 59">
            <a:extLst>
              <a:ext uri="{FF2B5EF4-FFF2-40B4-BE49-F238E27FC236}">
                <a16:creationId xmlns:a16="http://schemas.microsoft.com/office/drawing/2014/main" id="{4026747A-A288-C44F-E945-558C3669F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9975" y="1539875"/>
            <a:ext cx="812800" cy="6032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Circuit</a:t>
            </a:r>
          </a:p>
        </p:txBody>
      </p:sp>
      <p:sp>
        <p:nvSpPr>
          <p:cNvPr id="261180" name="Line 60">
            <a:extLst>
              <a:ext uri="{FF2B5EF4-FFF2-40B4-BE49-F238E27FC236}">
                <a16:creationId xmlns:a16="http://schemas.microsoft.com/office/drawing/2014/main" id="{8451A436-583E-4849-6275-0CB83FEAE6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0625" y="1225550"/>
            <a:ext cx="1789311" cy="0"/>
          </a:xfrm>
          <a:prstGeom prst="line">
            <a:avLst/>
          </a:prstGeom>
          <a:noFill/>
          <a:ln w="762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aphicFrame>
        <p:nvGraphicFramePr>
          <p:cNvPr id="261181" name="Object 61">
            <a:extLst>
              <a:ext uri="{FF2B5EF4-FFF2-40B4-BE49-F238E27FC236}">
                <a16:creationId xmlns:a16="http://schemas.microsoft.com/office/drawing/2014/main" id="{E8369E5B-4B1C-71EE-3A12-50A34FC604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99564" y="3554413"/>
          <a:ext cx="333375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3" r:id="rId30" imgW="360360" imgH="201960" progId="">
                  <p:embed/>
                </p:oleObj>
              </mc:Choice>
              <mc:Fallback>
                <p:oleObj r:id="rId30" imgW="360360" imgH="201960" progId="">
                  <p:embed/>
                  <p:pic>
                    <p:nvPicPr>
                      <p:cNvPr id="261181" name="Object 61">
                        <a:extLst>
                          <a:ext uri="{FF2B5EF4-FFF2-40B4-BE49-F238E27FC236}">
                            <a16:creationId xmlns:a16="http://schemas.microsoft.com/office/drawing/2014/main" id="{E8369E5B-4B1C-71EE-3A12-50A34FC60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9564" y="3554413"/>
                        <a:ext cx="333375" cy="27781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82" name="Object 62">
            <a:extLst>
              <a:ext uri="{FF2B5EF4-FFF2-40B4-BE49-F238E27FC236}">
                <a16:creationId xmlns:a16="http://schemas.microsoft.com/office/drawing/2014/main" id="{8D56A458-1C7D-74DE-A527-FD850B8CF9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18651" y="1435101"/>
          <a:ext cx="333375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4" r:id="rId31" imgW="354240" imgH="201960" progId="">
                  <p:embed/>
                </p:oleObj>
              </mc:Choice>
              <mc:Fallback>
                <p:oleObj r:id="rId31" imgW="354240" imgH="201960" progId="">
                  <p:embed/>
                  <p:pic>
                    <p:nvPicPr>
                      <p:cNvPr id="261182" name="Object 62">
                        <a:extLst>
                          <a:ext uri="{FF2B5EF4-FFF2-40B4-BE49-F238E27FC236}">
                            <a16:creationId xmlns:a16="http://schemas.microsoft.com/office/drawing/2014/main" id="{8D56A458-1C7D-74DE-A527-FD850B8CF9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8651" y="1435101"/>
                        <a:ext cx="333375" cy="2952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83" name="Object 63">
            <a:extLst>
              <a:ext uri="{FF2B5EF4-FFF2-40B4-BE49-F238E27FC236}">
                <a16:creationId xmlns:a16="http://schemas.microsoft.com/office/drawing/2014/main" id="{49FF6C47-C903-0BCA-F323-8FDAE67794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3451" y="1246188"/>
          <a:ext cx="4746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5" r:id="rId32" imgW="348120" imgH="201960" progId="">
                  <p:embed/>
                </p:oleObj>
              </mc:Choice>
              <mc:Fallback>
                <p:oleObj r:id="rId32" imgW="348120" imgH="201960" progId="">
                  <p:embed/>
                  <p:pic>
                    <p:nvPicPr>
                      <p:cNvPr id="261183" name="Object 63">
                        <a:extLst>
                          <a:ext uri="{FF2B5EF4-FFF2-40B4-BE49-F238E27FC236}">
                            <a16:creationId xmlns:a16="http://schemas.microsoft.com/office/drawing/2014/main" id="{49FF6C47-C903-0BCA-F323-8FDAE67794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451" y="1246188"/>
                        <a:ext cx="474663" cy="3810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84" name="Object 64">
            <a:extLst>
              <a:ext uri="{FF2B5EF4-FFF2-40B4-BE49-F238E27FC236}">
                <a16:creationId xmlns:a16="http://schemas.microsoft.com/office/drawing/2014/main" id="{AF8863F2-B025-4455-1A39-CD593751CA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82201" y="3309938"/>
          <a:ext cx="5175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6" r:id="rId33" imgW="384840" imgH="201960" progId="">
                  <p:embed/>
                </p:oleObj>
              </mc:Choice>
              <mc:Fallback>
                <p:oleObj r:id="rId33" imgW="384840" imgH="201960" progId="">
                  <p:embed/>
                  <p:pic>
                    <p:nvPicPr>
                      <p:cNvPr id="261184" name="Object 64">
                        <a:extLst>
                          <a:ext uri="{FF2B5EF4-FFF2-40B4-BE49-F238E27FC236}">
                            <a16:creationId xmlns:a16="http://schemas.microsoft.com/office/drawing/2014/main" id="{AF8863F2-B025-4455-1A39-CD593751CA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2201" y="3309938"/>
                        <a:ext cx="517525" cy="3810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85" name="Text Box 65">
            <a:extLst>
              <a:ext uri="{FF2B5EF4-FFF2-40B4-BE49-F238E27FC236}">
                <a16:creationId xmlns:a16="http://schemas.microsoft.com/office/drawing/2014/main" id="{06FB064C-D40C-9589-E7A1-8B7086B84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6450" y="4464050"/>
            <a:ext cx="7958310" cy="1202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Intuitive: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AutoNum type="alphaLcParenBoth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 </a:t>
            </a:r>
            <a:r>
              <a:rPr kumimoji="0" lang="en-US" altLang="en-B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i</a:t>
            </a:r>
            <a:r>
              <a:rPr kumimoji="0" lang="en-US" altLang="en-BE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out</a:t>
            </a:r>
            <a:r>
              <a:rPr kumimoji="0" lang="en-US" altLang="en-BE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  </a:t>
            </a:r>
            <a:r>
              <a:rPr kumimoji="0" lang="en-US" altLang="en-B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increases→ (b) </a:t>
            </a:r>
            <a:r>
              <a:rPr kumimoji="0" lang="en-US" altLang="en-B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v</a:t>
            </a:r>
            <a:r>
              <a:rPr kumimoji="0" lang="en-US" altLang="en-BE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S</a:t>
            </a:r>
            <a:r>
              <a:rPr kumimoji="0" lang="en-US" altLang="en-B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 increases → (c) </a:t>
            </a:r>
            <a:r>
              <a:rPr kumimoji="0" lang="en-US" altLang="en-B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v</a:t>
            </a:r>
            <a:r>
              <a:rPr kumimoji="0" lang="en-US" altLang="en-BE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GS</a:t>
            </a:r>
            <a:r>
              <a:rPr kumimoji="0" lang="en-US" altLang="en-B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=V</a:t>
            </a:r>
            <a:r>
              <a:rPr kumimoji="0" lang="en-US" altLang="en-BE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GG</a:t>
            </a:r>
            <a:r>
              <a:rPr kumimoji="0" lang="en-US" altLang="en-B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-</a:t>
            </a:r>
            <a:r>
              <a:rPr kumimoji="0" lang="en-US" altLang="en-B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v</a:t>
            </a:r>
            <a:r>
              <a:rPr kumimoji="0" lang="en-US" altLang="en-BE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S</a:t>
            </a:r>
            <a:r>
              <a:rPr kumimoji="0" lang="en-US" altLang="en-B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 decreases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→ (d) </a:t>
            </a:r>
            <a:r>
              <a:rPr kumimoji="0" lang="en-US" altLang="en-B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i</a:t>
            </a:r>
            <a:r>
              <a:rPr kumimoji="0" lang="en-US" altLang="en-BE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out</a:t>
            </a:r>
            <a:r>
              <a:rPr kumimoji="0" lang="en-US" altLang="en-B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 decreases</a:t>
            </a:r>
          </a:p>
        </p:txBody>
      </p:sp>
      <p:sp>
        <p:nvSpPr>
          <p:cNvPr id="261186" name="Text Box 66">
            <a:extLst>
              <a:ext uri="{FF2B5EF4-FFF2-40B4-BE49-F238E27FC236}">
                <a16:creationId xmlns:a16="http://schemas.microsoft.com/office/drawing/2014/main" id="{943D8D96-1E0E-320E-D270-5E7C1F902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75" y="5994400"/>
            <a:ext cx="6172372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Feedback can be used to obtain answer quickly</a:t>
            </a:r>
          </a:p>
        </p:txBody>
      </p:sp>
      <p:graphicFrame>
        <p:nvGraphicFramePr>
          <p:cNvPr id="261187" name="Object 67">
            <a:extLst>
              <a:ext uri="{FF2B5EF4-FFF2-40B4-BE49-F238E27FC236}">
                <a16:creationId xmlns:a16="http://schemas.microsoft.com/office/drawing/2014/main" id="{CE1881F9-1A06-264D-B0B6-FF277CFA6E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5114" y="939800"/>
          <a:ext cx="5175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7" r:id="rId34" imgW="406080" imgH="201960" progId="">
                  <p:embed/>
                </p:oleObj>
              </mc:Choice>
              <mc:Fallback>
                <p:oleObj r:id="rId34" imgW="406080" imgH="201960" progId="">
                  <p:embed/>
                  <p:pic>
                    <p:nvPicPr>
                      <p:cNvPr id="261187" name="Object 67">
                        <a:extLst>
                          <a:ext uri="{FF2B5EF4-FFF2-40B4-BE49-F238E27FC236}">
                            <a16:creationId xmlns:a16="http://schemas.microsoft.com/office/drawing/2014/main" id="{CE1881F9-1A06-264D-B0B6-FF277CFA6E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5114" y="939800"/>
                        <a:ext cx="517525" cy="3810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1188" name="AutoShape 68">
            <a:extLst>
              <a:ext uri="{FF2B5EF4-FFF2-40B4-BE49-F238E27FC236}">
                <a16:creationId xmlns:a16="http://schemas.microsoft.com/office/drawing/2014/main" id="{5B7E16C7-AAD2-BBBD-B6EB-3F7B24D5843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77014" y="1357314"/>
            <a:ext cx="581025" cy="1587"/>
          </a:xfrm>
          <a:prstGeom prst="straightConnector1">
            <a:avLst/>
          </a:prstGeom>
          <a:noFill/>
          <a:ln w="12600" cap="sq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1189" name="AutoShape 69">
            <a:extLst>
              <a:ext uri="{FF2B5EF4-FFF2-40B4-BE49-F238E27FC236}">
                <a16:creationId xmlns:a16="http://schemas.microsoft.com/office/drawing/2014/main" id="{A6CF0A6D-0C73-FA89-87C1-A3AAB3473DA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18325" y="3038475"/>
            <a:ext cx="596900" cy="1588"/>
          </a:xfrm>
          <a:prstGeom prst="straightConnector1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61190" name="Line 70">
            <a:extLst>
              <a:ext uri="{FF2B5EF4-FFF2-40B4-BE49-F238E27FC236}">
                <a16:creationId xmlns:a16="http://schemas.microsoft.com/office/drawing/2014/main" id="{C08FFE84-07DA-AC89-6B9C-37EEE03A73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53289" y="1949451"/>
            <a:ext cx="2509837" cy="201613"/>
          </a:xfrm>
          <a:prstGeom prst="line">
            <a:avLst/>
          </a:prstGeom>
          <a:noFill/>
          <a:ln w="38100" cap="sq">
            <a:solidFill>
              <a:srgbClr val="00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1191" name="Line 71">
            <a:extLst>
              <a:ext uri="{FF2B5EF4-FFF2-40B4-BE49-F238E27FC236}">
                <a16:creationId xmlns:a16="http://schemas.microsoft.com/office/drawing/2014/main" id="{BAAE0D66-8456-3070-E24C-1FDB045827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15225" y="1338264"/>
            <a:ext cx="1588" cy="2211387"/>
          </a:xfrm>
          <a:prstGeom prst="line">
            <a:avLst/>
          </a:prstGeom>
          <a:noFill/>
          <a:ln w="25560" cap="sq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1192" name="Freeform 72">
            <a:extLst>
              <a:ext uri="{FF2B5EF4-FFF2-40B4-BE49-F238E27FC236}">
                <a16:creationId xmlns:a16="http://schemas.microsoft.com/office/drawing/2014/main" id="{B0C4110C-670D-C46E-7C4E-9ECE23F28ABB}"/>
              </a:ext>
            </a:extLst>
          </p:cNvPr>
          <p:cNvSpPr>
            <a:spLocks/>
          </p:cNvSpPr>
          <p:nvPr/>
        </p:nvSpPr>
        <p:spPr bwMode="auto">
          <a:xfrm>
            <a:off x="8181975" y="1751013"/>
            <a:ext cx="914400" cy="914400"/>
          </a:xfrm>
          <a:custGeom>
            <a:avLst/>
            <a:gdLst>
              <a:gd name="G0" fmla="+- 1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T0" fmla="*/ 457200 w 914400"/>
              <a:gd name="T1" fmla="*/ 0 h 914400"/>
              <a:gd name="T2" fmla="*/ 914400 w 914400"/>
              <a:gd name="T3" fmla="*/ 457200 h 9144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4400" h="914400" stroke="0"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lnTo>
                  <a:pt x="457200" y="457200"/>
                </a:lnTo>
                <a:lnTo>
                  <a:pt x="457200" y="0"/>
                </a:lnTo>
                <a:close/>
              </a:path>
              <a:path w="914400" h="914400" fill="none"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</a:path>
            </a:pathLst>
          </a:custGeom>
          <a:noFill/>
          <a:ln w="2556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grpSp>
        <p:nvGrpSpPr>
          <p:cNvPr id="261193" name="Group 73">
            <a:extLst>
              <a:ext uri="{FF2B5EF4-FFF2-40B4-BE49-F238E27FC236}">
                <a16:creationId xmlns:a16="http://schemas.microsoft.com/office/drawing/2014/main" id="{AC66CCC7-9691-5D51-D006-8C35A1347F09}"/>
              </a:ext>
            </a:extLst>
          </p:cNvPr>
          <p:cNvGrpSpPr>
            <a:grpSpLocks/>
          </p:cNvGrpSpPr>
          <p:nvPr/>
        </p:nvGrpSpPr>
        <p:grpSpPr bwMode="auto">
          <a:xfrm>
            <a:off x="3938603" y="3186125"/>
            <a:ext cx="150814" cy="977903"/>
            <a:chOff x="1524" y="2007"/>
            <a:chExt cx="95" cy="616"/>
          </a:xfrm>
        </p:grpSpPr>
        <p:sp>
          <p:nvSpPr>
            <p:cNvPr id="261194" name="Line 74">
              <a:extLst>
                <a:ext uri="{FF2B5EF4-FFF2-40B4-BE49-F238E27FC236}">
                  <a16:creationId xmlns:a16="http://schemas.microsoft.com/office/drawing/2014/main" id="{EF24A638-E971-E71F-1A3E-34080684C7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7" y="2235"/>
              <a:ext cx="50" cy="16"/>
            </a:xfrm>
            <a:prstGeom prst="line">
              <a:avLst/>
            </a:prstGeom>
            <a:noFill/>
            <a:ln w="2556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95" name="Line 75">
              <a:extLst>
                <a:ext uri="{FF2B5EF4-FFF2-40B4-BE49-F238E27FC236}">
                  <a16:creationId xmlns:a16="http://schemas.microsoft.com/office/drawing/2014/main" id="{C16B43FE-E925-FC55-B846-24880A9B7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78" y="2007"/>
              <a:ext cx="1" cy="226"/>
            </a:xfrm>
            <a:prstGeom prst="line">
              <a:avLst/>
            </a:prstGeom>
            <a:noFill/>
            <a:ln w="2556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96" name="Line 76">
              <a:extLst>
                <a:ext uri="{FF2B5EF4-FFF2-40B4-BE49-F238E27FC236}">
                  <a16:creationId xmlns:a16="http://schemas.microsoft.com/office/drawing/2014/main" id="{87699AD2-1BC9-8560-20ED-F09CD766B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" y="2255"/>
              <a:ext cx="91" cy="36"/>
            </a:xfrm>
            <a:prstGeom prst="line">
              <a:avLst/>
            </a:prstGeom>
            <a:noFill/>
            <a:ln w="2556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97" name="Line 77">
              <a:extLst>
                <a:ext uri="{FF2B5EF4-FFF2-40B4-BE49-F238E27FC236}">
                  <a16:creationId xmlns:a16="http://schemas.microsoft.com/office/drawing/2014/main" id="{A8558F57-9EE6-31B6-9F82-1C661DED52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6" y="2294"/>
              <a:ext cx="92" cy="26"/>
            </a:xfrm>
            <a:prstGeom prst="line">
              <a:avLst/>
            </a:prstGeom>
            <a:noFill/>
            <a:ln w="2556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98" name="Line 78">
              <a:extLst>
                <a:ext uri="{FF2B5EF4-FFF2-40B4-BE49-F238E27FC236}">
                  <a16:creationId xmlns:a16="http://schemas.microsoft.com/office/drawing/2014/main" id="{D6CD81C1-7B4B-E0E7-76A1-A292CBA9CA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74" y="2524"/>
              <a:ext cx="0" cy="99"/>
            </a:xfrm>
            <a:prstGeom prst="line">
              <a:avLst/>
            </a:prstGeom>
            <a:noFill/>
            <a:ln w="2556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199" name="Line 79">
              <a:extLst>
                <a:ext uri="{FF2B5EF4-FFF2-40B4-BE49-F238E27FC236}">
                  <a16:creationId xmlns:a16="http://schemas.microsoft.com/office/drawing/2014/main" id="{9ABB14B5-BFC7-5466-7DF0-87C19A0D6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6" y="2320"/>
              <a:ext cx="91" cy="36"/>
            </a:xfrm>
            <a:prstGeom prst="line">
              <a:avLst/>
            </a:prstGeom>
            <a:noFill/>
            <a:ln w="2556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200" name="Line 80">
              <a:extLst>
                <a:ext uri="{FF2B5EF4-FFF2-40B4-BE49-F238E27FC236}">
                  <a16:creationId xmlns:a16="http://schemas.microsoft.com/office/drawing/2014/main" id="{B82E0E97-2826-2E28-6099-E910921E52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7" y="2356"/>
              <a:ext cx="92" cy="26"/>
            </a:xfrm>
            <a:prstGeom prst="line">
              <a:avLst/>
            </a:prstGeom>
            <a:noFill/>
            <a:ln w="2556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201" name="Line 81">
              <a:extLst>
                <a:ext uri="{FF2B5EF4-FFF2-40B4-BE49-F238E27FC236}">
                  <a16:creationId xmlns:a16="http://schemas.microsoft.com/office/drawing/2014/main" id="{B65A96AE-E569-DC5D-09BC-40A131E18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6" y="2383"/>
              <a:ext cx="91" cy="36"/>
            </a:xfrm>
            <a:prstGeom prst="line">
              <a:avLst/>
            </a:prstGeom>
            <a:noFill/>
            <a:ln w="2556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202" name="Line 82">
              <a:extLst>
                <a:ext uri="{FF2B5EF4-FFF2-40B4-BE49-F238E27FC236}">
                  <a16:creationId xmlns:a16="http://schemas.microsoft.com/office/drawing/2014/main" id="{E44C17A4-DFBA-1F2E-A0A0-FD0656E1D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6" y="2420"/>
              <a:ext cx="92" cy="26"/>
            </a:xfrm>
            <a:prstGeom prst="line">
              <a:avLst/>
            </a:prstGeom>
            <a:noFill/>
            <a:ln w="2556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203" name="Line 83">
              <a:extLst>
                <a:ext uri="{FF2B5EF4-FFF2-40B4-BE49-F238E27FC236}">
                  <a16:creationId xmlns:a16="http://schemas.microsoft.com/office/drawing/2014/main" id="{2038B114-6CE0-4454-86A6-D88D36D5E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7" y="2444"/>
              <a:ext cx="91" cy="36"/>
            </a:xfrm>
            <a:prstGeom prst="line">
              <a:avLst/>
            </a:prstGeom>
            <a:noFill/>
            <a:ln w="2556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204" name="Line 84">
              <a:extLst>
                <a:ext uri="{FF2B5EF4-FFF2-40B4-BE49-F238E27FC236}">
                  <a16:creationId xmlns:a16="http://schemas.microsoft.com/office/drawing/2014/main" id="{9196D0CE-4BD2-48AA-2C1D-EDB4296E63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6" y="2480"/>
              <a:ext cx="91" cy="26"/>
            </a:xfrm>
            <a:prstGeom prst="line">
              <a:avLst/>
            </a:prstGeom>
            <a:noFill/>
            <a:ln w="2556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1205" name="Line 85">
              <a:extLst>
                <a:ext uri="{FF2B5EF4-FFF2-40B4-BE49-F238E27FC236}">
                  <a16:creationId xmlns:a16="http://schemas.microsoft.com/office/drawing/2014/main" id="{724EF6B6-A10C-3E5E-A70D-BD3C76A88B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7" y="2508"/>
              <a:ext cx="47" cy="19"/>
            </a:xfrm>
            <a:prstGeom prst="line">
              <a:avLst/>
            </a:prstGeom>
            <a:noFill/>
            <a:ln w="2556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</p:grpSp>
      <p:graphicFrame>
        <p:nvGraphicFramePr>
          <p:cNvPr id="261206" name="Object 86">
            <a:extLst>
              <a:ext uri="{FF2B5EF4-FFF2-40B4-BE49-F238E27FC236}">
                <a16:creationId xmlns:a16="http://schemas.microsoft.com/office/drawing/2014/main" id="{0662A6C4-9400-FB50-9459-EF64BBCBE7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9651" y="3668714"/>
          <a:ext cx="258763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8" r:id="rId36" imgW="195840" imgH="169560" progId="">
                  <p:embed/>
                </p:oleObj>
              </mc:Choice>
              <mc:Fallback>
                <p:oleObj r:id="rId36" imgW="195840" imgH="169560" progId="">
                  <p:embed/>
                  <p:pic>
                    <p:nvPicPr>
                      <p:cNvPr id="261206" name="Object 86">
                        <a:extLst>
                          <a:ext uri="{FF2B5EF4-FFF2-40B4-BE49-F238E27FC236}">
                            <a16:creationId xmlns:a16="http://schemas.microsoft.com/office/drawing/2014/main" id="{0662A6C4-9400-FB50-9459-EF64BBCBE7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51" y="3668714"/>
                        <a:ext cx="258763" cy="27463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1207" name="AutoShape 87">
            <a:extLst>
              <a:ext uri="{FF2B5EF4-FFF2-40B4-BE49-F238E27FC236}">
                <a16:creationId xmlns:a16="http://schemas.microsoft.com/office/drawing/2014/main" id="{CE7E8265-503C-44A1-7607-6A3F251CFD5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40089" y="2706688"/>
            <a:ext cx="1587" cy="1306512"/>
          </a:xfrm>
          <a:prstGeom prst="straightConnector1">
            <a:avLst/>
          </a:prstGeom>
          <a:noFill/>
          <a:ln w="25560" cap="sq">
            <a:solidFill>
              <a:srgbClr val="000000"/>
            </a:solidFill>
            <a:miter lim="800000"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aphicFrame>
        <p:nvGraphicFramePr>
          <p:cNvPr id="261208" name="Object 88">
            <a:extLst>
              <a:ext uri="{FF2B5EF4-FFF2-40B4-BE49-F238E27FC236}">
                <a16:creationId xmlns:a16="http://schemas.microsoft.com/office/drawing/2014/main" id="{C94510BD-0FD7-187D-70F1-4367686A84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00514" y="3092451"/>
          <a:ext cx="3190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9" r:id="rId38" imgW="229320" imgH="201960" progId="">
                  <p:embed/>
                </p:oleObj>
              </mc:Choice>
              <mc:Fallback>
                <p:oleObj r:id="rId38" imgW="229320" imgH="201960" progId="">
                  <p:embed/>
                  <p:pic>
                    <p:nvPicPr>
                      <p:cNvPr id="261208" name="Object 88">
                        <a:extLst>
                          <a:ext uri="{FF2B5EF4-FFF2-40B4-BE49-F238E27FC236}">
                            <a16:creationId xmlns:a16="http://schemas.microsoft.com/office/drawing/2014/main" id="{C94510BD-0FD7-187D-70F1-4367686A84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0514" y="3092451"/>
                        <a:ext cx="319087" cy="4349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59979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Text Box 2">
            <a:extLst>
              <a:ext uri="{FF2B5EF4-FFF2-40B4-BE49-F238E27FC236}">
                <a16:creationId xmlns:a16="http://schemas.microsoft.com/office/drawing/2014/main" id="{AADF3139-B4F3-DB55-1BC5-FFC9D123A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1125"/>
            <a:ext cx="91440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tIns="91440" rIns="457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Increasing the output impedance</a:t>
            </a:r>
          </a:p>
        </p:txBody>
      </p:sp>
      <p:sp>
        <p:nvSpPr>
          <p:cNvPr id="262147" name="Text Box 3">
            <a:extLst>
              <a:ext uri="{FF2B5EF4-FFF2-40B4-BE49-F238E27FC236}">
                <a16:creationId xmlns:a16="http://schemas.microsoft.com/office/drawing/2014/main" id="{69622978-7310-C696-7665-2C58DDF3C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2089" y="6564314"/>
            <a:ext cx="631825" cy="29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ECAD489-193A-4DED-AA38-C287A8DE0FE3}" type="slidenum">
              <a:rPr kumimoji="0" lang="en-US" altLang="en-B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15</a:t>
            </a:fld>
            <a:endParaRPr kumimoji="0" lang="en-US" altLang="en-B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2221" name="Line 77">
            <a:extLst>
              <a:ext uri="{FF2B5EF4-FFF2-40B4-BE49-F238E27FC236}">
                <a16:creationId xmlns:a16="http://schemas.microsoft.com/office/drawing/2014/main" id="{DB9980FA-7924-9EAD-8043-66B0B42676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7345" y="4080674"/>
            <a:ext cx="550863" cy="527050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262222" name="Text Box 78">
            <a:extLst>
              <a:ext uri="{FF2B5EF4-FFF2-40B4-BE49-F238E27FC236}">
                <a16:creationId xmlns:a16="http://schemas.microsoft.com/office/drawing/2014/main" id="{B9C1D3C2-FFAC-3A30-C32E-FF0B61792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566" y="4524391"/>
            <a:ext cx="2500598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Used for analysis only</a:t>
            </a:r>
          </a:p>
        </p:txBody>
      </p:sp>
      <p:graphicFrame>
        <p:nvGraphicFramePr>
          <p:cNvPr id="262223" name="Object 79">
            <a:extLst>
              <a:ext uri="{FF2B5EF4-FFF2-40B4-BE49-F238E27FC236}">
                <a16:creationId xmlns:a16="http://schemas.microsoft.com/office/drawing/2014/main" id="{E8981031-AE53-85B6-D4ED-47B8870DC0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0888" y="1225551"/>
          <a:ext cx="4521200" cy="181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" r:id="rId4" imgW="2516400" imgH="968760" progId="">
                  <p:embed/>
                </p:oleObj>
              </mc:Choice>
              <mc:Fallback>
                <p:oleObj r:id="rId4" imgW="2516400" imgH="968760" progId="">
                  <p:embed/>
                  <p:pic>
                    <p:nvPicPr>
                      <p:cNvPr id="262223" name="Object 79">
                        <a:extLst>
                          <a:ext uri="{FF2B5EF4-FFF2-40B4-BE49-F238E27FC236}">
                            <a16:creationId xmlns:a16="http://schemas.microsoft.com/office/drawing/2014/main" id="{E8981031-AE53-85B6-D4ED-47B8870DC0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0888" y="1225551"/>
                        <a:ext cx="4521200" cy="18145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224" name="Object 80">
            <a:extLst>
              <a:ext uri="{FF2B5EF4-FFF2-40B4-BE49-F238E27FC236}">
                <a16:creationId xmlns:a16="http://schemas.microsoft.com/office/drawing/2014/main" id="{F09BE3DD-B7DD-DD8F-A428-A82C48DE483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532438" y="4094563"/>
          <a:ext cx="5135562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" r:id="rId6" imgW="2775240" imgH="222840" progId="">
                  <p:embed/>
                </p:oleObj>
              </mc:Choice>
              <mc:Fallback>
                <p:oleObj r:id="rId6" imgW="2775240" imgH="222840" progId="">
                  <p:embed/>
                  <p:pic>
                    <p:nvPicPr>
                      <p:cNvPr id="262224" name="Object 80">
                        <a:extLst>
                          <a:ext uri="{FF2B5EF4-FFF2-40B4-BE49-F238E27FC236}">
                            <a16:creationId xmlns:a16="http://schemas.microsoft.com/office/drawing/2014/main" id="{F09BE3DD-B7DD-DD8F-A428-A82C48DE48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438" y="4094563"/>
                        <a:ext cx="5135562" cy="4365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225" name="Text Box 81">
            <a:extLst>
              <a:ext uri="{FF2B5EF4-FFF2-40B4-BE49-F238E27FC236}">
                <a16:creationId xmlns:a16="http://schemas.microsoft.com/office/drawing/2014/main" id="{CC76C953-98FF-9121-D7FA-7D841DF25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4676" y="4883151"/>
            <a:ext cx="8910173" cy="1941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The same derivation without using feedback (i.e., basic small signal) 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has been shown before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Hence, 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the output resistance of a </a:t>
            </a:r>
            <a:r>
              <a:rPr kumimoji="0" lang="en-US" altLang="en-BE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cascode</a:t>
            </a:r>
            <a:r>
              <a:rPr kumimoji="0" lang="en-US" altLang="en-B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circuit = R X (common source 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intrinsic voltage gain of the </a:t>
            </a:r>
            <a:r>
              <a:rPr kumimoji="0" lang="en-US" altLang="en-BE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cascode</a:t>
            </a:r>
            <a:r>
              <a:rPr kumimoji="0" lang="en-US" altLang="en-B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transistor)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DDF2ED4-B423-AEE0-C445-68D956D704D0}"/>
              </a:ext>
            </a:extLst>
          </p:cNvPr>
          <p:cNvGrpSpPr/>
          <p:nvPr/>
        </p:nvGrpSpPr>
        <p:grpSpPr>
          <a:xfrm>
            <a:off x="1834356" y="743744"/>
            <a:ext cx="3409950" cy="3429000"/>
            <a:chOff x="708025" y="815975"/>
            <a:chExt cx="3409950" cy="3429000"/>
          </a:xfrm>
        </p:grpSpPr>
        <p:sp>
          <p:nvSpPr>
            <p:cNvPr id="262145" name="AutoShape 1">
              <a:extLst>
                <a:ext uri="{FF2B5EF4-FFF2-40B4-BE49-F238E27FC236}">
                  <a16:creationId xmlns:a16="http://schemas.microsoft.com/office/drawing/2014/main" id="{EFA814A2-8C29-A0B3-6E67-6C4D888DF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063" y="2882900"/>
              <a:ext cx="908050" cy="1104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560" cap="sq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pSp>
          <p:nvGrpSpPr>
            <p:cNvPr id="262148" name="Group 4">
              <a:extLst>
                <a:ext uri="{FF2B5EF4-FFF2-40B4-BE49-F238E27FC236}">
                  <a16:creationId xmlns:a16="http://schemas.microsoft.com/office/drawing/2014/main" id="{6B57B9FD-B816-304F-D7CD-511808F0AB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9475" y="1711329"/>
              <a:ext cx="396875" cy="612776"/>
              <a:chOff x="2154" y="1078"/>
              <a:chExt cx="250" cy="386"/>
            </a:xfrm>
          </p:grpSpPr>
          <p:sp>
            <p:nvSpPr>
              <p:cNvPr id="262149" name="Line 5">
                <a:extLst>
                  <a:ext uri="{FF2B5EF4-FFF2-40B4-BE49-F238E27FC236}">
                    <a16:creationId xmlns:a16="http://schemas.microsoft.com/office/drawing/2014/main" id="{86BC645B-CC60-9892-1E8D-3E0AAE6DB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07" y="1078"/>
                <a:ext cx="0" cy="386"/>
              </a:xfrm>
              <a:prstGeom prst="line">
                <a:avLst/>
              </a:prstGeom>
              <a:noFill/>
              <a:ln w="5715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150" name="Line 6">
                <a:extLst>
                  <a:ext uri="{FF2B5EF4-FFF2-40B4-BE49-F238E27FC236}">
                    <a16:creationId xmlns:a16="http://schemas.microsoft.com/office/drawing/2014/main" id="{DDC21035-B579-BE75-AC0F-54D39F6C23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3" y="1428"/>
                <a:ext cx="20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151" name="Line 7">
                <a:extLst>
                  <a:ext uri="{FF2B5EF4-FFF2-40B4-BE49-F238E27FC236}">
                    <a16:creationId xmlns:a16="http://schemas.microsoft.com/office/drawing/2014/main" id="{D1D7CB0D-CFF6-9C5D-2F35-11C692F66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3" y="1111"/>
                <a:ext cx="184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 type="triangle" w="lg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152" name="Line 8">
                <a:extLst>
                  <a:ext uri="{FF2B5EF4-FFF2-40B4-BE49-F238E27FC236}">
                    <a16:creationId xmlns:a16="http://schemas.microsoft.com/office/drawing/2014/main" id="{55DB532D-FE69-51DE-3668-1B0976BF67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54" y="1114"/>
                <a:ext cx="0" cy="31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sp>
          <p:nvSpPr>
            <p:cNvPr id="262153" name="Line 9">
              <a:extLst>
                <a:ext uri="{FF2B5EF4-FFF2-40B4-BE49-F238E27FC236}">
                  <a16:creationId xmlns:a16="http://schemas.microsoft.com/office/drawing/2014/main" id="{8F1300F3-92C7-DD5A-D0A6-C1BA3D31D8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05238" y="1223963"/>
              <a:ext cx="0" cy="54000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262155" name="Object 11">
              <a:extLst>
                <a:ext uri="{FF2B5EF4-FFF2-40B4-BE49-F238E27FC236}">
                  <a16:creationId xmlns:a16="http://schemas.microsoft.com/office/drawing/2014/main" id="{8184BE93-384E-CA40-23BF-0BE0523273F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935288" y="815975"/>
            <a:ext cx="430212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0" r:id="rId8" imgW="360360" imgH="201960" progId="">
                    <p:embed/>
                  </p:oleObj>
                </mc:Choice>
                <mc:Fallback>
                  <p:oleObj r:id="rId8" imgW="360360" imgH="201960" progId="">
                    <p:embed/>
                    <p:pic>
                      <p:nvPicPr>
                        <p:cNvPr id="262155" name="Object 11">
                          <a:extLst>
                            <a:ext uri="{FF2B5EF4-FFF2-40B4-BE49-F238E27FC236}">
                              <a16:creationId xmlns:a16="http://schemas.microsoft.com/office/drawing/2014/main" id="{8184BE93-384E-CA40-23BF-0BE0523273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5288" y="815975"/>
                          <a:ext cx="430212" cy="360363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2156" name="Object 12">
              <a:extLst>
                <a:ext uri="{FF2B5EF4-FFF2-40B4-BE49-F238E27FC236}">
                  <a16:creationId xmlns:a16="http://schemas.microsoft.com/office/drawing/2014/main" id="{B12A4C3E-7AE4-03D4-9778-545E0EC4E95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570288" y="1795463"/>
            <a:ext cx="492125" cy="411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1" r:id="rId10" imgW="311400" imgH="201960" progId="">
                    <p:embed/>
                  </p:oleObj>
                </mc:Choice>
                <mc:Fallback>
                  <p:oleObj r:id="rId10" imgW="311400" imgH="201960" progId="">
                    <p:embed/>
                    <p:pic>
                      <p:nvPicPr>
                        <p:cNvPr id="262156" name="Object 12">
                          <a:extLst>
                            <a:ext uri="{FF2B5EF4-FFF2-40B4-BE49-F238E27FC236}">
                              <a16:creationId xmlns:a16="http://schemas.microsoft.com/office/drawing/2014/main" id="{B12A4C3E-7AE4-03D4-9778-545E0EC4E9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0288" y="1795463"/>
                          <a:ext cx="492125" cy="41116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2157" name="Group 13">
              <a:extLst>
                <a:ext uri="{FF2B5EF4-FFF2-40B4-BE49-F238E27FC236}">
                  <a16:creationId xmlns:a16="http://schemas.microsoft.com/office/drawing/2014/main" id="{CB1CB51A-B66E-9110-A975-EF11C9F2E5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0113" y="2616207"/>
              <a:ext cx="387350" cy="612776"/>
              <a:chOff x="2167" y="1648"/>
              <a:chExt cx="244" cy="386"/>
            </a:xfrm>
          </p:grpSpPr>
          <p:sp>
            <p:nvSpPr>
              <p:cNvPr id="262158" name="Line 14">
                <a:extLst>
                  <a:ext uri="{FF2B5EF4-FFF2-40B4-BE49-F238E27FC236}">
                    <a16:creationId xmlns:a16="http://schemas.microsoft.com/office/drawing/2014/main" id="{B0D951BA-9FCE-FD79-5A0E-2B12E74B60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7" y="1648"/>
                <a:ext cx="0" cy="386"/>
              </a:xfrm>
              <a:prstGeom prst="line">
                <a:avLst/>
              </a:prstGeom>
              <a:noFill/>
              <a:ln w="5715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159" name="Line 15">
                <a:extLst>
                  <a:ext uri="{FF2B5EF4-FFF2-40B4-BE49-F238E27FC236}">
                    <a16:creationId xmlns:a16="http://schemas.microsoft.com/office/drawing/2014/main" id="{E40AB82E-CF9D-04CD-7751-0B26D262FB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0" y="1998"/>
                <a:ext cx="20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160" name="Line 16">
                <a:extLst>
                  <a:ext uri="{FF2B5EF4-FFF2-40B4-BE49-F238E27FC236}">
                    <a16:creationId xmlns:a16="http://schemas.microsoft.com/office/drawing/2014/main" id="{27DFA6CB-87D9-A4EE-5A85-F9C3586EFD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1680"/>
                <a:ext cx="19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161" name="Line 17">
                <a:extLst>
                  <a:ext uri="{FF2B5EF4-FFF2-40B4-BE49-F238E27FC236}">
                    <a16:creationId xmlns:a16="http://schemas.microsoft.com/office/drawing/2014/main" id="{227889F8-2D21-1AEF-B9B8-3B309D5F46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7" y="1683"/>
                <a:ext cx="0" cy="31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sp>
          <p:nvSpPr>
            <p:cNvPr id="262162" name="Line 18">
              <a:extLst>
                <a:ext uri="{FF2B5EF4-FFF2-40B4-BE49-F238E27FC236}">
                  <a16:creationId xmlns:a16="http://schemas.microsoft.com/office/drawing/2014/main" id="{4D005095-6158-13F6-58E2-B66BA0EFD3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7463" y="2266950"/>
              <a:ext cx="0" cy="39600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2163" name="Line 19">
              <a:extLst>
                <a:ext uri="{FF2B5EF4-FFF2-40B4-BE49-F238E27FC236}">
                  <a16:creationId xmlns:a16="http://schemas.microsoft.com/office/drawing/2014/main" id="{564160E9-E965-C58A-E7B7-BF950713E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188" y="2466975"/>
              <a:ext cx="674687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2164" name="Line 20">
              <a:extLst>
                <a:ext uri="{FF2B5EF4-FFF2-40B4-BE49-F238E27FC236}">
                  <a16:creationId xmlns:a16="http://schemas.microsoft.com/office/drawing/2014/main" id="{C118FDC3-F4E0-8263-34F9-8C12A94545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1189" y="2008186"/>
              <a:ext cx="257176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2166" name="Line 22">
              <a:extLst>
                <a:ext uri="{FF2B5EF4-FFF2-40B4-BE49-F238E27FC236}">
                  <a16:creationId xmlns:a16="http://schemas.microsoft.com/office/drawing/2014/main" id="{AFC3D674-5CF8-C92E-91C5-024D9E4B8C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9524" y="3187703"/>
              <a:ext cx="1588" cy="547687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2167" name="Line 23">
              <a:extLst>
                <a:ext uri="{FF2B5EF4-FFF2-40B4-BE49-F238E27FC236}">
                  <a16:creationId xmlns:a16="http://schemas.microsoft.com/office/drawing/2014/main" id="{09EDA0F1-97BC-F3DE-CCAA-5D7AF3AEEB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188" y="2014538"/>
              <a:ext cx="1587" cy="890587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pSp>
          <p:nvGrpSpPr>
            <p:cNvPr id="262168" name="Group 24">
              <a:extLst>
                <a:ext uri="{FF2B5EF4-FFF2-40B4-BE49-F238E27FC236}">
                  <a16:creationId xmlns:a16="http://schemas.microsoft.com/office/drawing/2014/main" id="{6DE62F6F-D0C0-4885-7E9B-A65235AA67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8562" y="3742536"/>
              <a:ext cx="169863" cy="71438"/>
              <a:chOff x="2356" y="2346"/>
              <a:chExt cx="107" cy="45"/>
            </a:xfrm>
          </p:grpSpPr>
          <p:sp>
            <p:nvSpPr>
              <p:cNvPr id="262169" name="Line 25">
                <a:extLst>
                  <a:ext uri="{FF2B5EF4-FFF2-40B4-BE49-F238E27FC236}">
                    <a16:creationId xmlns:a16="http://schemas.microsoft.com/office/drawing/2014/main" id="{384EB305-C3DC-2A9C-477E-BD210D5C3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5" y="2346"/>
                <a:ext cx="109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170" name="Line 26">
                <a:extLst>
                  <a:ext uri="{FF2B5EF4-FFF2-40B4-BE49-F238E27FC236}">
                    <a16:creationId xmlns:a16="http://schemas.microsoft.com/office/drawing/2014/main" id="{6D743387-3F9E-F42B-66BA-E253DA9B63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77" y="2370"/>
                <a:ext cx="7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171" name="Line 27">
                <a:extLst>
                  <a:ext uri="{FF2B5EF4-FFF2-40B4-BE49-F238E27FC236}">
                    <a16:creationId xmlns:a16="http://schemas.microsoft.com/office/drawing/2014/main" id="{6B3F8E80-AF83-3B06-28EA-731CC107DA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89" y="2392"/>
                <a:ext cx="43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graphicFrame>
          <p:nvGraphicFramePr>
            <p:cNvPr id="262172" name="Object 28">
              <a:extLst>
                <a:ext uri="{FF2B5EF4-FFF2-40B4-BE49-F238E27FC236}">
                  <a16:creationId xmlns:a16="http://schemas.microsoft.com/office/drawing/2014/main" id="{40DD62C5-101F-BFDA-BCDF-E654CEE18FB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529013" y="2706688"/>
            <a:ext cx="588962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2" r:id="rId12" imgW="386280" imgH="201960" progId="">
                    <p:embed/>
                  </p:oleObj>
                </mc:Choice>
                <mc:Fallback>
                  <p:oleObj r:id="rId12" imgW="386280" imgH="201960" progId="">
                    <p:embed/>
                    <p:pic>
                      <p:nvPicPr>
                        <p:cNvPr id="262172" name="Object 28">
                          <a:extLst>
                            <a:ext uri="{FF2B5EF4-FFF2-40B4-BE49-F238E27FC236}">
                              <a16:creationId xmlns:a16="http://schemas.microsoft.com/office/drawing/2014/main" id="{40DD62C5-101F-BFDA-BCDF-E654CEE18F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9013" y="2706688"/>
                          <a:ext cx="588962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2173" name="Group 29">
              <a:extLst>
                <a:ext uri="{FF2B5EF4-FFF2-40B4-BE49-F238E27FC236}">
                  <a16:creationId xmlns:a16="http://schemas.microsoft.com/office/drawing/2014/main" id="{53911516-8CC3-B30C-4078-34D5B9A00C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9679" y="2597154"/>
              <a:ext cx="461963" cy="612776"/>
              <a:chOff x="1562" y="1636"/>
              <a:chExt cx="291" cy="386"/>
            </a:xfrm>
          </p:grpSpPr>
          <p:sp>
            <p:nvSpPr>
              <p:cNvPr id="262174" name="Line 30">
                <a:extLst>
                  <a:ext uri="{FF2B5EF4-FFF2-40B4-BE49-F238E27FC236}">
                    <a16:creationId xmlns:a16="http://schemas.microsoft.com/office/drawing/2014/main" id="{A3A4CF56-9C0C-E36C-0E9C-8EBA6BDFFF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0" y="1636"/>
                <a:ext cx="0" cy="386"/>
              </a:xfrm>
              <a:prstGeom prst="line">
                <a:avLst/>
              </a:prstGeom>
              <a:noFill/>
              <a:ln w="5715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175" name="Line 31">
                <a:extLst>
                  <a:ext uri="{FF2B5EF4-FFF2-40B4-BE49-F238E27FC236}">
                    <a16:creationId xmlns:a16="http://schemas.microsoft.com/office/drawing/2014/main" id="{CCE8234A-19B8-F7FC-3979-6038DB7FF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62" y="2003"/>
                <a:ext cx="238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176" name="Line 32">
                <a:extLst>
                  <a:ext uri="{FF2B5EF4-FFF2-40B4-BE49-F238E27FC236}">
                    <a16:creationId xmlns:a16="http://schemas.microsoft.com/office/drawing/2014/main" id="{CE22D80D-C311-8D53-2F2B-5DB6E132BD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62" y="1685"/>
                <a:ext cx="226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177" name="Line 33">
                <a:extLst>
                  <a:ext uri="{FF2B5EF4-FFF2-40B4-BE49-F238E27FC236}">
                    <a16:creationId xmlns:a16="http://schemas.microsoft.com/office/drawing/2014/main" id="{6C4A2667-D787-8F92-860F-C2E665E72E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53" y="1688"/>
                <a:ext cx="0" cy="31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sp>
          <p:nvSpPr>
            <p:cNvPr id="262178" name="Line 34">
              <a:extLst>
                <a:ext uri="{FF2B5EF4-FFF2-40B4-BE49-F238E27FC236}">
                  <a16:creationId xmlns:a16="http://schemas.microsoft.com/office/drawing/2014/main" id="{E0E3874E-6FA0-CE01-F573-5228299D2A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1167" y="2903538"/>
              <a:ext cx="484184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262179" name="Object 35">
              <a:extLst>
                <a:ext uri="{FF2B5EF4-FFF2-40B4-BE49-F238E27FC236}">
                  <a16:creationId xmlns:a16="http://schemas.microsoft.com/office/drawing/2014/main" id="{56D1BF4B-7981-39F2-A90E-8345D6CBA4C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74875" y="2700338"/>
            <a:ext cx="614363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3" r:id="rId14" imgW="388440" imgH="201960" progId="">
                    <p:embed/>
                  </p:oleObj>
                </mc:Choice>
                <mc:Fallback>
                  <p:oleObj r:id="rId14" imgW="388440" imgH="201960" progId="">
                    <p:embed/>
                    <p:pic>
                      <p:nvPicPr>
                        <p:cNvPr id="262179" name="Object 35">
                          <a:extLst>
                            <a:ext uri="{FF2B5EF4-FFF2-40B4-BE49-F238E27FC236}">
                              <a16:creationId xmlns:a16="http://schemas.microsoft.com/office/drawing/2014/main" id="{56D1BF4B-7981-39F2-A90E-8345D6CBA4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4875" y="2700338"/>
                          <a:ext cx="614363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2181" name="Group 37">
              <a:extLst>
                <a:ext uri="{FF2B5EF4-FFF2-40B4-BE49-F238E27FC236}">
                  <a16:creationId xmlns:a16="http://schemas.microsoft.com/office/drawing/2014/main" id="{DE150AAA-3741-88CE-171B-09551FC733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5063" y="4173538"/>
              <a:ext cx="169862" cy="71437"/>
              <a:chOff x="1515" y="2629"/>
              <a:chExt cx="107" cy="45"/>
            </a:xfrm>
          </p:grpSpPr>
          <p:sp>
            <p:nvSpPr>
              <p:cNvPr id="262182" name="Line 38">
                <a:extLst>
                  <a:ext uri="{FF2B5EF4-FFF2-40B4-BE49-F238E27FC236}">
                    <a16:creationId xmlns:a16="http://schemas.microsoft.com/office/drawing/2014/main" id="{578562B6-3B0F-2776-4CA8-75B5F5D8F6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14" y="2629"/>
                <a:ext cx="109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183" name="Line 39">
                <a:extLst>
                  <a:ext uri="{FF2B5EF4-FFF2-40B4-BE49-F238E27FC236}">
                    <a16:creationId xmlns:a16="http://schemas.microsoft.com/office/drawing/2014/main" id="{4528EA1D-FFF5-FE50-7F78-CEBFBF8930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2653"/>
                <a:ext cx="7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184" name="Line 40">
                <a:extLst>
                  <a:ext uri="{FF2B5EF4-FFF2-40B4-BE49-F238E27FC236}">
                    <a16:creationId xmlns:a16="http://schemas.microsoft.com/office/drawing/2014/main" id="{25EE81B8-4E23-D973-54E3-9D1804828C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48" y="2675"/>
                <a:ext cx="43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sp>
          <p:nvSpPr>
            <p:cNvPr id="262185" name="Line 41">
              <a:extLst>
                <a:ext uri="{FF2B5EF4-FFF2-40B4-BE49-F238E27FC236}">
                  <a16:creationId xmlns:a16="http://schemas.microsoft.com/office/drawing/2014/main" id="{AA5F7451-A70F-887F-4A66-5B94DF9D2F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74913" y="1208723"/>
              <a:ext cx="1587" cy="1452562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2186" name="Line 42">
              <a:extLst>
                <a:ext uri="{FF2B5EF4-FFF2-40B4-BE49-F238E27FC236}">
                  <a16:creationId xmlns:a16="http://schemas.microsoft.com/office/drawing/2014/main" id="{44104609-61D5-8CF6-CB0E-36BEDF4240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76475" y="2185988"/>
              <a:ext cx="1588" cy="363537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262187" name="Object 43">
              <a:extLst>
                <a:ext uri="{FF2B5EF4-FFF2-40B4-BE49-F238E27FC236}">
                  <a16:creationId xmlns:a16="http://schemas.microsoft.com/office/drawing/2014/main" id="{9BB56353-9D66-19F9-B6BE-0BBB93050A7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51013" y="2112963"/>
            <a:ext cx="539750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4" r:id="rId16" imgW="348120" imgH="201960" progId="">
                    <p:embed/>
                  </p:oleObj>
                </mc:Choice>
                <mc:Fallback>
                  <p:oleObj r:id="rId16" imgW="348120" imgH="201960" progId="">
                    <p:embed/>
                    <p:pic>
                      <p:nvPicPr>
                        <p:cNvPr id="262187" name="Object 43">
                          <a:extLst>
                            <a:ext uri="{FF2B5EF4-FFF2-40B4-BE49-F238E27FC236}">
                              <a16:creationId xmlns:a16="http://schemas.microsoft.com/office/drawing/2014/main" id="{9BB56353-9D66-19F9-B6BE-0BBB93050A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1013" y="2112963"/>
                          <a:ext cx="539750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2188" name="Object 44">
              <a:extLst>
                <a:ext uri="{FF2B5EF4-FFF2-40B4-BE49-F238E27FC236}">
                  <a16:creationId xmlns:a16="http://schemas.microsoft.com/office/drawing/2014/main" id="{AF9243C6-4E55-B6E0-83A5-723C3554753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001962" y="3087690"/>
            <a:ext cx="492125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5" r:id="rId18" imgW="354240" imgH="201960" progId="">
                    <p:embed/>
                  </p:oleObj>
                </mc:Choice>
                <mc:Fallback>
                  <p:oleObj r:id="rId18" imgW="354240" imgH="201960" progId="">
                    <p:embed/>
                    <p:pic>
                      <p:nvPicPr>
                        <p:cNvPr id="262188" name="Object 44">
                          <a:extLst>
                            <a:ext uri="{FF2B5EF4-FFF2-40B4-BE49-F238E27FC236}">
                              <a16:creationId xmlns:a16="http://schemas.microsoft.com/office/drawing/2014/main" id="{AF9243C6-4E55-B6E0-83A5-723C355475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1962" y="3087690"/>
                          <a:ext cx="492125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2189" name="AutoShape 45">
              <a:extLst>
                <a:ext uri="{FF2B5EF4-FFF2-40B4-BE49-F238E27FC236}">
                  <a16:creationId xmlns:a16="http://schemas.microsoft.com/office/drawing/2014/main" id="{C8C6EAE9-4A90-C8F6-21C7-2C44323EE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975" y="1539875"/>
              <a:ext cx="812800" cy="60325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altLang="en-BE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Times New Roman" panose="02020603050405020304" pitchFamily="18" charset="0"/>
                </a:rPr>
                <a:t>Circuit</a:t>
              </a:r>
            </a:p>
          </p:txBody>
        </p:sp>
        <p:sp>
          <p:nvSpPr>
            <p:cNvPr id="262190" name="Line 46">
              <a:extLst>
                <a:ext uri="{FF2B5EF4-FFF2-40B4-BE49-F238E27FC236}">
                  <a16:creationId xmlns:a16="http://schemas.microsoft.com/office/drawing/2014/main" id="{FF30180E-2BDF-DDE2-A6CA-ED95DB97BC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6624" y="1223962"/>
              <a:ext cx="1789113" cy="0"/>
            </a:xfrm>
            <a:prstGeom prst="line">
              <a:avLst/>
            </a:prstGeom>
            <a:noFill/>
            <a:ln w="762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262204" name="Object 60">
              <a:extLst>
                <a:ext uri="{FF2B5EF4-FFF2-40B4-BE49-F238E27FC236}">
                  <a16:creationId xmlns:a16="http://schemas.microsoft.com/office/drawing/2014/main" id="{E8166168-4C2F-D6CB-E4E2-86F0B009B1A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025650" y="3668713"/>
            <a:ext cx="258763" cy="274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6" r:id="rId20" imgW="195840" imgH="169560" progId="">
                    <p:embed/>
                  </p:oleObj>
                </mc:Choice>
                <mc:Fallback>
                  <p:oleObj r:id="rId20" imgW="195840" imgH="169560" progId="">
                    <p:embed/>
                    <p:pic>
                      <p:nvPicPr>
                        <p:cNvPr id="262204" name="Object 60">
                          <a:extLst>
                            <a:ext uri="{FF2B5EF4-FFF2-40B4-BE49-F238E27FC236}">
                              <a16:creationId xmlns:a16="http://schemas.microsoft.com/office/drawing/2014/main" id="{E8166168-4C2F-D6CB-E4E2-86F0B009B1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5650" y="3668713"/>
                          <a:ext cx="258763" cy="274637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2205" name="Object 61">
              <a:extLst>
                <a:ext uri="{FF2B5EF4-FFF2-40B4-BE49-F238E27FC236}">
                  <a16:creationId xmlns:a16="http://schemas.microsoft.com/office/drawing/2014/main" id="{29713C8B-AFEA-645E-4FD0-B1D35C650A8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576513" y="3092450"/>
            <a:ext cx="319087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7" r:id="rId22" imgW="229320" imgH="201960" progId="">
                    <p:embed/>
                  </p:oleObj>
                </mc:Choice>
                <mc:Fallback>
                  <p:oleObj r:id="rId22" imgW="229320" imgH="201960" progId="">
                    <p:embed/>
                    <p:pic>
                      <p:nvPicPr>
                        <p:cNvPr id="262205" name="Object 61">
                          <a:extLst>
                            <a:ext uri="{FF2B5EF4-FFF2-40B4-BE49-F238E27FC236}">
                              <a16:creationId xmlns:a16="http://schemas.microsoft.com/office/drawing/2014/main" id="{29713C8B-AFEA-645E-4FD0-B1D35C650A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6513" y="3092450"/>
                          <a:ext cx="319087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2206" name="Group 62">
              <a:extLst>
                <a:ext uri="{FF2B5EF4-FFF2-40B4-BE49-F238E27FC236}">
                  <a16:creationId xmlns:a16="http://schemas.microsoft.com/office/drawing/2014/main" id="{5E05D265-B8EF-6C5B-D753-3BDA73D708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5888" y="3024190"/>
              <a:ext cx="431800" cy="612776"/>
              <a:chOff x="873" y="1905"/>
              <a:chExt cx="272" cy="386"/>
            </a:xfrm>
          </p:grpSpPr>
          <p:sp>
            <p:nvSpPr>
              <p:cNvPr id="262207" name="Line 63">
                <a:extLst>
                  <a:ext uri="{FF2B5EF4-FFF2-40B4-BE49-F238E27FC236}">
                    <a16:creationId xmlns:a16="http://schemas.microsoft.com/office/drawing/2014/main" id="{AA59C969-CF8A-060B-34B3-63344B1EA7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01" y="1905"/>
                <a:ext cx="0" cy="386"/>
              </a:xfrm>
              <a:prstGeom prst="line">
                <a:avLst/>
              </a:prstGeom>
              <a:noFill/>
              <a:ln w="5715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208" name="Line 64">
                <a:extLst>
                  <a:ext uri="{FF2B5EF4-FFF2-40B4-BE49-F238E27FC236}">
                    <a16:creationId xmlns:a16="http://schemas.microsoft.com/office/drawing/2014/main" id="{3B438E9D-B399-F218-C173-146A704247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73" y="2249"/>
                <a:ext cx="238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209" name="Line 65">
                <a:extLst>
                  <a:ext uri="{FF2B5EF4-FFF2-40B4-BE49-F238E27FC236}">
                    <a16:creationId xmlns:a16="http://schemas.microsoft.com/office/drawing/2014/main" id="{C9DDADD5-30D8-7094-3905-7530BD50A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73" y="1931"/>
                <a:ext cx="226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210" name="Line 66">
                <a:extLst>
                  <a:ext uri="{FF2B5EF4-FFF2-40B4-BE49-F238E27FC236}">
                    <a16:creationId xmlns:a16="http://schemas.microsoft.com/office/drawing/2014/main" id="{0BA1F884-355C-D7D1-1B45-78FDBF5560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45" y="1935"/>
                <a:ext cx="0" cy="31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sp>
          <p:nvSpPr>
            <p:cNvPr id="262211" name="Line 67">
              <a:extLst>
                <a:ext uri="{FF2B5EF4-FFF2-40B4-BE49-F238E27FC236}">
                  <a16:creationId xmlns:a16="http://schemas.microsoft.com/office/drawing/2014/main" id="{A4D3718D-9EFD-89B4-F141-DB3F3A1524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3313113"/>
              <a:ext cx="676275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2212" name="Line 68">
              <a:extLst>
                <a:ext uri="{FF2B5EF4-FFF2-40B4-BE49-F238E27FC236}">
                  <a16:creationId xmlns:a16="http://schemas.microsoft.com/office/drawing/2014/main" id="{0A03E479-395A-EE92-7B8E-3602A8BD52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5414" y="3586164"/>
              <a:ext cx="0" cy="547688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pSp>
          <p:nvGrpSpPr>
            <p:cNvPr id="262213" name="Group 69">
              <a:extLst>
                <a:ext uri="{FF2B5EF4-FFF2-40B4-BE49-F238E27FC236}">
                  <a16:creationId xmlns:a16="http://schemas.microsoft.com/office/drawing/2014/main" id="{BCC6FAC3-F1DB-B5BC-E983-4A58FFAD42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2069" y="4152905"/>
              <a:ext cx="169863" cy="71437"/>
              <a:chOff x="818" y="2603"/>
              <a:chExt cx="107" cy="45"/>
            </a:xfrm>
          </p:grpSpPr>
          <p:sp>
            <p:nvSpPr>
              <p:cNvPr id="262214" name="Line 70">
                <a:extLst>
                  <a:ext uri="{FF2B5EF4-FFF2-40B4-BE49-F238E27FC236}">
                    <a16:creationId xmlns:a16="http://schemas.microsoft.com/office/drawing/2014/main" id="{4ECDD299-9070-BA32-3FEB-8C4FD195C5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7" y="2603"/>
                <a:ext cx="109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215" name="Line 71">
                <a:extLst>
                  <a:ext uri="{FF2B5EF4-FFF2-40B4-BE49-F238E27FC236}">
                    <a16:creationId xmlns:a16="http://schemas.microsoft.com/office/drawing/2014/main" id="{6498E83E-0E18-F8DA-F3E4-5AD5B8B087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" y="2627"/>
                <a:ext cx="7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2216" name="Line 72">
                <a:extLst>
                  <a:ext uri="{FF2B5EF4-FFF2-40B4-BE49-F238E27FC236}">
                    <a16:creationId xmlns:a16="http://schemas.microsoft.com/office/drawing/2014/main" id="{819F3543-5C25-416D-324B-3839619EF3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51" y="2649"/>
                <a:ext cx="43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graphicFrame>
          <p:nvGraphicFramePr>
            <p:cNvPr id="262217" name="Object 73">
              <a:extLst>
                <a:ext uri="{FF2B5EF4-FFF2-40B4-BE49-F238E27FC236}">
                  <a16:creationId xmlns:a16="http://schemas.microsoft.com/office/drawing/2014/main" id="{EC148DBD-2DF0-C9D5-C17A-06AB4B3569D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46163" y="3073400"/>
            <a:ext cx="614362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8" r:id="rId24" imgW="388080" imgH="201960" progId="">
                    <p:embed/>
                  </p:oleObj>
                </mc:Choice>
                <mc:Fallback>
                  <p:oleObj r:id="rId24" imgW="388080" imgH="201960" progId="">
                    <p:embed/>
                    <p:pic>
                      <p:nvPicPr>
                        <p:cNvPr id="262217" name="Object 73">
                          <a:extLst>
                            <a:ext uri="{FF2B5EF4-FFF2-40B4-BE49-F238E27FC236}">
                              <a16:creationId xmlns:a16="http://schemas.microsoft.com/office/drawing/2014/main" id="{EC148DBD-2DF0-C9D5-C17A-06AB4B3569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6163" y="3073400"/>
                          <a:ext cx="614362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2218" name="Line 74">
              <a:extLst>
                <a:ext uri="{FF2B5EF4-FFF2-40B4-BE49-F238E27FC236}">
                  <a16:creationId xmlns:a16="http://schemas.microsoft.com/office/drawing/2014/main" id="{AA91AEB3-1A9E-D92E-68B5-4E76E02D5D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2711" y="2247903"/>
              <a:ext cx="0" cy="809625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2219" name="Line 75">
              <a:extLst>
                <a:ext uri="{FF2B5EF4-FFF2-40B4-BE49-F238E27FC236}">
                  <a16:creationId xmlns:a16="http://schemas.microsoft.com/office/drawing/2014/main" id="{05D1176F-7548-5268-0AA1-4265F95447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3338" y="2495550"/>
              <a:ext cx="1587" cy="363538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262220" name="Object 76">
              <a:extLst>
                <a:ext uri="{FF2B5EF4-FFF2-40B4-BE49-F238E27FC236}">
                  <a16:creationId xmlns:a16="http://schemas.microsoft.com/office/drawing/2014/main" id="{2A07D8B2-69C7-6DC9-F70C-E996C4B6A6C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08025" y="2384425"/>
            <a:ext cx="565150" cy="484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9" r:id="rId26" imgW="378000" imgH="253440" progId="">
                    <p:embed/>
                  </p:oleObj>
                </mc:Choice>
                <mc:Fallback>
                  <p:oleObj r:id="rId26" imgW="378000" imgH="253440" progId="">
                    <p:embed/>
                    <p:pic>
                      <p:nvPicPr>
                        <p:cNvPr id="262220" name="Object 76">
                          <a:extLst>
                            <a:ext uri="{FF2B5EF4-FFF2-40B4-BE49-F238E27FC236}">
                              <a16:creationId xmlns:a16="http://schemas.microsoft.com/office/drawing/2014/main" id="{2A07D8B2-69C7-6DC9-F70C-E996C4B6A6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025" y="2384425"/>
                          <a:ext cx="565150" cy="484188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" name="Group 73">
              <a:extLst>
                <a:ext uri="{FF2B5EF4-FFF2-40B4-BE49-F238E27FC236}">
                  <a16:creationId xmlns:a16="http://schemas.microsoft.com/office/drawing/2014/main" id="{9CCEC5E7-1CFD-93F8-76C2-F4A8E6F041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4603" y="3186124"/>
              <a:ext cx="150814" cy="977903"/>
              <a:chOff x="1524" y="2007"/>
              <a:chExt cx="95" cy="616"/>
            </a:xfrm>
          </p:grpSpPr>
          <p:sp>
            <p:nvSpPr>
              <p:cNvPr id="3" name="Line 74">
                <a:extLst>
                  <a:ext uri="{FF2B5EF4-FFF2-40B4-BE49-F238E27FC236}">
                    <a16:creationId xmlns:a16="http://schemas.microsoft.com/office/drawing/2014/main" id="{02D331A4-940C-D209-B7E9-5D9C61B338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27" y="2235"/>
                <a:ext cx="50" cy="16"/>
              </a:xfrm>
              <a:prstGeom prst="line">
                <a:avLst/>
              </a:prstGeom>
              <a:noFill/>
              <a:ln w="2556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4" name="Line 75">
                <a:extLst>
                  <a:ext uri="{FF2B5EF4-FFF2-40B4-BE49-F238E27FC236}">
                    <a16:creationId xmlns:a16="http://schemas.microsoft.com/office/drawing/2014/main" id="{D36B8C1E-42F6-4CD8-987E-FD7531CD16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578" y="2007"/>
                <a:ext cx="1" cy="226"/>
              </a:xfrm>
              <a:prstGeom prst="line">
                <a:avLst/>
              </a:prstGeom>
              <a:noFill/>
              <a:ln w="2556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5" name="Line 76">
                <a:extLst>
                  <a:ext uri="{FF2B5EF4-FFF2-40B4-BE49-F238E27FC236}">
                    <a16:creationId xmlns:a16="http://schemas.microsoft.com/office/drawing/2014/main" id="{839AC617-2D67-9BA0-7060-2FBBA55D7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4" y="2255"/>
                <a:ext cx="91" cy="36"/>
              </a:xfrm>
              <a:prstGeom prst="line">
                <a:avLst/>
              </a:prstGeom>
              <a:noFill/>
              <a:ln w="2556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6" name="Line 77">
                <a:extLst>
                  <a:ext uri="{FF2B5EF4-FFF2-40B4-BE49-F238E27FC236}">
                    <a16:creationId xmlns:a16="http://schemas.microsoft.com/office/drawing/2014/main" id="{561B6514-7EAB-FDEA-7D36-ADD4F49F1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26" y="2294"/>
                <a:ext cx="92" cy="26"/>
              </a:xfrm>
              <a:prstGeom prst="line">
                <a:avLst/>
              </a:prstGeom>
              <a:noFill/>
              <a:ln w="2556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7" name="Line 78">
                <a:extLst>
                  <a:ext uri="{FF2B5EF4-FFF2-40B4-BE49-F238E27FC236}">
                    <a16:creationId xmlns:a16="http://schemas.microsoft.com/office/drawing/2014/main" id="{9BF17335-EE4B-FFF6-62ED-845C908ACC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74" y="2524"/>
                <a:ext cx="0" cy="99"/>
              </a:xfrm>
              <a:prstGeom prst="line">
                <a:avLst/>
              </a:prstGeom>
              <a:noFill/>
              <a:ln w="2556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8" name="Line 79">
                <a:extLst>
                  <a:ext uri="{FF2B5EF4-FFF2-40B4-BE49-F238E27FC236}">
                    <a16:creationId xmlns:a16="http://schemas.microsoft.com/office/drawing/2014/main" id="{8AF148B9-5F83-5FE1-713E-E8EEF88014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6" y="2320"/>
                <a:ext cx="91" cy="36"/>
              </a:xfrm>
              <a:prstGeom prst="line">
                <a:avLst/>
              </a:prstGeom>
              <a:noFill/>
              <a:ln w="2556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9" name="Line 80">
                <a:extLst>
                  <a:ext uri="{FF2B5EF4-FFF2-40B4-BE49-F238E27FC236}">
                    <a16:creationId xmlns:a16="http://schemas.microsoft.com/office/drawing/2014/main" id="{0C682CB7-3C04-2206-545C-8BEBB68BBA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27" y="2356"/>
                <a:ext cx="92" cy="26"/>
              </a:xfrm>
              <a:prstGeom prst="line">
                <a:avLst/>
              </a:prstGeom>
              <a:noFill/>
              <a:ln w="2556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10" name="Line 81">
                <a:extLst>
                  <a:ext uri="{FF2B5EF4-FFF2-40B4-BE49-F238E27FC236}">
                    <a16:creationId xmlns:a16="http://schemas.microsoft.com/office/drawing/2014/main" id="{67FF2BD9-392C-5420-81EA-D3B8434422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6" y="2383"/>
                <a:ext cx="91" cy="36"/>
              </a:xfrm>
              <a:prstGeom prst="line">
                <a:avLst/>
              </a:prstGeom>
              <a:noFill/>
              <a:ln w="2556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11" name="Line 82">
                <a:extLst>
                  <a:ext uri="{FF2B5EF4-FFF2-40B4-BE49-F238E27FC236}">
                    <a16:creationId xmlns:a16="http://schemas.microsoft.com/office/drawing/2014/main" id="{3D70EFBA-2C07-A643-7476-8EA55438B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26" y="2420"/>
                <a:ext cx="92" cy="26"/>
              </a:xfrm>
              <a:prstGeom prst="line">
                <a:avLst/>
              </a:prstGeom>
              <a:noFill/>
              <a:ln w="2556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12" name="Line 83">
                <a:extLst>
                  <a:ext uri="{FF2B5EF4-FFF2-40B4-BE49-F238E27FC236}">
                    <a16:creationId xmlns:a16="http://schemas.microsoft.com/office/drawing/2014/main" id="{B95BA3BF-5ECB-E63E-A929-BBDBDAB1E8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7" y="2444"/>
                <a:ext cx="91" cy="36"/>
              </a:xfrm>
              <a:prstGeom prst="line">
                <a:avLst/>
              </a:prstGeom>
              <a:noFill/>
              <a:ln w="2556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13" name="Line 84">
                <a:extLst>
                  <a:ext uri="{FF2B5EF4-FFF2-40B4-BE49-F238E27FC236}">
                    <a16:creationId xmlns:a16="http://schemas.microsoft.com/office/drawing/2014/main" id="{044AAB19-331B-B4D4-2CAB-C1359FD867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26" y="2480"/>
                <a:ext cx="91" cy="26"/>
              </a:xfrm>
              <a:prstGeom prst="line">
                <a:avLst/>
              </a:prstGeom>
              <a:noFill/>
              <a:ln w="2556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14" name="Line 85">
                <a:extLst>
                  <a:ext uri="{FF2B5EF4-FFF2-40B4-BE49-F238E27FC236}">
                    <a16:creationId xmlns:a16="http://schemas.microsoft.com/office/drawing/2014/main" id="{0841C2C6-F2C3-9D9A-B501-88386E067F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7" y="2508"/>
                <a:ext cx="47" cy="19"/>
              </a:xfrm>
              <a:prstGeom prst="line">
                <a:avLst/>
              </a:prstGeom>
              <a:noFill/>
              <a:ln w="2556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</p:grpSp>
      <p:sp>
        <p:nvSpPr>
          <p:cNvPr id="16" name="Freeform 36">
            <a:extLst>
              <a:ext uri="{FF2B5EF4-FFF2-40B4-BE49-F238E27FC236}">
                <a16:creationId xmlns:a16="http://schemas.microsoft.com/office/drawing/2014/main" id="{234525D7-41C8-BEA5-E801-05FDB4A56DA9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4888873" y="2329354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21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17" name="Freeform 36">
            <a:extLst>
              <a:ext uri="{FF2B5EF4-FFF2-40B4-BE49-F238E27FC236}">
                <a16:creationId xmlns:a16="http://schemas.microsoft.com/office/drawing/2014/main" id="{D402ACFE-27FE-FC3D-F4B7-767FD8851DC7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4225933" y="2336974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21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18" name="Freeform 36">
            <a:extLst>
              <a:ext uri="{FF2B5EF4-FFF2-40B4-BE49-F238E27FC236}">
                <a16:creationId xmlns:a16="http://schemas.microsoft.com/office/drawing/2014/main" id="{C67A66B1-631D-6527-5AD9-AD5499EF30E1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4223393" y="2773854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21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19" name="Freeform 36">
            <a:extLst>
              <a:ext uri="{FF2B5EF4-FFF2-40B4-BE49-F238E27FC236}">
                <a16:creationId xmlns:a16="http://schemas.microsoft.com/office/drawing/2014/main" id="{2C696266-8AFE-9D69-C384-3CCF769823C3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3570613" y="3187874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21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53559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69" name="Text Box 1">
            <a:extLst>
              <a:ext uri="{FF2B5EF4-FFF2-40B4-BE49-F238E27FC236}">
                <a16:creationId xmlns:a16="http://schemas.microsoft.com/office/drawing/2014/main" id="{326CEEF2-8B7D-E509-3702-7CFE53CE4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1125"/>
            <a:ext cx="91440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tIns="91440" rIns="4572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Increasing the output impedance further</a:t>
            </a:r>
          </a:p>
        </p:txBody>
      </p:sp>
      <p:sp>
        <p:nvSpPr>
          <p:cNvPr id="263170" name="Text Box 2">
            <a:extLst>
              <a:ext uri="{FF2B5EF4-FFF2-40B4-BE49-F238E27FC236}">
                <a16:creationId xmlns:a16="http://schemas.microsoft.com/office/drawing/2014/main" id="{DA92BBE3-8F45-E63C-66DC-87D576AE7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2089" y="6564314"/>
            <a:ext cx="631825" cy="29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01D4AA98-1C1E-4D1E-A430-51728FE57E1F}" type="slidenum">
              <a:rPr kumimoji="0" lang="en-US" altLang="en-B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16</a:t>
            </a:fld>
            <a:endParaRPr kumimoji="0" lang="en-US" altLang="en-B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3214" name="Text Box 46">
            <a:extLst>
              <a:ext uri="{FF2B5EF4-FFF2-40B4-BE49-F238E27FC236}">
                <a16:creationId xmlns:a16="http://schemas.microsoft.com/office/drawing/2014/main" id="{9C2B1B3F-3282-DB6B-0DE5-5F9775F84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0566" y="2169260"/>
            <a:ext cx="6093697" cy="224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b="1">
                <a:solidFill>
                  <a:srgbClr val="000000"/>
                </a:solidFill>
                <a:latin typeface="Arial" panose="020B0604020202020204" pitchFamily="34" charset="0"/>
                <a:cs typeface="AR PL UMing HK" charset="0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Same answer as before, except the  degeneration 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resistance R has been replaced by the output resistance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of NMOS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kumimoji="0" lang="en-US" altLang="en-BE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Improvements of </a:t>
            </a:r>
            <a:r>
              <a:rPr kumimoji="0" lang="en-US" altLang="en-BE" sz="2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cascode</a:t>
            </a:r>
            <a:r>
              <a:rPr kumimoji="0" lang="en-US" altLang="en-BE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structures does not come 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for free, note the additional drain-source voltage 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altLang="en-BE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is added to keep M</a:t>
            </a:r>
            <a:r>
              <a:rPr kumimoji="0" lang="en-US" altLang="en-BE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N3 </a:t>
            </a:r>
            <a:r>
              <a:rPr kumimoji="0" lang="en-US" altLang="en-BE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In saturation</a:t>
            </a:r>
          </a:p>
        </p:txBody>
      </p:sp>
      <p:graphicFrame>
        <p:nvGraphicFramePr>
          <p:cNvPr id="263215" name="Object 47">
            <a:extLst>
              <a:ext uri="{FF2B5EF4-FFF2-40B4-BE49-F238E27FC236}">
                <a16:creationId xmlns:a16="http://schemas.microsoft.com/office/drawing/2014/main" id="{155E7C9B-06E2-824F-F9AD-569F445AA8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3150" y="1374776"/>
          <a:ext cx="33401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r:id="rId4" imgW="1973520" imgH="222840" progId="">
                  <p:embed/>
                </p:oleObj>
              </mc:Choice>
              <mc:Fallback>
                <p:oleObj r:id="rId4" imgW="1973520" imgH="222840" progId="">
                  <p:embed/>
                  <p:pic>
                    <p:nvPicPr>
                      <p:cNvPr id="263215" name="Object 47">
                        <a:extLst>
                          <a:ext uri="{FF2B5EF4-FFF2-40B4-BE49-F238E27FC236}">
                            <a16:creationId xmlns:a16="http://schemas.microsoft.com/office/drawing/2014/main" id="{155E7C9B-06E2-824F-F9AD-569F445AA8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3150" y="1374776"/>
                        <a:ext cx="3340100" cy="4365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45D20CB3-3FEF-1618-D374-FD5B759D0E9D}"/>
              </a:ext>
            </a:extLst>
          </p:cNvPr>
          <p:cNvGrpSpPr/>
          <p:nvPr/>
        </p:nvGrpSpPr>
        <p:grpSpPr>
          <a:xfrm>
            <a:off x="1775521" y="836712"/>
            <a:ext cx="2809875" cy="3502744"/>
            <a:chOff x="1308100" y="815975"/>
            <a:chExt cx="2809875" cy="3502744"/>
          </a:xfrm>
        </p:grpSpPr>
        <p:grpSp>
          <p:nvGrpSpPr>
            <p:cNvPr id="263171" name="Group 3">
              <a:extLst>
                <a:ext uri="{FF2B5EF4-FFF2-40B4-BE49-F238E27FC236}">
                  <a16:creationId xmlns:a16="http://schemas.microsoft.com/office/drawing/2014/main" id="{966FA375-6D76-A3A6-7667-0B8C938599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9475" y="1701804"/>
              <a:ext cx="396875" cy="612776"/>
              <a:chOff x="2154" y="1072"/>
              <a:chExt cx="250" cy="386"/>
            </a:xfrm>
          </p:grpSpPr>
          <p:sp>
            <p:nvSpPr>
              <p:cNvPr id="263172" name="Line 4">
                <a:extLst>
                  <a:ext uri="{FF2B5EF4-FFF2-40B4-BE49-F238E27FC236}">
                    <a16:creationId xmlns:a16="http://schemas.microsoft.com/office/drawing/2014/main" id="{B92E9A7C-6D2D-4B70-301B-AE126DCC2B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05" y="1072"/>
                <a:ext cx="0" cy="386"/>
              </a:xfrm>
              <a:prstGeom prst="line">
                <a:avLst/>
              </a:prstGeom>
              <a:noFill/>
              <a:ln w="5715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173" name="Line 5">
                <a:extLst>
                  <a:ext uri="{FF2B5EF4-FFF2-40B4-BE49-F238E27FC236}">
                    <a16:creationId xmlns:a16="http://schemas.microsoft.com/office/drawing/2014/main" id="{543435DF-5FDA-1F1B-1E9D-070AFC92F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8" y="1428"/>
                <a:ext cx="186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174" name="Line 6">
                <a:extLst>
                  <a:ext uri="{FF2B5EF4-FFF2-40B4-BE49-F238E27FC236}">
                    <a16:creationId xmlns:a16="http://schemas.microsoft.com/office/drawing/2014/main" id="{B3209614-0D8E-ADE4-904E-275BA8A37F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3" y="1110"/>
                <a:ext cx="19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175" name="Line 7">
                <a:extLst>
                  <a:ext uri="{FF2B5EF4-FFF2-40B4-BE49-F238E27FC236}">
                    <a16:creationId xmlns:a16="http://schemas.microsoft.com/office/drawing/2014/main" id="{7E53D89E-5C24-9BB0-5EEE-922F0FC834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54" y="1118"/>
                <a:ext cx="0" cy="31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sp>
          <p:nvSpPr>
            <p:cNvPr id="263176" name="Line 8">
              <a:extLst>
                <a:ext uri="{FF2B5EF4-FFF2-40B4-BE49-F238E27FC236}">
                  <a16:creationId xmlns:a16="http://schemas.microsoft.com/office/drawing/2014/main" id="{7C7ADB68-4134-F993-70F9-E72FF55D4E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6355" y="1209678"/>
              <a:ext cx="0" cy="547687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263178" name="Object 10">
              <a:extLst>
                <a:ext uri="{FF2B5EF4-FFF2-40B4-BE49-F238E27FC236}">
                  <a16:creationId xmlns:a16="http://schemas.microsoft.com/office/drawing/2014/main" id="{D8BA162D-2692-8EE8-924C-6C7BF4E4014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935288" y="815975"/>
            <a:ext cx="430212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3" r:id="rId6" imgW="360360" imgH="201960" progId="">
                    <p:embed/>
                  </p:oleObj>
                </mc:Choice>
                <mc:Fallback>
                  <p:oleObj r:id="rId6" imgW="360360" imgH="201960" progId="">
                    <p:embed/>
                    <p:pic>
                      <p:nvPicPr>
                        <p:cNvPr id="263178" name="Object 10">
                          <a:extLst>
                            <a:ext uri="{FF2B5EF4-FFF2-40B4-BE49-F238E27FC236}">
                              <a16:creationId xmlns:a16="http://schemas.microsoft.com/office/drawing/2014/main" id="{D8BA162D-2692-8EE8-924C-6C7BF4E401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5288" y="815975"/>
                          <a:ext cx="430212" cy="360363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3179" name="Object 11">
              <a:extLst>
                <a:ext uri="{FF2B5EF4-FFF2-40B4-BE49-F238E27FC236}">
                  <a16:creationId xmlns:a16="http://schemas.microsoft.com/office/drawing/2014/main" id="{9775E453-A33D-25F5-1A8E-1B13F0C232A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570288" y="1795463"/>
            <a:ext cx="492125" cy="411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4" r:id="rId8" imgW="311400" imgH="201960" progId="">
                    <p:embed/>
                  </p:oleObj>
                </mc:Choice>
                <mc:Fallback>
                  <p:oleObj r:id="rId8" imgW="311400" imgH="201960" progId="">
                    <p:embed/>
                    <p:pic>
                      <p:nvPicPr>
                        <p:cNvPr id="263179" name="Object 11">
                          <a:extLst>
                            <a:ext uri="{FF2B5EF4-FFF2-40B4-BE49-F238E27FC236}">
                              <a16:creationId xmlns:a16="http://schemas.microsoft.com/office/drawing/2014/main" id="{9775E453-A33D-25F5-1A8E-1B13F0C232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0288" y="1795463"/>
                          <a:ext cx="492125" cy="41116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3180" name="Group 12">
              <a:extLst>
                <a:ext uri="{FF2B5EF4-FFF2-40B4-BE49-F238E27FC236}">
                  <a16:creationId xmlns:a16="http://schemas.microsoft.com/office/drawing/2014/main" id="{4170D256-F171-09E1-2727-6EB7C167CD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5830" y="2598742"/>
              <a:ext cx="401638" cy="612776"/>
              <a:chOff x="2158" y="1637"/>
              <a:chExt cx="253" cy="386"/>
            </a:xfrm>
          </p:grpSpPr>
          <p:sp>
            <p:nvSpPr>
              <p:cNvPr id="263181" name="Line 13">
                <a:extLst>
                  <a:ext uri="{FF2B5EF4-FFF2-40B4-BE49-F238E27FC236}">
                    <a16:creationId xmlns:a16="http://schemas.microsoft.com/office/drawing/2014/main" id="{9673518B-1862-26BF-588D-9AA00AB7A9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6" y="1637"/>
                <a:ext cx="0" cy="386"/>
              </a:xfrm>
              <a:prstGeom prst="line">
                <a:avLst/>
              </a:prstGeom>
              <a:noFill/>
              <a:ln w="5715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182" name="Line 14">
                <a:extLst>
                  <a:ext uri="{FF2B5EF4-FFF2-40B4-BE49-F238E27FC236}">
                    <a16:creationId xmlns:a16="http://schemas.microsoft.com/office/drawing/2014/main" id="{F3D0AA8D-D909-87B2-09EB-8F1F10C1AD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0" y="1998"/>
                <a:ext cx="20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183" name="Line 15">
                <a:extLst>
                  <a:ext uri="{FF2B5EF4-FFF2-40B4-BE49-F238E27FC236}">
                    <a16:creationId xmlns:a16="http://schemas.microsoft.com/office/drawing/2014/main" id="{36CCEBFE-5B4A-5EE6-2996-CE3694885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3" y="1682"/>
                <a:ext cx="19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184" name="Line 16">
                <a:extLst>
                  <a:ext uri="{FF2B5EF4-FFF2-40B4-BE49-F238E27FC236}">
                    <a16:creationId xmlns:a16="http://schemas.microsoft.com/office/drawing/2014/main" id="{4DD09CF7-9842-ECBB-1522-58DD68C1B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58" y="1682"/>
                <a:ext cx="0" cy="31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sp>
          <p:nvSpPr>
            <p:cNvPr id="263185" name="Line 17">
              <a:extLst>
                <a:ext uri="{FF2B5EF4-FFF2-40B4-BE49-F238E27FC236}">
                  <a16:creationId xmlns:a16="http://schemas.microsoft.com/office/drawing/2014/main" id="{BB4C8D7D-67AE-6255-1689-1DA8F6F3DF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6350" y="2271717"/>
              <a:ext cx="0" cy="395283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3186" name="Line 18">
              <a:extLst>
                <a:ext uri="{FF2B5EF4-FFF2-40B4-BE49-F238E27FC236}">
                  <a16:creationId xmlns:a16="http://schemas.microsoft.com/office/drawing/2014/main" id="{86707A42-D112-CBF4-4AD6-0C7880EA5C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188" y="2466975"/>
              <a:ext cx="674687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3187" name="Line 19">
              <a:extLst>
                <a:ext uri="{FF2B5EF4-FFF2-40B4-BE49-F238E27FC236}">
                  <a16:creationId xmlns:a16="http://schemas.microsoft.com/office/drawing/2014/main" id="{93595160-12BE-FD84-8D9C-BB352ABA7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189" y="2008187"/>
              <a:ext cx="265118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3189" name="Line 21">
              <a:extLst>
                <a:ext uri="{FF2B5EF4-FFF2-40B4-BE49-F238E27FC236}">
                  <a16:creationId xmlns:a16="http://schemas.microsoft.com/office/drawing/2014/main" id="{522FEA9D-3526-DFA8-CD0C-8D3E26EA9F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05235" y="3180217"/>
              <a:ext cx="1588" cy="547687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3190" name="Line 22">
              <a:extLst>
                <a:ext uri="{FF2B5EF4-FFF2-40B4-BE49-F238E27FC236}">
                  <a16:creationId xmlns:a16="http://schemas.microsoft.com/office/drawing/2014/main" id="{FDC2259E-1BCF-8C18-020F-7662ADB289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188" y="2014538"/>
              <a:ext cx="0" cy="890587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pSp>
          <p:nvGrpSpPr>
            <p:cNvPr id="263191" name="Group 23">
              <a:extLst>
                <a:ext uri="{FF2B5EF4-FFF2-40B4-BE49-F238E27FC236}">
                  <a16:creationId xmlns:a16="http://schemas.microsoft.com/office/drawing/2014/main" id="{FF0ED954-0BAC-EF89-FC00-41CF374D8E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27449" y="3744919"/>
              <a:ext cx="169863" cy="71438"/>
              <a:chOff x="2356" y="2346"/>
              <a:chExt cx="107" cy="45"/>
            </a:xfrm>
          </p:grpSpPr>
          <p:sp>
            <p:nvSpPr>
              <p:cNvPr id="263192" name="Line 24">
                <a:extLst>
                  <a:ext uri="{FF2B5EF4-FFF2-40B4-BE49-F238E27FC236}">
                    <a16:creationId xmlns:a16="http://schemas.microsoft.com/office/drawing/2014/main" id="{9D9A5BD0-B3A9-D9E7-7E6F-3ED898611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5" y="2346"/>
                <a:ext cx="109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193" name="Line 25">
                <a:extLst>
                  <a:ext uri="{FF2B5EF4-FFF2-40B4-BE49-F238E27FC236}">
                    <a16:creationId xmlns:a16="http://schemas.microsoft.com/office/drawing/2014/main" id="{94ACF26A-1AD4-834C-8FAF-1A6305F34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77" y="2370"/>
                <a:ext cx="7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194" name="Line 26">
                <a:extLst>
                  <a:ext uri="{FF2B5EF4-FFF2-40B4-BE49-F238E27FC236}">
                    <a16:creationId xmlns:a16="http://schemas.microsoft.com/office/drawing/2014/main" id="{20A8CF47-A643-9FD8-966B-8C07D6BB3D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89" y="2392"/>
                <a:ext cx="43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graphicFrame>
          <p:nvGraphicFramePr>
            <p:cNvPr id="263195" name="Object 27">
              <a:extLst>
                <a:ext uri="{FF2B5EF4-FFF2-40B4-BE49-F238E27FC236}">
                  <a16:creationId xmlns:a16="http://schemas.microsoft.com/office/drawing/2014/main" id="{AD5F49BD-F7D5-8329-AB60-60E6381B3FA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529013" y="2706688"/>
            <a:ext cx="588962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5" r:id="rId10" imgW="386280" imgH="201960" progId="">
                    <p:embed/>
                  </p:oleObj>
                </mc:Choice>
                <mc:Fallback>
                  <p:oleObj r:id="rId10" imgW="386280" imgH="201960" progId="">
                    <p:embed/>
                    <p:pic>
                      <p:nvPicPr>
                        <p:cNvPr id="263195" name="Object 27">
                          <a:extLst>
                            <a:ext uri="{FF2B5EF4-FFF2-40B4-BE49-F238E27FC236}">
                              <a16:creationId xmlns:a16="http://schemas.microsoft.com/office/drawing/2014/main" id="{AD5F49BD-F7D5-8329-AB60-60E6381B3FA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9013" y="2706688"/>
                          <a:ext cx="588962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3196" name="Group 28">
              <a:extLst>
                <a:ext uri="{FF2B5EF4-FFF2-40B4-BE49-F238E27FC236}">
                  <a16:creationId xmlns:a16="http://schemas.microsoft.com/office/drawing/2014/main" id="{C91FC16B-34FB-5CB8-4C76-B4EF6C5924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9679" y="2605092"/>
              <a:ext cx="468313" cy="612776"/>
              <a:chOff x="1562" y="1641"/>
              <a:chExt cx="295" cy="386"/>
            </a:xfrm>
          </p:grpSpPr>
          <p:sp>
            <p:nvSpPr>
              <p:cNvPr id="263197" name="Line 29">
                <a:extLst>
                  <a:ext uri="{FF2B5EF4-FFF2-40B4-BE49-F238E27FC236}">
                    <a16:creationId xmlns:a16="http://schemas.microsoft.com/office/drawing/2014/main" id="{EBBFB3E7-DFD7-1DA6-D913-068EC4D63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1" y="1641"/>
                <a:ext cx="0" cy="386"/>
              </a:xfrm>
              <a:prstGeom prst="line">
                <a:avLst/>
              </a:prstGeom>
              <a:noFill/>
              <a:ln w="5715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198" name="Line 30">
                <a:extLst>
                  <a:ext uri="{FF2B5EF4-FFF2-40B4-BE49-F238E27FC236}">
                    <a16:creationId xmlns:a16="http://schemas.microsoft.com/office/drawing/2014/main" id="{25627ACC-7EB3-C123-38D4-AC8596D8D7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62" y="2003"/>
                <a:ext cx="238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199" name="Line 31">
                <a:extLst>
                  <a:ext uri="{FF2B5EF4-FFF2-40B4-BE49-F238E27FC236}">
                    <a16:creationId xmlns:a16="http://schemas.microsoft.com/office/drawing/2014/main" id="{958CB8CE-9A52-765E-4A79-3E42895639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62" y="1685"/>
                <a:ext cx="226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200" name="Line 32">
                <a:extLst>
                  <a:ext uri="{FF2B5EF4-FFF2-40B4-BE49-F238E27FC236}">
                    <a16:creationId xmlns:a16="http://schemas.microsoft.com/office/drawing/2014/main" id="{F5B36532-3AE4-6A7A-B161-B48D53472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57" y="1682"/>
                <a:ext cx="0" cy="31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sp>
          <p:nvSpPr>
            <p:cNvPr id="263201" name="Line 33">
              <a:extLst>
                <a:ext uri="{FF2B5EF4-FFF2-40B4-BE49-F238E27FC236}">
                  <a16:creationId xmlns:a16="http://schemas.microsoft.com/office/drawing/2014/main" id="{17C709F1-A33F-BD48-7DFB-0D73E15935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8792" y="2905125"/>
              <a:ext cx="477037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263202" name="Object 34">
              <a:extLst>
                <a:ext uri="{FF2B5EF4-FFF2-40B4-BE49-F238E27FC236}">
                  <a16:creationId xmlns:a16="http://schemas.microsoft.com/office/drawing/2014/main" id="{E22C5297-8ECC-F67A-7116-D002E880E18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74875" y="2700338"/>
            <a:ext cx="614363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6" r:id="rId12" imgW="388440" imgH="201960" progId="">
                    <p:embed/>
                  </p:oleObj>
                </mc:Choice>
                <mc:Fallback>
                  <p:oleObj r:id="rId12" imgW="388440" imgH="201960" progId="">
                    <p:embed/>
                    <p:pic>
                      <p:nvPicPr>
                        <p:cNvPr id="263202" name="Object 34">
                          <a:extLst>
                            <a:ext uri="{FF2B5EF4-FFF2-40B4-BE49-F238E27FC236}">
                              <a16:creationId xmlns:a16="http://schemas.microsoft.com/office/drawing/2014/main" id="{E22C5297-8ECC-F67A-7116-D002E880E1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4875" y="2700338"/>
                          <a:ext cx="614363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3203" name="Line 35">
              <a:extLst>
                <a:ext uri="{FF2B5EF4-FFF2-40B4-BE49-F238E27FC236}">
                  <a16:creationId xmlns:a16="http://schemas.microsoft.com/office/drawing/2014/main" id="{766E70F9-B0BA-C152-384B-2163F44316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8726" y="3195637"/>
              <a:ext cx="0" cy="261938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pSp>
          <p:nvGrpSpPr>
            <p:cNvPr id="263204" name="Group 36">
              <a:extLst>
                <a:ext uri="{FF2B5EF4-FFF2-40B4-BE49-F238E27FC236}">
                  <a16:creationId xmlns:a16="http://schemas.microsoft.com/office/drawing/2014/main" id="{4463F6AB-EB83-F553-988A-2E1413749E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3794" y="4247281"/>
              <a:ext cx="169863" cy="71438"/>
              <a:chOff x="1520" y="2644"/>
              <a:chExt cx="107" cy="45"/>
            </a:xfrm>
          </p:grpSpPr>
          <p:sp>
            <p:nvSpPr>
              <p:cNvPr id="263205" name="Line 37">
                <a:extLst>
                  <a:ext uri="{FF2B5EF4-FFF2-40B4-BE49-F238E27FC236}">
                    <a16:creationId xmlns:a16="http://schemas.microsoft.com/office/drawing/2014/main" id="{7339C5E3-A95D-F978-A7F8-3AFC5AA4C0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19" y="2644"/>
                <a:ext cx="109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206" name="Line 38">
                <a:extLst>
                  <a:ext uri="{FF2B5EF4-FFF2-40B4-BE49-F238E27FC236}">
                    <a16:creationId xmlns:a16="http://schemas.microsoft.com/office/drawing/2014/main" id="{9CF9ADF2-565B-AC68-72CF-48B7A49A6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41" y="2668"/>
                <a:ext cx="71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207" name="Line 39">
                <a:extLst>
                  <a:ext uri="{FF2B5EF4-FFF2-40B4-BE49-F238E27FC236}">
                    <a16:creationId xmlns:a16="http://schemas.microsoft.com/office/drawing/2014/main" id="{F35DC53F-5C13-D426-B234-845E03DB7B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53" y="2690"/>
                <a:ext cx="43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sp>
          <p:nvSpPr>
            <p:cNvPr id="263208" name="Line 40">
              <a:extLst>
                <a:ext uri="{FF2B5EF4-FFF2-40B4-BE49-F238E27FC236}">
                  <a16:creationId xmlns:a16="http://schemas.microsoft.com/office/drawing/2014/main" id="{32CFA384-9C12-7BD7-4161-9845F7363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79680" y="1223963"/>
              <a:ext cx="0" cy="1438276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63209" name="Line 41">
              <a:extLst>
                <a:ext uri="{FF2B5EF4-FFF2-40B4-BE49-F238E27FC236}">
                  <a16:creationId xmlns:a16="http://schemas.microsoft.com/office/drawing/2014/main" id="{26FD8034-7B90-B6F5-C217-F5FAEC7C5E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76475" y="2185988"/>
              <a:ext cx="1588" cy="363537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263210" name="Object 42">
              <a:extLst>
                <a:ext uri="{FF2B5EF4-FFF2-40B4-BE49-F238E27FC236}">
                  <a16:creationId xmlns:a16="http://schemas.microsoft.com/office/drawing/2014/main" id="{B23DDEF4-D756-F584-B19B-68A7E5BACEE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51013" y="2112963"/>
            <a:ext cx="539750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7" r:id="rId14" imgW="348120" imgH="201960" progId="">
                    <p:embed/>
                  </p:oleObj>
                </mc:Choice>
                <mc:Fallback>
                  <p:oleObj r:id="rId14" imgW="348120" imgH="201960" progId="">
                    <p:embed/>
                    <p:pic>
                      <p:nvPicPr>
                        <p:cNvPr id="263210" name="Object 42">
                          <a:extLst>
                            <a:ext uri="{FF2B5EF4-FFF2-40B4-BE49-F238E27FC236}">
                              <a16:creationId xmlns:a16="http://schemas.microsoft.com/office/drawing/2014/main" id="{B23DDEF4-D756-F584-B19B-68A7E5BACE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1013" y="2112963"/>
                          <a:ext cx="539750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3211" name="Object 43">
              <a:extLst>
                <a:ext uri="{FF2B5EF4-FFF2-40B4-BE49-F238E27FC236}">
                  <a16:creationId xmlns:a16="http://schemas.microsoft.com/office/drawing/2014/main" id="{7CB69748-1497-F3A3-1797-703B73797E0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948792" y="2947193"/>
            <a:ext cx="506412" cy="373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8" r:id="rId16" imgW="417600" imgH="201960" progId="">
                    <p:embed/>
                  </p:oleObj>
                </mc:Choice>
                <mc:Fallback>
                  <p:oleObj r:id="rId16" imgW="417600" imgH="201960" progId="">
                    <p:embed/>
                    <p:pic>
                      <p:nvPicPr>
                        <p:cNvPr id="263211" name="Object 43">
                          <a:extLst>
                            <a:ext uri="{FF2B5EF4-FFF2-40B4-BE49-F238E27FC236}">
                              <a16:creationId xmlns:a16="http://schemas.microsoft.com/office/drawing/2014/main" id="{7CB69748-1497-F3A3-1797-703B73797E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8792" y="2947193"/>
                          <a:ext cx="506412" cy="373063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3212" name="AutoShape 44">
              <a:extLst>
                <a:ext uri="{FF2B5EF4-FFF2-40B4-BE49-F238E27FC236}">
                  <a16:creationId xmlns:a16="http://schemas.microsoft.com/office/drawing/2014/main" id="{085DC8CF-BE31-07D8-360D-76B4FCF6A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975" y="1539875"/>
              <a:ext cx="812800" cy="60325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 b="1">
                  <a:solidFill>
                    <a:srgbClr val="000000"/>
                  </a:solidFill>
                  <a:latin typeface="Arial" panose="020B0604020202020204" pitchFamily="34" charset="0"/>
                  <a:cs typeface="AR PL UMing HK" charset="0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altLang="en-BE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Times New Roman" panose="02020603050405020304" pitchFamily="18" charset="0"/>
                </a:rPr>
                <a:t>Circuit</a:t>
              </a:r>
            </a:p>
          </p:txBody>
        </p:sp>
        <p:sp>
          <p:nvSpPr>
            <p:cNvPr id="263213" name="Line 45">
              <a:extLst>
                <a:ext uri="{FF2B5EF4-FFF2-40B4-BE49-F238E27FC236}">
                  <a16:creationId xmlns:a16="http://schemas.microsoft.com/office/drawing/2014/main" id="{A6EB52B0-8928-0272-4DB6-F8A9B32AB8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6624" y="1209678"/>
              <a:ext cx="1786135" cy="0"/>
            </a:xfrm>
            <a:prstGeom prst="line">
              <a:avLst/>
            </a:prstGeom>
            <a:noFill/>
            <a:ln w="5715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pSp>
          <p:nvGrpSpPr>
            <p:cNvPr id="263216" name="Group 48">
              <a:extLst>
                <a:ext uri="{FF2B5EF4-FFF2-40B4-BE49-F238E27FC236}">
                  <a16:creationId xmlns:a16="http://schemas.microsoft.com/office/drawing/2014/main" id="{DE02A2B8-18A6-1E41-DC1E-8CDD822A7C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9679" y="3405194"/>
              <a:ext cx="458788" cy="612776"/>
              <a:chOff x="1562" y="2145"/>
              <a:chExt cx="289" cy="386"/>
            </a:xfrm>
          </p:grpSpPr>
          <p:sp>
            <p:nvSpPr>
              <p:cNvPr id="263217" name="Line 49">
                <a:extLst>
                  <a:ext uri="{FF2B5EF4-FFF2-40B4-BE49-F238E27FC236}">
                    <a16:creationId xmlns:a16="http://schemas.microsoft.com/office/drawing/2014/main" id="{610E3823-5905-1A9E-9D3B-90160DF5FF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0" y="2145"/>
                <a:ext cx="0" cy="386"/>
              </a:xfrm>
              <a:prstGeom prst="line">
                <a:avLst/>
              </a:prstGeom>
              <a:noFill/>
              <a:ln w="5715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218" name="Line 50">
                <a:extLst>
                  <a:ext uri="{FF2B5EF4-FFF2-40B4-BE49-F238E27FC236}">
                    <a16:creationId xmlns:a16="http://schemas.microsoft.com/office/drawing/2014/main" id="{850AD7CD-C3DC-F22C-56C9-0979FCD5A1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62" y="2486"/>
                <a:ext cx="238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219" name="Line 51">
                <a:extLst>
                  <a:ext uri="{FF2B5EF4-FFF2-40B4-BE49-F238E27FC236}">
                    <a16:creationId xmlns:a16="http://schemas.microsoft.com/office/drawing/2014/main" id="{5B454F7E-B4B6-AF47-3079-914D54B1E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74" y="2180"/>
                <a:ext cx="226" cy="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  <p:sp>
            <p:nvSpPr>
              <p:cNvPr id="263220" name="Line 52">
                <a:extLst>
                  <a:ext uri="{FF2B5EF4-FFF2-40B4-BE49-F238E27FC236}">
                    <a16:creationId xmlns:a16="http://schemas.microsoft.com/office/drawing/2014/main" id="{A153C428-5522-0876-FCAC-03B2806E95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51" y="2176"/>
                <a:ext cx="0" cy="310"/>
              </a:xfrm>
              <a:prstGeom prst="line">
                <a:avLst/>
              </a:prstGeom>
              <a:noFill/>
              <a:ln w="255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endParaRPr kumimoji="0" lang="en-BE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Times New Roman"/>
                </a:endParaRPr>
              </a:p>
            </p:txBody>
          </p:sp>
        </p:grpSp>
        <p:graphicFrame>
          <p:nvGraphicFramePr>
            <p:cNvPr id="263221" name="Object 53">
              <a:extLst>
                <a:ext uri="{FF2B5EF4-FFF2-40B4-BE49-F238E27FC236}">
                  <a16:creationId xmlns:a16="http://schemas.microsoft.com/office/drawing/2014/main" id="{A8918256-7ED6-5E31-56C1-C0CCC06AB3B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73288" y="3457575"/>
            <a:ext cx="614362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9" r:id="rId18" imgW="388080" imgH="201960" progId="">
                    <p:embed/>
                  </p:oleObj>
                </mc:Choice>
                <mc:Fallback>
                  <p:oleObj r:id="rId18" imgW="388080" imgH="201960" progId="">
                    <p:embed/>
                    <p:pic>
                      <p:nvPicPr>
                        <p:cNvPr id="263221" name="Object 53">
                          <a:extLst>
                            <a:ext uri="{FF2B5EF4-FFF2-40B4-BE49-F238E27FC236}">
                              <a16:creationId xmlns:a16="http://schemas.microsoft.com/office/drawing/2014/main" id="{A8918256-7ED6-5E31-56C1-C0CCC06AB3B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3288" y="3457575"/>
                          <a:ext cx="614362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3222" name="Line 54">
              <a:extLst>
                <a:ext uri="{FF2B5EF4-FFF2-40B4-BE49-F238E27FC236}">
                  <a16:creationId xmlns:a16="http://schemas.microsoft.com/office/drawing/2014/main" id="{84E884FB-0B27-4665-29C9-78AC4D6C54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4758" y="3952876"/>
              <a:ext cx="1588" cy="276225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263223" name="Object 55">
              <a:extLst>
                <a:ext uri="{FF2B5EF4-FFF2-40B4-BE49-F238E27FC236}">
                  <a16:creationId xmlns:a16="http://schemas.microsoft.com/office/drawing/2014/main" id="{B68A487B-95E6-3D56-CF90-1E0694FA403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849438" y="2460625"/>
            <a:ext cx="350837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0" r:id="rId20" imgW="183960" imgH="169560" progId="">
                    <p:embed/>
                  </p:oleObj>
                </mc:Choice>
                <mc:Fallback>
                  <p:oleObj r:id="rId20" imgW="183960" imgH="169560" progId="">
                    <p:embed/>
                    <p:pic>
                      <p:nvPicPr>
                        <p:cNvPr id="263223" name="Object 55">
                          <a:extLst>
                            <a:ext uri="{FF2B5EF4-FFF2-40B4-BE49-F238E27FC236}">
                              <a16:creationId xmlns:a16="http://schemas.microsoft.com/office/drawing/2014/main" id="{B68A487B-95E6-3D56-CF90-1E0694FA40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9438" y="2460625"/>
                          <a:ext cx="350837" cy="3460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3224" name="Object 56">
              <a:extLst>
                <a:ext uri="{FF2B5EF4-FFF2-40B4-BE49-F238E27FC236}">
                  <a16:creationId xmlns:a16="http://schemas.microsoft.com/office/drawing/2014/main" id="{8B00DB51-4C25-0ED6-E47B-C26A438D3B7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876425" y="4068763"/>
            <a:ext cx="319088" cy="188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1" r:id="rId22" imgW="208800" imgH="169560" progId="">
                    <p:embed/>
                  </p:oleObj>
                </mc:Choice>
                <mc:Fallback>
                  <p:oleObj r:id="rId22" imgW="208800" imgH="169560" progId="">
                    <p:embed/>
                    <p:pic>
                      <p:nvPicPr>
                        <p:cNvPr id="263224" name="Object 56">
                          <a:extLst>
                            <a:ext uri="{FF2B5EF4-FFF2-40B4-BE49-F238E27FC236}">
                              <a16:creationId xmlns:a16="http://schemas.microsoft.com/office/drawing/2014/main" id="{8B00DB51-4C25-0ED6-E47B-C26A438D3B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6425" y="4068763"/>
                          <a:ext cx="319088" cy="18891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3225" name="Object 57">
              <a:extLst>
                <a:ext uri="{FF2B5EF4-FFF2-40B4-BE49-F238E27FC236}">
                  <a16:creationId xmlns:a16="http://schemas.microsoft.com/office/drawing/2014/main" id="{20E11315-9375-24F3-F7B2-945B114C47B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308100" y="3017838"/>
            <a:ext cx="587375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2" r:id="rId24" imgW="384840" imgH="201960" progId="">
                    <p:embed/>
                  </p:oleObj>
                </mc:Choice>
                <mc:Fallback>
                  <p:oleObj r:id="rId24" imgW="384840" imgH="201960" progId="">
                    <p:embed/>
                    <p:pic>
                      <p:nvPicPr>
                        <p:cNvPr id="263225" name="Object 57">
                          <a:extLst>
                            <a:ext uri="{FF2B5EF4-FFF2-40B4-BE49-F238E27FC236}">
                              <a16:creationId xmlns:a16="http://schemas.microsoft.com/office/drawing/2014/main" id="{20E11315-9375-24F3-F7B2-945B114C47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8100" y="3017838"/>
                          <a:ext cx="587375" cy="43497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63226" name="AutoShape 58">
              <a:extLst>
                <a:ext uri="{FF2B5EF4-FFF2-40B4-BE49-F238E27FC236}">
                  <a16:creationId xmlns:a16="http://schemas.microsoft.com/office/drawing/2014/main" id="{A48C45A8-3D8F-FA19-55B5-9191E6FAAE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009775" y="2762250"/>
              <a:ext cx="0" cy="1306513"/>
            </a:xfrm>
            <a:prstGeom prst="straightConnector1">
              <a:avLst/>
            </a:prstGeom>
            <a:noFill/>
            <a:ln w="25560" cap="sq">
              <a:solidFill>
                <a:srgbClr val="000000"/>
              </a:solidFill>
              <a:miter lim="800000"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63227" name="Line 59">
              <a:extLst>
                <a:ext uri="{FF2B5EF4-FFF2-40B4-BE49-F238E27FC236}">
                  <a16:creationId xmlns:a16="http://schemas.microsoft.com/office/drawing/2014/main" id="{34EB0A25-8DC8-078B-8ADD-A572A9571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9244" y="3693318"/>
              <a:ext cx="300038" cy="0"/>
            </a:xfrm>
            <a:prstGeom prst="line">
              <a:avLst/>
            </a:prstGeom>
            <a:noFill/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en-B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/>
              </a:endParaRPr>
            </a:p>
          </p:txBody>
        </p:sp>
        <p:graphicFrame>
          <p:nvGraphicFramePr>
            <p:cNvPr id="263228" name="Object 60">
              <a:extLst>
                <a:ext uri="{FF2B5EF4-FFF2-40B4-BE49-F238E27FC236}">
                  <a16:creationId xmlns:a16="http://schemas.microsoft.com/office/drawing/2014/main" id="{3866553D-104C-9CE5-A89B-19B24F6C3E6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232150" y="3529008"/>
            <a:ext cx="484188" cy="373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3" r:id="rId26" imgW="415440" imgH="201960" progId="">
                    <p:embed/>
                  </p:oleObj>
                </mc:Choice>
                <mc:Fallback>
                  <p:oleObj r:id="rId26" imgW="415440" imgH="201960" progId="">
                    <p:embed/>
                    <p:pic>
                      <p:nvPicPr>
                        <p:cNvPr id="263228" name="Object 60">
                          <a:extLst>
                            <a:ext uri="{FF2B5EF4-FFF2-40B4-BE49-F238E27FC236}">
                              <a16:creationId xmlns:a16="http://schemas.microsoft.com/office/drawing/2014/main" id="{3866553D-104C-9CE5-A89B-19B24F6C3E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2150" y="3529008"/>
                          <a:ext cx="484188" cy="373063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Freeform 36">
            <a:extLst>
              <a:ext uri="{FF2B5EF4-FFF2-40B4-BE49-F238E27FC236}">
                <a16:creationId xmlns:a16="http://schemas.microsoft.com/office/drawing/2014/main" id="{B4D81252-BB64-865D-E9C2-D284A8992627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4231013" y="2434764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21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4" name="Freeform 36">
            <a:extLst>
              <a:ext uri="{FF2B5EF4-FFF2-40B4-BE49-F238E27FC236}">
                <a16:creationId xmlns:a16="http://schemas.microsoft.com/office/drawing/2014/main" id="{0763D55F-4F90-3607-62B7-51929863D55E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3568073" y="2430954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21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  <p:sp>
        <p:nvSpPr>
          <p:cNvPr id="5" name="Freeform 36">
            <a:extLst>
              <a:ext uri="{FF2B5EF4-FFF2-40B4-BE49-F238E27FC236}">
                <a16:creationId xmlns:a16="http://schemas.microsoft.com/office/drawing/2014/main" id="{1955AB0F-D528-5A1F-F2CA-1657B15EC13D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3564263" y="2884344"/>
            <a:ext cx="108000" cy="108000"/>
          </a:xfrm>
          <a:custGeom>
            <a:avLst/>
            <a:gdLst>
              <a:gd name="T0" fmla="*/ 80 w 80"/>
              <a:gd name="T1" fmla="*/ 40 h 80"/>
              <a:gd name="T2" fmla="*/ 80 w 80"/>
              <a:gd name="T3" fmla="*/ 40 h 80"/>
              <a:gd name="T4" fmla="*/ 40 w 80"/>
              <a:gd name="T5" fmla="*/ 80 h 80"/>
              <a:gd name="T6" fmla="*/ 0 w 80"/>
              <a:gd name="T7" fmla="*/ 40 h 80"/>
              <a:gd name="T8" fmla="*/ 40 w 80"/>
              <a:gd name="T9" fmla="*/ 0 h 80"/>
              <a:gd name="T10" fmla="*/ 80 w 80"/>
              <a:gd name="T11" fmla="*/ 40 h 80"/>
              <a:gd name="T12" fmla="*/ 80 w 80"/>
              <a:gd name="T13" fmla="*/ 40 h 80"/>
              <a:gd name="T14" fmla="*/ 80 w 80"/>
              <a:gd name="T15" fmla="*/ 40 h 80"/>
              <a:gd name="T16" fmla="*/ 80 w 80"/>
              <a:gd name="T17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80">
                <a:moveTo>
                  <a:pt x="80" y="40"/>
                </a:moveTo>
                <a:lnTo>
                  <a:pt x="80" y="40"/>
                </a:lnTo>
                <a:cubicBezTo>
                  <a:pt x="80" y="62"/>
                  <a:pt x="63" y="80"/>
                  <a:pt x="40" y="80"/>
                </a:cubicBezTo>
                <a:cubicBezTo>
                  <a:pt x="18" y="80"/>
                  <a:pt x="0" y="62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0" y="18"/>
                  <a:pt x="80" y="40"/>
                </a:cubicBezTo>
                <a:lnTo>
                  <a:pt x="80" y="40"/>
                </a:lnTo>
                <a:close/>
                <a:moveTo>
                  <a:pt x="80" y="40"/>
                </a:moveTo>
                <a:lnTo>
                  <a:pt x="80" y="4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BE" sz="121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2910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F426C7-AB56-B919-F8AC-42531EA0764E}"/>
              </a:ext>
            </a:extLst>
          </p:cNvPr>
          <p:cNvSpPr/>
          <p:nvPr/>
        </p:nvSpPr>
        <p:spPr>
          <a:xfrm>
            <a:off x="0" y="-45396"/>
            <a:ext cx="12192000" cy="6903396"/>
          </a:xfrm>
          <a:prstGeom prst="rect">
            <a:avLst/>
          </a:prstGeom>
          <a:solidFill>
            <a:srgbClr val="D9D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40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D4B0515-60F3-81E5-52F7-8EC919C3345E}"/>
              </a:ext>
            </a:extLst>
          </p:cNvPr>
          <p:cNvSpPr/>
          <p:nvPr/>
        </p:nvSpPr>
        <p:spPr>
          <a:xfrm>
            <a:off x="0" y="0"/>
            <a:ext cx="12192000" cy="578498"/>
          </a:xfrm>
          <a:prstGeom prst="round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>
              <a:solidFill>
                <a:srgbClr val="002060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4AEBE8D-0E15-B17E-D40C-AF93712108D2}"/>
              </a:ext>
            </a:extLst>
          </p:cNvPr>
          <p:cNvSpPr/>
          <p:nvPr/>
        </p:nvSpPr>
        <p:spPr>
          <a:xfrm>
            <a:off x="8168640" y="662473"/>
            <a:ext cx="3576320" cy="6195526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88D1CA7-0795-DE07-6A73-B4D918BE80EB}"/>
              </a:ext>
            </a:extLst>
          </p:cNvPr>
          <p:cNvSpPr/>
          <p:nvPr/>
        </p:nvSpPr>
        <p:spPr>
          <a:xfrm>
            <a:off x="3789680" y="690464"/>
            <a:ext cx="3027680" cy="6096415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247304A-F42B-96B6-1ABF-5A788C93B65A}"/>
              </a:ext>
            </a:extLst>
          </p:cNvPr>
          <p:cNvSpPr/>
          <p:nvPr/>
        </p:nvSpPr>
        <p:spPr>
          <a:xfrm>
            <a:off x="81280" y="671804"/>
            <a:ext cx="3027680" cy="6104915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5477F0DB-FDF7-2310-CF58-0FEF0C6C744E}"/>
              </a:ext>
            </a:extLst>
          </p:cNvPr>
          <p:cNvGrpSpPr/>
          <p:nvPr/>
        </p:nvGrpSpPr>
        <p:grpSpPr>
          <a:xfrm>
            <a:off x="655423" y="702906"/>
            <a:ext cx="1330960" cy="1463040"/>
            <a:chOff x="342479" y="1364780"/>
            <a:chExt cx="1983739" cy="227838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302B437D-6FD0-A598-BE0A-C6B4C990131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479" y="1364780"/>
              <a:ext cx="1782257" cy="2277810"/>
            </a:xfrm>
            <a:prstGeom prst="rect">
              <a:avLst/>
            </a:prstGeom>
          </p:spPr>
        </p:pic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9126E2A2-6EED-DEB3-5AC7-2E59CC45846A}"/>
                </a:ext>
              </a:extLst>
            </p:cNvPr>
            <p:cNvSpPr/>
            <p:nvPr/>
          </p:nvSpPr>
          <p:spPr>
            <a:xfrm>
              <a:off x="1542287" y="2236723"/>
              <a:ext cx="771525" cy="490855"/>
            </a:xfrm>
            <a:custGeom>
              <a:avLst/>
              <a:gdLst/>
              <a:ahLst/>
              <a:cxnLst/>
              <a:rect l="l" t="t" r="r" b="b"/>
              <a:pathLst>
                <a:path w="771525" h="490855">
                  <a:moveTo>
                    <a:pt x="771144" y="0"/>
                  </a:moveTo>
                  <a:lnTo>
                    <a:pt x="0" y="0"/>
                  </a:lnTo>
                  <a:lnTo>
                    <a:pt x="0" y="490727"/>
                  </a:lnTo>
                  <a:lnTo>
                    <a:pt x="771144" y="490727"/>
                  </a:lnTo>
                  <a:lnTo>
                    <a:pt x="771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6C135CEA-2213-EBCA-6840-94C129500E81}"/>
                </a:ext>
              </a:extLst>
            </p:cNvPr>
            <p:cNvSpPr/>
            <p:nvPr/>
          </p:nvSpPr>
          <p:spPr>
            <a:xfrm>
              <a:off x="1542287" y="2236723"/>
              <a:ext cx="771525" cy="490855"/>
            </a:xfrm>
            <a:custGeom>
              <a:avLst/>
              <a:gdLst/>
              <a:ahLst/>
              <a:cxnLst/>
              <a:rect l="l" t="t" r="r" b="b"/>
              <a:pathLst>
                <a:path w="771525" h="490855">
                  <a:moveTo>
                    <a:pt x="0" y="0"/>
                  </a:moveTo>
                  <a:lnTo>
                    <a:pt x="771144" y="0"/>
                  </a:lnTo>
                  <a:lnTo>
                    <a:pt x="771144" y="490727"/>
                  </a:lnTo>
                  <a:lnTo>
                    <a:pt x="0" y="490727"/>
                  </a:lnTo>
                  <a:lnTo>
                    <a:pt x="0" y="0"/>
                  </a:lnTo>
                  <a:close/>
                </a:path>
              </a:pathLst>
            </a:custGeom>
            <a:ln w="2438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2">
            <a:extLst>
              <a:ext uri="{FF2B5EF4-FFF2-40B4-BE49-F238E27FC236}">
                <a16:creationId xmlns:a16="http://schemas.microsoft.com/office/drawing/2014/main" id="{03C797EC-BBFC-F33A-2BEF-527FC8BBB38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8960" y="3058159"/>
            <a:ext cx="2113280" cy="1534161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950E905B-9DE6-7B22-9183-30D5D3907028}"/>
              </a:ext>
            </a:extLst>
          </p:cNvPr>
          <p:cNvGrpSpPr/>
          <p:nvPr/>
        </p:nvGrpSpPr>
        <p:grpSpPr>
          <a:xfrm>
            <a:off x="272796" y="4917707"/>
            <a:ext cx="2076195" cy="765065"/>
            <a:chOff x="354076" y="5811787"/>
            <a:chExt cx="2076195" cy="765065"/>
          </a:xfrm>
        </p:grpSpPr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7D321969-846C-A909-8492-20F303F2A7CC}"/>
                </a:ext>
              </a:extLst>
            </p:cNvPr>
            <p:cNvSpPr/>
            <p:nvPr/>
          </p:nvSpPr>
          <p:spPr>
            <a:xfrm>
              <a:off x="2042286" y="6171882"/>
              <a:ext cx="387985" cy="0"/>
            </a:xfrm>
            <a:custGeom>
              <a:avLst/>
              <a:gdLst/>
              <a:ahLst/>
              <a:cxnLst/>
              <a:rect l="l" t="t" r="r" b="b"/>
              <a:pathLst>
                <a:path w="387984">
                  <a:moveTo>
                    <a:pt x="0" y="0"/>
                  </a:moveTo>
                  <a:lnTo>
                    <a:pt x="387477" y="0"/>
                  </a:lnTo>
                </a:path>
              </a:pathLst>
            </a:custGeom>
            <a:ln w="116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0">
              <a:extLst>
                <a:ext uri="{FF2B5EF4-FFF2-40B4-BE49-F238E27FC236}">
                  <a16:creationId xmlns:a16="http://schemas.microsoft.com/office/drawing/2014/main" id="{05C7C5C9-64F4-2EB6-1956-6298B4ADD84E}"/>
                </a:ext>
              </a:extLst>
            </p:cNvPr>
            <p:cNvSpPr txBox="1"/>
            <p:nvPr/>
          </p:nvSpPr>
          <p:spPr>
            <a:xfrm>
              <a:off x="2162556" y="6355237"/>
              <a:ext cx="198755" cy="22161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1250" i="1" spc="20" dirty="0">
                  <a:latin typeface="Arial"/>
                  <a:cs typeface="Arial"/>
                </a:rPr>
                <a:t>d</a:t>
              </a:r>
              <a:r>
                <a:rPr sz="1250" i="1" spc="15" dirty="0">
                  <a:latin typeface="Arial"/>
                  <a:cs typeface="Arial"/>
                </a:rPr>
                <a:t>s</a:t>
              </a:r>
              <a:endParaRPr sz="1250">
                <a:latin typeface="Arial"/>
                <a:cs typeface="Arial"/>
              </a:endParaRPr>
            </a:p>
          </p:txBody>
        </p:sp>
        <p:sp>
          <p:nvSpPr>
            <p:cNvPr id="28" name="object 24">
              <a:extLst>
                <a:ext uri="{FF2B5EF4-FFF2-40B4-BE49-F238E27FC236}">
                  <a16:creationId xmlns:a16="http://schemas.microsoft.com/office/drawing/2014/main" id="{D7048909-1B32-7837-796A-ECCD74C73373}"/>
                </a:ext>
              </a:extLst>
            </p:cNvPr>
            <p:cNvSpPr txBox="1"/>
            <p:nvPr/>
          </p:nvSpPr>
          <p:spPr>
            <a:xfrm>
              <a:off x="354076" y="5948947"/>
              <a:ext cx="1419860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2200" i="1" spc="40" dirty="0">
                  <a:latin typeface="Arial"/>
                  <a:cs typeface="Arial"/>
                </a:rPr>
                <a:t>i</a:t>
              </a:r>
              <a:r>
                <a:rPr sz="1875" i="1" spc="60" baseline="-24444" dirty="0">
                  <a:latin typeface="Arial"/>
                  <a:cs typeface="Arial"/>
                </a:rPr>
                <a:t>in </a:t>
              </a:r>
              <a:r>
                <a:rPr sz="1875" i="1" spc="135" baseline="-24444" dirty="0">
                  <a:latin typeface="Arial"/>
                  <a:cs typeface="Arial"/>
                </a:rPr>
                <a:t> </a:t>
              </a:r>
              <a:r>
                <a:rPr sz="2200" dirty="0">
                  <a:latin typeface="Symbol"/>
                  <a:cs typeface="Symbol"/>
                </a:rPr>
                <a:t></a:t>
              </a:r>
              <a:r>
                <a:rPr sz="2200" spc="10" dirty="0">
                  <a:latin typeface="Times New Roman"/>
                  <a:cs typeface="Times New Roman"/>
                </a:rPr>
                <a:t> </a:t>
              </a:r>
              <a:r>
                <a:rPr sz="2200" spc="65" dirty="0">
                  <a:latin typeface="Symbol"/>
                  <a:cs typeface="Symbol"/>
                </a:rPr>
                <a:t></a:t>
              </a:r>
              <a:r>
                <a:rPr sz="2200" i="1" spc="65" dirty="0">
                  <a:latin typeface="Arial"/>
                  <a:cs typeface="Arial"/>
                </a:rPr>
                <a:t>g</a:t>
              </a:r>
              <a:r>
                <a:rPr sz="1875" i="1" spc="97" baseline="-24444" dirty="0">
                  <a:latin typeface="Arial"/>
                  <a:cs typeface="Arial"/>
                </a:rPr>
                <a:t>m</a:t>
              </a:r>
              <a:r>
                <a:rPr sz="2200" i="1" spc="65" dirty="0">
                  <a:latin typeface="Arial"/>
                  <a:cs typeface="Arial"/>
                </a:rPr>
                <a:t>v</a:t>
              </a:r>
              <a:r>
                <a:rPr sz="1875" i="1" spc="97" baseline="-24444" dirty="0">
                  <a:latin typeface="Arial"/>
                  <a:cs typeface="Arial"/>
                </a:rPr>
                <a:t>gs</a:t>
              </a:r>
              <a:endParaRPr sz="1875" baseline="-24444" dirty="0">
                <a:latin typeface="Arial"/>
                <a:cs typeface="Arial"/>
              </a:endParaRPr>
            </a:p>
          </p:txBody>
        </p:sp>
        <p:sp>
          <p:nvSpPr>
            <p:cNvPr id="29" name="object 25">
              <a:extLst>
                <a:ext uri="{FF2B5EF4-FFF2-40B4-BE49-F238E27FC236}">
                  <a16:creationId xmlns:a16="http://schemas.microsoft.com/office/drawing/2014/main" id="{B803B656-C14B-05B1-888A-3A0D75835F33}"/>
                </a:ext>
              </a:extLst>
            </p:cNvPr>
            <p:cNvSpPr txBox="1"/>
            <p:nvPr/>
          </p:nvSpPr>
          <p:spPr>
            <a:xfrm>
              <a:off x="2074164" y="6168403"/>
              <a:ext cx="118745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200" i="1" dirty="0">
                  <a:latin typeface="Arial"/>
                  <a:cs typeface="Arial"/>
                </a:rPr>
                <a:t>r</a:t>
              </a:r>
              <a:endParaRPr sz="2200">
                <a:latin typeface="Arial"/>
                <a:cs typeface="Arial"/>
              </a:endParaRPr>
            </a:p>
          </p:txBody>
        </p:sp>
        <p:sp>
          <p:nvSpPr>
            <p:cNvPr id="30" name="object 26">
              <a:extLst>
                <a:ext uri="{FF2B5EF4-FFF2-40B4-BE49-F238E27FC236}">
                  <a16:creationId xmlns:a16="http://schemas.microsoft.com/office/drawing/2014/main" id="{B9DF30B8-7206-FBFB-5B34-BEE99B73FC84}"/>
                </a:ext>
              </a:extLst>
            </p:cNvPr>
            <p:cNvSpPr txBox="1"/>
            <p:nvPr/>
          </p:nvSpPr>
          <p:spPr>
            <a:xfrm>
              <a:off x="1789683" y="5811787"/>
              <a:ext cx="627380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254000" indent="-216535">
                <a:lnSpc>
                  <a:spcPct val="100000"/>
                </a:lnSpc>
                <a:spcBef>
                  <a:spcPts val="105"/>
                </a:spcBef>
                <a:buFont typeface="Symbol"/>
                <a:buChar char=""/>
                <a:tabLst>
                  <a:tab pos="254635" algn="l"/>
                </a:tabLst>
              </a:pPr>
              <a:r>
                <a:rPr sz="3300" i="1" spc="97" baseline="13888" dirty="0">
                  <a:latin typeface="Arial"/>
                  <a:cs typeface="Arial"/>
                </a:rPr>
                <a:t>v</a:t>
              </a:r>
              <a:r>
                <a:rPr sz="1250" i="1" spc="65" dirty="0">
                  <a:latin typeface="Arial"/>
                  <a:cs typeface="Arial"/>
                </a:rPr>
                <a:t>gs</a:t>
              </a:r>
              <a:endParaRPr sz="1250">
                <a:latin typeface="Arial"/>
                <a:cs typeface="Arial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C20F5D2-EB51-164B-142C-DAC9326F9FB8}"/>
              </a:ext>
            </a:extLst>
          </p:cNvPr>
          <p:cNvGrpSpPr/>
          <p:nvPr/>
        </p:nvGrpSpPr>
        <p:grpSpPr>
          <a:xfrm>
            <a:off x="667004" y="5470412"/>
            <a:ext cx="1719198" cy="1267984"/>
            <a:chOff x="3074924" y="5023372"/>
            <a:chExt cx="1719198" cy="1267984"/>
          </a:xfrm>
        </p:grpSpPr>
        <p:sp>
          <p:nvSpPr>
            <p:cNvPr id="18" name="object 14">
              <a:extLst>
                <a:ext uri="{FF2B5EF4-FFF2-40B4-BE49-F238E27FC236}">
                  <a16:creationId xmlns:a16="http://schemas.microsoft.com/office/drawing/2014/main" id="{5154FBD5-6FB0-B62D-9610-4852610557F8}"/>
                </a:ext>
              </a:extLst>
            </p:cNvPr>
            <p:cNvSpPr/>
            <p:nvPr/>
          </p:nvSpPr>
          <p:spPr>
            <a:xfrm>
              <a:off x="3771582" y="5885434"/>
              <a:ext cx="339090" cy="0"/>
            </a:xfrm>
            <a:custGeom>
              <a:avLst/>
              <a:gdLst/>
              <a:ahLst/>
              <a:cxnLst/>
              <a:rect l="l" t="t" r="r" b="b"/>
              <a:pathLst>
                <a:path w="339090">
                  <a:moveTo>
                    <a:pt x="0" y="0"/>
                  </a:moveTo>
                  <a:lnTo>
                    <a:pt x="338518" y="0"/>
                  </a:lnTo>
                </a:path>
              </a:pathLst>
            </a:custGeom>
            <a:ln w="116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413A50B7-89D8-C51F-B9D2-EEE095CF7494}"/>
                </a:ext>
              </a:extLst>
            </p:cNvPr>
            <p:cNvSpPr/>
            <p:nvPr/>
          </p:nvSpPr>
          <p:spPr>
            <a:xfrm>
              <a:off x="4425187" y="5885434"/>
              <a:ext cx="368935" cy="0"/>
            </a:xfrm>
            <a:custGeom>
              <a:avLst/>
              <a:gdLst/>
              <a:ahLst/>
              <a:cxnLst/>
              <a:rect l="l" t="t" r="r" b="b"/>
              <a:pathLst>
                <a:path w="368934">
                  <a:moveTo>
                    <a:pt x="0" y="0"/>
                  </a:moveTo>
                  <a:lnTo>
                    <a:pt x="368426" y="0"/>
                  </a:lnTo>
                </a:path>
              </a:pathLst>
            </a:custGeom>
            <a:ln w="116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6">
              <a:extLst>
                <a:ext uri="{FF2B5EF4-FFF2-40B4-BE49-F238E27FC236}">
                  <a16:creationId xmlns:a16="http://schemas.microsoft.com/office/drawing/2014/main" id="{2303E3CA-73B6-B93D-60D3-8C1F00BBB207}"/>
                </a:ext>
              </a:extLst>
            </p:cNvPr>
            <p:cNvSpPr txBox="1"/>
            <p:nvPr/>
          </p:nvSpPr>
          <p:spPr>
            <a:xfrm>
              <a:off x="4599940" y="6069741"/>
              <a:ext cx="161925" cy="22161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1250" i="1" spc="30" dirty="0">
                  <a:latin typeface="Arial"/>
                  <a:cs typeface="Arial"/>
                </a:rPr>
                <a:t>m</a:t>
              </a:r>
              <a:endParaRPr sz="1250">
                <a:latin typeface="Arial"/>
                <a:cs typeface="Arial"/>
              </a:endParaRPr>
            </a:p>
          </p:txBody>
        </p:sp>
        <p:sp>
          <p:nvSpPr>
            <p:cNvPr id="21" name="object 17">
              <a:extLst>
                <a:ext uri="{FF2B5EF4-FFF2-40B4-BE49-F238E27FC236}">
                  <a16:creationId xmlns:a16="http://schemas.microsoft.com/office/drawing/2014/main" id="{2D1A1FB2-4165-7475-D8D6-202CF84B1254}"/>
                </a:ext>
              </a:extLst>
            </p:cNvPr>
            <p:cNvSpPr txBox="1"/>
            <p:nvPr/>
          </p:nvSpPr>
          <p:spPr>
            <a:xfrm>
              <a:off x="3886708" y="6069741"/>
              <a:ext cx="150495" cy="22161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1250" i="1" spc="-20" dirty="0">
                  <a:latin typeface="Arial"/>
                  <a:cs typeface="Arial"/>
                </a:rPr>
                <a:t>i</a:t>
              </a:r>
              <a:r>
                <a:rPr sz="1250" i="1" spc="20" dirty="0">
                  <a:latin typeface="Arial"/>
                  <a:cs typeface="Arial"/>
                </a:rPr>
                <a:t>n</a:t>
              </a:r>
              <a:endParaRPr sz="1250">
                <a:latin typeface="Arial"/>
                <a:cs typeface="Arial"/>
              </a:endParaRPr>
            </a:p>
          </p:txBody>
        </p:sp>
        <p:sp>
          <p:nvSpPr>
            <p:cNvPr id="22" name="object 18">
              <a:extLst>
                <a:ext uri="{FF2B5EF4-FFF2-40B4-BE49-F238E27FC236}">
                  <a16:creationId xmlns:a16="http://schemas.microsoft.com/office/drawing/2014/main" id="{13EF2033-7578-5746-0A29-CDD13EB1571F}"/>
                </a:ext>
              </a:extLst>
            </p:cNvPr>
            <p:cNvSpPr txBox="1"/>
            <p:nvPr/>
          </p:nvSpPr>
          <p:spPr>
            <a:xfrm>
              <a:off x="3292348" y="5850285"/>
              <a:ext cx="150495" cy="22161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1250" i="1" spc="-20" dirty="0">
                  <a:latin typeface="Arial"/>
                  <a:cs typeface="Arial"/>
                </a:rPr>
                <a:t>i</a:t>
              </a:r>
              <a:r>
                <a:rPr sz="1250" i="1" spc="20" dirty="0">
                  <a:latin typeface="Arial"/>
                  <a:cs typeface="Arial"/>
                </a:rPr>
                <a:t>n</a:t>
              </a:r>
              <a:endParaRPr sz="1250">
                <a:latin typeface="Arial"/>
                <a:cs typeface="Arial"/>
              </a:endParaRPr>
            </a:p>
          </p:txBody>
        </p:sp>
        <p:sp>
          <p:nvSpPr>
            <p:cNvPr id="23" name="object 19">
              <a:extLst>
                <a:ext uri="{FF2B5EF4-FFF2-40B4-BE49-F238E27FC236}">
                  <a16:creationId xmlns:a16="http://schemas.microsoft.com/office/drawing/2014/main" id="{D57EA011-FC07-88BB-4455-A6B4D0F8523E}"/>
                </a:ext>
              </a:extLst>
            </p:cNvPr>
            <p:cNvSpPr txBox="1"/>
            <p:nvPr/>
          </p:nvSpPr>
          <p:spPr>
            <a:xfrm>
              <a:off x="3471163" y="5023372"/>
              <a:ext cx="786130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2200" dirty="0">
                  <a:latin typeface="Symbol"/>
                  <a:cs typeface="Symbol"/>
                </a:rPr>
                <a:t></a:t>
              </a:r>
              <a:r>
                <a:rPr sz="2200" spc="-25" dirty="0">
                  <a:latin typeface="Times New Roman"/>
                  <a:cs typeface="Times New Roman"/>
                </a:rPr>
                <a:t> </a:t>
              </a:r>
              <a:r>
                <a:rPr sz="2200" spc="35" dirty="0">
                  <a:latin typeface="Symbol"/>
                  <a:cs typeface="Symbol"/>
                </a:rPr>
                <a:t></a:t>
              </a:r>
              <a:r>
                <a:rPr sz="2200" i="1" spc="35" dirty="0">
                  <a:latin typeface="Arial"/>
                  <a:cs typeface="Arial"/>
                </a:rPr>
                <a:t>v</a:t>
              </a:r>
              <a:r>
                <a:rPr sz="1875" i="1" spc="52" baseline="-24444" dirty="0">
                  <a:latin typeface="Arial"/>
                  <a:cs typeface="Arial"/>
                </a:rPr>
                <a:t>gs</a:t>
              </a:r>
              <a:endParaRPr sz="1875" baseline="-24444" dirty="0">
                <a:latin typeface="Arial"/>
                <a:cs typeface="Arial"/>
              </a:endParaRPr>
            </a:p>
          </p:txBody>
        </p:sp>
        <p:sp>
          <p:nvSpPr>
            <p:cNvPr id="25" name="object 21">
              <a:extLst>
                <a:ext uri="{FF2B5EF4-FFF2-40B4-BE49-F238E27FC236}">
                  <a16:creationId xmlns:a16="http://schemas.microsoft.com/office/drawing/2014/main" id="{0BDFE153-6841-4890-DA7A-DC843C520249}"/>
                </a:ext>
              </a:extLst>
            </p:cNvPr>
            <p:cNvSpPr txBox="1"/>
            <p:nvPr/>
          </p:nvSpPr>
          <p:spPr>
            <a:xfrm>
              <a:off x="3810508" y="5882907"/>
              <a:ext cx="796925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  <a:tabLst>
                  <a:tab pos="628015" algn="l"/>
                </a:tabLst>
              </a:pPr>
              <a:r>
                <a:rPr sz="2200" i="1" dirty="0">
                  <a:latin typeface="Arial"/>
                  <a:cs typeface="Arial"/>
                </a:rPr>
                <a:t>i	g</a:t>
              </a:r>
              <a:endParaRPr sz="2200">
                <a:latin typeface="Arial"/>
                <a:cs typeface="Arial"/>
              </a:endParaRPr>
            </a:p>
          </p:txBody>
        </p:sp>
        <p:sp>
          <p:nvSpPr>
            <p:cNvPr id="26" name="object 22">
              <a:extLst>
                <a:ext uri="{FF2B5EF4-FFF2-40B4-BE49-F238E27FC236}">
                  <a16:creationId xmlns:a16="http://schemas.microsoft.com/office/drawing/2014/main" id="{531639EA-09A4-DB2D-ADD9-92ADA85B9FA4}"/>
                </a:ext>
              </a:extLst>
            </p:cNvPr>
            <p:cNvSpPr txBox="1"/>
            <p:nvPr/>
          </p:nvSpPr>
          <p:spPr>
            <a:xfrm>
              <a:off x="3112516" y="5663451"/>
              <a:ext cx="196850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200" i="1" dirty="0">
                  <a:latin typeface="Arial"/>
                  <a:cs typeface="Arial"/>
                </a:rPr>
                <a:t>Z</a:t>
              </a:r>
              <a:endParaRPr sz="2200">
                <a:latin typeface="Arial"/>
                <a:cs typeface="Arial"/>
              </a:endParaRPr>
            </a:p>
          </p:txBody>
        </p:sp>
        <p:sp>
          <p:nvSpPr>
            <p:cNvPr id="27" name="object 23">
              <a:extLst>
                <a:ext uri="{FF2B5EF4-FFF2-40B4-BE49-F238E27FC236}">
                  <a16:creationId xmlns:a16="http://schemas.microsoft.com/office/drawing/2014/main" id="{6664BF7A-163B-699A-6E02-62AA8B83CF5E}"/>
                </a:ext>
              </a:extLst>
            </p:cNvPr>
            <p:cNvSpPr txBox="1"/>
            <p:nvPr/>
          </p:nvSpPr>
          <p:spPr>
            <a:xfrm>
              <a:off x="3074924" y="5093475"/>
              <a:ext cx="365760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3300" i="1" spc="97" baseline="13888" dirty="0">
                  <a:latin typeface="Arial"/>
                  <a:cs typeface="Arial"/>
                </a:rPr>
                <a:t>v</a:t>
              </a:r>
              <a:r>
                <a:rPr sz="1250" i="1" spc="65" dirty="0">
                  <a:latin typeface="Arial"/>
                  <a:cs typeface="Arial"/>
                </a:rPr>
                <a:t>in</a:t>
              </a:r>
              <a:endParaRPr sz="1250">
                <a:latin typeface="Arial"/>
                <a:cs typeface="Arial"/>
              </a:endParaRPr>
            </a:p>
          </p:txBody>
        </p:sp>
        <p:sp>
          <p:nvSpPr>
            <p:cNvPr id="31" name="object 27">
              <a:extLst>
                <a:ext uri="{FF2B5EF4-FFF2-40B4-BE49-F238E27FC236}">
                  <a16:creationId xmlns:a16="http://schemas.microsoft.com/office/drawing/2014/main" id="{79263F20-273D-CECC-B10F-E5D73E9815BA}"/>
                </a:ext>
              </a:extLst>
            </p:cNvPr>
            <p:cNvSpPr txBox="1"/>
            <p:nvPr/>
          </p:nvSpPr>
          <p:spPr>
            <a:xfrm>
              <a:off x="4529835" y="5486667"/>
              <a:ext cx="181610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200" dirty="0">
                  <a:latin typeface="Arial MT"/>
                  <a:cs typeface="Arial MT"/>
                </a:rPr>
                <a:t>1</a:t>
              </a:r>
              <a:endParaRPr sz="2200">
                <a:latin typeface="Arial MT"/>
                <a:cs typeface="Arial MT"/>
              </a:endParaRPr>
            </a:p>
          </p:txBody>
        </p:sp>
        <p:sp>
          <p:nvSpPr>
            <p:cNvPr id="32" name="object 28">
              <a:extLst>
                <a:ext uri="{FF2B5EF4-FFF2-40B4-BE49-F238E27FC236}">
                  <a16:creationId xmlns:a16="http://schemas.microsoft.com/office/drawing/2014/main" id="{B69A23B9-B523-65A2-B610-A91AB65C2D5A}"/>
                </a:ext>
              </a:extLst>
            </p:cNvPr>
            <p:cNvSpPr txBox="1"/>
            <p:nvPr/>
          </p:nvSpPr>
          <p:spPr>
            <a:xfrm>
              <a:off x="4179316" y="5663451"/>
              <a:ext cx="179705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200" dirty="0">
                  <a:latin typeface="Symbol"/>
                  <a:cs typeface="Symbol"/>
                </a:rPr>
                <a:t></a:t>
              </a:r>
              <a:endParaRPr sz="2200">
                <a:latin typeface="Symbol"/>
                <a:cs typeface="Symbol"/>
              </a:endParaRPr>
            </a:p>
          </p:txBody>
        </p:sp>
        <p:sp>
          <p:nvSpPr>
            <p:cNvPr id="33" name="object 29">
              <a:extLst>
                <a:ext uri="{FF2B5EF4-FFF2-40B4-BE49-F238E27FC236}">
                  <a16:creationId xmlns:a16="http://schemas.microsoft.com/office/drawing/2014/main" id="{89F94D03-0263-85EB-9B3A-041A70934DBC}"/>
                </a:ext>
              </a:extLst>
            </p:cNvPr>
            <p:cNvSpPr txBox="1"/>
            <p:nvPr/>
          </p:nvSpPr>
          <p:spPr>
            <a:xfrm>
              <a:off x="3501644" y="5556772"/>
              <a:ext cx="597535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3300" baseline="-21464" dirty="0">
                  <a:latin typeface="Symbol"/>
                  <a:cs typeface="Symbol"/>
                </a:rPr>
                <a:t></a:t>
              </a:r>
              <a:r>
                <a:rPr sz="3300" spc="30" baseline="-21464" dirty="0">
                  <a:latin typeface="Times New Roman"/>
                  <a:cs typeface="Times New Roman"/>
                </a:rPr>
                <a:t> </a:t>
              </a:r>
              <a:r>
                <a:rPr sz="3300" i="1" spc="82" baseline="13888" dirty="0">
                  <a:latin typeface="Arial"/>
                  <a:cs typeface="Arial"/>
                </a:rPr>
                <a:t>v</a:t>
              </a:r>
              <a:r>
                <a:rPr sz="1250" i="1" spc="55" dirty="0">
                  <a:latin typeface="Arial"/>
                  <a:cs typeface="Arial"/>
                </a:rPr>
                <a:t>in</a:t>
              </a:r>
              <a:endParaRPr sz="1250">
                <a:latin typeface="Arial"/>
                <a:cs typeface="Arial"/>
              </a:endParaRPr>
            </a:p>
          </p:txBody>
        </p:sp>
      </p:grpSp>
      <p:grpSp>
        <p:nvGrpSpPr>
          <p:cNvPr id="35" name="object 3">
            <a:extLst>
              <a:ext uri="{FF2B5EF4-FFF2-40B4-BE49-F238E27FC236}">
                <a16:creationId xmlns:a16="http://schemas.microsoft.com/office/drawing/2014/main" id="{61501004-5266-6795-19F4-656941EEB799}"/>
              </a:ext>
            </a:extLst>
          </p:cNvPr>
          <p:cNvGrpSpPr/>
          <p:nvPr/>
        </p:nvGrpSpPr>
        <p:grpSpPr>
          <a:xfrm>
            <a:off x="4500880" y="782320"/>
            <a:ext cx="1036320" cy="1727200"/>
            <a:chOff x="789575" y="1252947"/>
            <a:chExt cx="2085070" cy="3130728"/>
          </a:xfrm>
        </p:grpSpPr>
        <p:pic>
          <p:nvPicPr>
            <p:cNvPr id="36" name="object 4">
              <a:extLst>
                <a:ext uri="{FF2B5EF4-FFF2-40B4-BE49-F238E27FC236}">
                  <a16:creationId xmlns:a16="http://schemas.microsoft.com/office/drawing/2014/main" id="{ACA8CD91-FB75-C31F-D446-C60D68BD38C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575" y="1252947"/>
              <a:ext cx="1913824" cy="3130728"/>
            </a:xfrm>
            <a:prstGeom prst="rect">
              <a:avLst/>
            </a:prstGeom>
          </p:spPr>
        </p:pic>
        <p:sp>
          <p:nvSpPr>
            <p:cNvPr id="37" name="object 5">
              <a:extLst>
                <a:ext uri="{FF2B5EF4-FFF2-40B4-BE49-F238E27FC236}">
                  <a16:creationId xmlns:a16="http://schemas.microsoft.com/office/drawing/2014/main" id="{A66ECA02-C50F-0E1A-7B26-6E6143E3FC6D}"/>
                </a:ext>
              </a:extLst>
            </p:cNvPr>
            <p:cNvSpPr/>
            <p:nvPr/>
          </p:nvSpPr>
          <p:spPr>
            <a:xfrm>
              <a:off x="2103120" y="2797555"/>
              <a:ext cx="771525" cy="490855"/>
            </a:xfrm>
            <a:custGeom>
              <a:avLst/>
              <a:gdLst/>
              <a:ahLst/>
              <a:cxnLst/>
              <a:rect l="l" t="t" r="r" b="b"/>
              <a:pathLst>
                <a:path w="771525" h="490854">
                  <a:moveTo>
                    <a:pt x="771144" y="0"/>
                  </a:moveTo>
                  <a:lnTo>
                    <a:pt x="0" y="0"/>
                  </a:lnTo>
                  <a:lnTo>
                    <a:pt x="0" y="490727"/>
                  </a:lnTo>
                  <a:lnTo>
                    <a:pt x="771144" y="490727"/>
                  </a:lnTo>
                  <a:lnTo>
                    <a:pt x="771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E2B8C5D2-0196-D9B7-2EBD-E2DBC2B68047}"/>
                </a:ext>
              </a:extLst>
            </p:cNvPr>
            <p:cNvSpPr/>
            <p:nvPr/>
          </p:nvSpPr>
          <p:spPr>
            <a:xfrm>
              <a:off x="2103120" y="2797555"/>
              <a:ext cx="771525" cy="490855"/>
            </a:xfrm>
            <a:custGeom>
              <a:avLst/>
              <a:gdLst/>
              <a:ahLst/>
              <a:cxnLst/>
              <a:rect l="l" t="t" r="r" b="b"/>
              <a:pathLst>
                <a:path w="771525" h="490854">
                  <a:moveTo>
                    <a:pt x="0" y="0"/>
                  </a:moveTo>
                  <a:lnTo>
                    <a:pt x="771144" y="0"/>
                  </a:lnTo>
                  <a:lnTo>
                    <a:pt x="771144" y="490728"/>
                  </a:lnTo>
                  <a:lnTo>
                    <a:pt x="0" y="490728"/>
                  </a:lnTo>
                  <a:lnTo>
                    <a:pt x="0" y="0"/>
                  </a:lnTo>
                  <a:close/>
                </a:path>
              </a:pathLst>
            </a:custGeom>
            <a:ln w="2438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8">
            <a:extLst>
              <a:ext uri="{FF2B5EF4-FFF2-40B4-BE49-F238E27FC236}">
                <a16:creationId xmlns:a16="http://schemas.microsoft.com/office/drawing/2014/main" id="{B36408B7-E4E0-D7ED-23E2-B92B97499DFB}"/>
              </a:ext>
            </a:extLst>
          </p:cNvPr>
          <p:cNvGrpSpPr/>
          <p:nvPr/>
        </p:nvGrpSpPr>
        <p:grpSpPr>
          <a:xfrm>
            <a:off x="4074160" y="2702560"/>
            <a:ext cx="2479040" cy="2428240"/>
            <a:chOff x="5132054" y="1285924"/>
            <a:chExt cx="5870439" cy="5045948"/>
          </a:xfrm>
        </p:grpSpPr>
        <p:pic>
          <p:nvPicPr>
            <p:cNvPr id="40" name="object 9">
              <a:extLst>
                <a:ext uri="{FF2B5EF4-FFF2-40B4-BE49-F238E27FC236}">
                  <a16:creationId xmlns:a16="http://schemas.microsoft.com/office/drawing/2014/main" id="{F358EC57-4E39-8685-011B-37AABEE24C4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2054" y="1285924"/>
              <a:ext cx="3615930" cy="4107966"/>
            </a:xfrm>
            <a:prstGeom prst="rect">
              <a:avLst/>
            </a:prstGeom>
          </p:spPr>
        </p:pic>
        <p:sp>
          <p:nvSpPr>
            <p:cNvPr id="41" name="object 10">
              <a:extLst>
                <a:ext uri="{FF2B5EF4-FFF2-40B4-BE49-F238E27FC236}">
                  <a16:creationId xmlns:a16="http://schemas.microsoft.com/office/drawing/2014/main" id="{2D104785-8FEB-D81A-DA2A-790C0F806A46}"/>
                </a:ext>
              </a:extLst>
            </p:cNvPr>
            <p:cNvSpPr/>
            <p:nvPr/>
          </p:nvSpPr>
          <p:spPr>
            <a:xfrm>
              <a:off x="10190962" y="6331872"/>
              <a:ext cx="811531" cy="0"/>
            </a:xfrm>
            <a:custGeom>
              <a:avLst/>
              <a:gdLst/>
              <a:ahLst/>
              <a:cxnLst/>
              <a:rect l="l" t="t" r="r" b="b"/>
              <a:pathLst>
                <a:path w="811529">
                  <a:moveTo>
                    <a:pt x="0" y="0"/>
                  </a:moveTo>
                  <a:lnTo>
                    <a:pt x="810958" y="0"/>
                  </a:lnTo>
                </a:path>
              </a:pathLst>
            </a:custGeom>
            <a:ln w="145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55B2DAD9-D1B1-A595-80DD-9DD4B0C8A2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2400" y="5329360"/>
            <a:ext cx="2790195" cy="152864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D5A3538-137C-3A9C-A5DE-E232D5A91B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0640" y="4704087"/>
            <a:ext cx="2925252" cy="8246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21C5CC15-2D1A-2F9F-0FED-5D33ABDDEB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321" y="2105109"/>
            <a:ext cx="992039" cy="74985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FA31302B-414E-190D-A7D5-92FC75A3AD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1073" y="757230"/>
            <a:ext cx="1282950" cy="1795402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DFB19BD6-183B-9864-F53B-1749E18624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0400" y="2455306"/>
            <a:ext cx="3102062" cy="1943091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A8478AC2-4B57-0406-7C75-4A8C4C351E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8159" y="4363305"/>
            <a:ext cx="3373121" cy="423361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A94FC230-C230-D9CE-8367-341C11D41E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31199" y="4786375"/>
            <a:ext cx="3331721" cy="2071625"/>
          </a:xfrm>
          <a:prstGeom prst="rect">
            <a:avLst/>
          </a:prstGeom>
        </p:spPr>
      </p:pic>
      <p:sp>
        <p:nvSpPr>
          <p:cNvPr id="88" name="Google Shape;94;p16">
            <a:extLst>
              <a:ext uri="{FF2B5EF4-FFF2-40B4-BE49-F238E27FC236}">
                <a16:creationId xmlns:a16="http://schemas.microsoft.com/office/drawing/2014/main" id="{F2F960C0-DA8B-D262-C605-A1E3A5AD6131}"/>
              </a:ext>
            </a:extLst>
          </p:cNvPr>
          <p:cNvSpPr/>
          <p:nvPr/>
        </p:nvSpPr>
        <p:spPr>
          <a:xfrm>
            <a:off x="119059" y="150913"/>
            <a:ext cx="6650575" cy="463811"/>
          </a:xfrm>
          <a:prstGeom prst="trapezoid">
            <a:avLst>
              <a:gd name="adj" fmla="val 0"/>
            </a:avLst>
          </a:prstGeom>
        </p:spPr>
        <p:txBody>
          <a:bodyPr spcFirstLastPara="1" vert="horz" lIns="91440" tIns="45720" rIns="91440" bIns="4572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02060"/>
                </a:solidFill>
                <a:ea typeface="+mj-ea"/>
                <a:cs typeface="Arial" panose="020B0604020202020204" pitchFamily="34" charset="0"/>
                <a:sym typeface="Lato Black"/>
              </a:rPr>
              <a:t>Looking Into Node</a:t>
            </a:r>
            <a:endParaRPr lang="en-US" sz="3200" dirty="0">
              <a:solidFill>
                <a:srgbClr val="002060"/>
              </a:solidFill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217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1" grpId="0" animBg="1"/>
      <p:bldP spid="8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1B6970-FF53-8D3C-7703-EC7F2CAB728D}"/>
              </a:ext>
            </a:extLst>
          </p:cNvPr>
          <p:cNvSpPr/>
          <p:nvPr/>
        </p:nvSpPr>
        <p:spPr>
          <a:xfrm>
            <a:off x="0" y="-45396"/>
            <a:ext cx="12192000" cy="6903396"/>
          </a:xfrm>
          <a:prstGeom prst="rect">
            <a:avLst/>
          </a:prstGeom>
          <a:solidFill>
            <a:srgbClr val="D9D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40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185B4F-E519-22CB-DCF6-F178E8AEF018}"/>
              </a:ext>
            </a:extLst>
          </p:cNvPr>
          <p:cNvSpPr/>
          <p:nvPr/>
        </p:nvSpPr>
        <p:spPr>
          <a:xfrm>
            <a:off x="0" y="0"/>
            <a:ext cx="12192000" cy="578498"/>
          </a:xfrm>
          <a:prstGeom prst="round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>
              <a:solidFill>
                <a:srgbClr val="002060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D46C306-2467-9E2E-4500-42F4891500AF}"/>
              </a:ext>
            </a:extLst>
          </p:cNvPr>
          <p:cNvSpPr/>
          <p:nvPr/>
        </p:nvSpPr>
        <p:spPr>
          <a:xfrm>
            <a:off x="7380514" y="713895"/>
            <a:ext cx="4739951" cy="5369663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A50EB73-EFC8-42FF-8D31-50522106DA83}"/>
              </a:ext>
            </a:extLst>
          </p:cNvPr>
          <p:cNvSpPr/>
          <p:nvPr/>
        </p:nvSpPr>
        <p:spPr>
          <a:xfrm>
            <a:off x="2939143" y="1233300"/>
            <a:ext cx="4301412" cy="4131802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5" name="object 2">
            <a:extLst>
              <a:ext uri="{FF2B5EF4-FFF2-40B4-BE49-F238E27FC236}">
                <a16:creationId xmlns:a16="http://schemas.microsoft.com/office/drawing/2014/main" id="{176C2681-0903-A674-2BF5-4C080CB11472}"/>
              </a:ext>
            </a:extLst>
          </p:cNvPr>
          <p:cNvGrpSpPr/>
          <p:nvPr/>
        </p:nvGrpSpPr>
        <p:grpSpPr>
          <a:xfrm>
            <a:off x="3479073" y="1942343"/>
            <a:ext cx="3520440" cy="2894330"/>
            <a:chOff x="4785359" y="2259584"/>
            <a:chExt cx="3520440" cy="2894330"/>
          </a:xfrm>
        </p:grpSpPr>
        <p:sp>
          <p:nvSpPr>
            <p:cNvPr id="6" name="object 3">
              <a:extLst>
                <a:ext uri="{FF2B5EF4-FFF2-40B4-BE49-F238E27FC236}">
                  <a16:creationId xmlns:a16="http://schemas.microsoft.com/office/drawing/2014/main" id="{21DB9D06-C114-057A-D89A-63218D140E76}"/>
                </a:ext>
              </a:extLst>
            </p:cNvPr>
            <p:cNvSpPr/>
            <p:nvPr/>
          </p:nvSpPr>
          <p:spPr>
            <a:xfrm>
              <a:off x="5547359" y="2507995"/>
              <a:ext cx="1191895" cy="2593975"/>
            </a:xfrm>
            <a:custGeom>
              <a:avLst/>
              <a:gdLst/>
              <a:ahLst/>
              <a:cxnLst/>
              <a:rect l="l" t="t" r="r" b="b"/>
              <a:pathLst>
                <a:path w="1191895" h="2593975">
                  <a:moveTo>
                    <a:pt x="0" y="2593847"/>
                  </a:moveTo>
                  <a:lnTo>
                    <a:pt x="59496" y="2590673"/>
                  </a:lnTo>
                  <a:lnTo>
                    <a:pt x="118235" y="2581249"/>
                  </a:lnTo>
                  <a:lnTo>
                    <a:pt x="176149" y="2565724"/>
                  </a:lnTo>
                  <a:lnTo>
                    <a:pt x="233170" y="2544246"/>
                  </a:lnTo>
                  <a:lnTo>
                    <a:pt x="289230" y="2516965"/>
                  </a:lnTo>
                  <a:lnTo>
                    <a:pt x="344261" y="2484028"/>
                  </a:lnTo>
                  <a:lnTo>
                    <a:pt x="398194" y="2445584"/>
                  </a:lnTo>
                  <a:lnTo>
                    <a:pt x="450961" y="2401783"/>
                  </a:lnTo>
                  <a:lnTo>
                    <a:pt x="502494" y="2352772"/>
                  </a:lnTo>
                  <a:lnTo>
                    <a:pt x="552724" y="2298699"/>
                  </a:lnTo>
                  <a:lnTo>
                    <a:pt x="601584" y="2239715"/>
                  </a:lnTo>
                  <a:lnTo>
                    <a:pt x="625479" y="2208427"/>
                  </a:lnTo>
                  <a:lnTo>
                    <a:pt x="649006" y="2175967"/>
                  </a:lnTo>
                  <a:lnTo>
                    <a:pt x="672156" y="2142353"/>
                  </a:lnTo>
                  <a:lnTo>
                    <a:pt x="694921" y="2107604"/>
                  </a:lnTo>
                  <a:lnTo>
                    <a:pt x="717292" y="2071738"/>
                  </a:lnTo>
                  <a:lnTo>
                    <a:pt x="739260" y="2034774"/>
                  </a:lnTo>
                  <a:lnTo>
                    <a:pt x="760818" y="1996730"/>
                  </a:lnTo>
                  <a:lnTo>
                    <a:pt x="781957" y="1957626"/>
                  </a:lnTo>
                  <a:lnTo>
                    <a:pt x="802668" y="1917480"/>
                  </a:lnTo>
                  <a:lnTo>
                    <a:pt x="822942" y="1876309"/>
                  </a:lnTo>
                  <a:lnTo>
                    <a:pt x="842771" y="1834134"/>
                  </a:lnTo>
                  <a:lnTo>
                    <a:pt x="862148" y="1790971"/>
                  </a:lnTo>
                  <a:lnTo>
                    <a:pt x="881062" y="1746841"/>
                  </a:lnTo>
                  <a:lnTo>
                    <a:pt x="899505" y="1701761"/>
                  </a:lnTo>
                  <a:lnTo>
                    <a:pt x="917470" y="1655751"/>
                  </a:lnTo>
                  <a:lnTo>
                    <a:pt x="934947" y="1608828"/>
                  </a:lnTo>
                  <a:lnTo>
                    <a:pt x="951928" y="1561011"/>
                  </a:lnTo>
                  <a:lnTo>
                    <a:pt x="968405" y="1512319"/>
                  </a:lnTo>
                  <a:lnTo>
                    <a:pt x="984368" y="1462771"/>
                  </a:lnTo>
                  <a:lnTo>
                    <a:pt x="999810" y="1412385"/>
                  </a:lnTo>
                  <a:lnTo>
                    <a:pt x="1014722" y="1361179"/>
                  </a:lnTo>
                  <a:lnTo>
                    <a:pt x="1029095" y="1309172"/>
                  </a:lnTo>
                  <a:lnTo>
                    <a:pt x="1042920" y="1256383"/>
                  </a:lnTo>
                  <a:lnTo>
                    <a:pt x="1056191" y="1202830"/>
                  </a:lnTo>
                  <a:lnTo>
                    <a:pt x="1068896" y="1148532"/>
                  </a:lnTo>
                  <a:lnTo>
                    <a:pt x="1081030" y="1093508"/>
                  </a:lnTo>
                  <a:lnTo>
                    <a:pt x="1092581" y="1037775"/>
                  </a:lnTo>
                  <a:lnTo>
                    <a:pt x="1103544" y="981354"/>
                  </a:lnTo>
                  <a:lnTo>
                    <a:pt x="1113907" y="924261"/>
                  </a:lnTo>
                  <a:lnTo>
                    <a:pt x="1123664" y="866516"/>
                  </a:lnTo>
                  <a:lnTo>
                    <a:pt x="1132806" y="808137"/>
                  </a:lnTo>
                  <a:lnTo>
                    <a:pt x="1141323" y="749143"/>
                  </a:lnTo>
                  <a:lnTo>
                    <a:pt x="1149208" y="689553"/>
                  </a:lnTo>
                  <a:lnTo>
                    <a:pt x="1156453" y="629385"/>
                  </a:lnTo>
                  <a:lnTo>
                    <a:pt x="1163047" y="568657"/>
                  </a:lnTo>
                  <a:lnTo>
                    <a:pt x="1168984" y="507388"/>
                  </a:lnTo>
                  <a:lnTo>
                    <a:pt x="1174254" y="445598"/>
                  </a:lnTo>
                  <a:lnTo>
                    <a:pt x="1178850" y="383303"/>
                  </a:lnTo>
                  <a:lnTo>
                    <a:pt x="1182761" y="320524"/>
                  </a:lnTo>
                  <a:lnTo>
                    <a:pt x="1185981" y="257278"/>
                  </a:lnTo>
                  <a:lnTo>
                    <a:pt x="1188500" y="193584"/>
                  </a:lnTo>
                  <a:lnTo>
                    <a:pt x="1190309" y="129460"/>
                  </a:lnTo>
                  <a:lnTo>
                    <a:pt x="1191402" y="64926"/>
                  </a:lnTo>
                  <a:lnTo>
                    <a:pt x="1191767" y="0"/>
                  </a:lnTo>
                </a:path>
              </a:pathLst>
            </a:custGeom>
            <a:ln w="518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61068613-4888-FA39-0C0F-2B4D3C831743}"/>
                </a:ext>
              </a:extLst>
            </p:cNvPr>
            <p:cNvSpPr/>
            <p:nvPr/>
          </p:nvSpPr>
          <p:spPr>
            <a:xfrm>
              <a:off x="4785360" y="2297683"/>
              <a:ext cx="3520440" cy="2856230"/>
            </a:xfrm>
            <a:custGeom>
              <a:avLst/>
              <a:gdLst/>
              <a:ahLst/>
              <a:cxnLst/>
              <a:rect l="l" t="t" r="r" b="b"/>
              <a:pathLst>
                <a:path w="3520440" h="2856229">
                  <a:moveTo>
                    <a:pt x="3520440" y="2804160"/>
                  </a:moveTo>
                  <a:lnTo>
                    <a:pt x="3482784" y="2785872"/>
                  </a:lnTo>
                  <a:lnTo>
                    <a:pt x="3413760" y="2752344"/>
                  </a:lnTo>
                  <a:lnTo>
                    <a:pt x="3413760" y="2785872"/>
                  </a:lnTo>
                  <a:lnTo>
                    <a:pt x="67068" y="2785872"/>
                  </a:lnTo>
                  <a:lnTo>
                    <a:pt x="70078" y="103632"/>
                  </a:lnTo>
                  <a:lnTo>
                    <a:pt x="103632" y="103632"/>
                  </a:lnTo>
                  <a:lnTo>
                    <a:pt x="96012" y="88392"/>
                  </a:lnTo>
                  <a:lnTo>
                    <a:pt x="51816" y="0"/>
                  </a:lnTo>
                  <a:lnTo>
                    <a:pt x="0" y="103632"/>
                  </a:lnTo>
                  <a:lnTo>
                    <a:pt x="33528" y="103632"/>
                  </a:lnTo>
                  <a:lnTo>
                    <a:pt x="33528" y="2804160"/>
                  </a:lnTo>
                  <a:lnTo>
                    <a:pt x="48768" y="2804160"/>
                  </a:lnTo>
                  <a:lnTo>
                    <a:pt x="48768" y="2819400"/>
                  </a:lnTo>
                  <a:lnTo>
                    <a:pt x="3413760" y="2822435"/>
                  </a:lnTo>
                  <a:lnTo>
                    <a:pt x="3413760" y="2855976"/>
                  </a:lnTo>
                  <a:lnTo>
                    <a:pt x="3482784" y="2822448"/>
                  </a:lnTo>
                  <a:lnTo>
                    <a:pt x="3520440" y="2804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09C7A54F-7B20-2BF8-B8F2-8748EE58144B}"/>
                </a:ext>
              </a:extLst>
            </p:cNvPr>
            <p:cNvSpPr/>
            <p:nvPr/>
          </p:nvSpPr>
          <p:spPr>
            <a:xfrm>
              <a:off x="4828031" y="2607276"/>
              <a:ext cx="3267710" cy="2494915"/>
            </a:xfrm>
            <a:custGeom>
              <a:avLst/>
              <a:gdLst/>
              <a:ahLst/>
              <a:cxnLst/>
              <a:rect l="l" t="t" r="r" b="b"/>
              <a:pathLst>
                <a:path w="3267709" h="2494915">
                  <a:moveTo>
                    <a:pt x="6095" y="2494566"/>
                  </a:moveTo>
                  <a:lnTo>
                    <a:pt x="16864" y="2440321"/>
                  </a:lnTo>
                  <a:lnTo>
                    <a:pt x="27646" y="2386111"/>
                  </a:lnTo>
                  <a:lnTo>
                    <a:pt x="38463" y="2331962"/>
                  </a:lnTo>
                  <a:lnTo>
                    <a:pt x="49337" y="2277902"/>
                  </a:lnTo>
                  <a:lnTo>
                    <a:pt x="60291" y="2223955"/>
                  </a:lnTo>
                  <a:lnTo>
                    <a:pt x="71345" y="2170149"/>
                  </a:lnTo>
                  <a:lnTo>
                    <a:pt x="82523" y="2116510"/>
                  </a:lnTo>
                  <a:lnTo>
                    <a:pt x="93847" y="2063064"/>
                  </a:lnTo>
                  <a:lnTo>
                    <a:pt x="105338" y="2009837"/>
                  </a:lnTo>
                  <a:lnTo>
                    <a:pt x="117019" y="1956856"/>
                  </a:lnTo>
                  <a:lnTo>
                    <a:pt x="128912" y="1904147"/>
                  </a:lnTo>
                  <a:lnTo>
                    <a:pt x="141038" y="1851736"/>
                  </a:lnTo>
                  <a:lnTo>
                    <a:pt x="153421" y="1799649"/>
                  </a:lnTo>
                  <a:lnTo>
                    <a:pt x="166081" y="1747913"/>
                  </a:lnTo>
                  <a:lnTo>
                    <a:pt x="179041" y="1696555"/>
                  </a:lnTo>
                  <a:lnTo>
                    <a:pt x="192324" y="1645600"/>
                  </a:lnTo>
                  <a:lnTo>
                    <a:pt x="205950" y="1595074"/>
                  </a:lnTo>
                  <a:lnTo>
                    <a:pt x="219943" y="1545005"/>
                  </a:lnTo>
                  <a:lnTo>
                    <a:pt x="234324" y="1495418"/>
                  </a:lnTo>
                  <a:lnTo>
                    <a:pt x="249116" y="1446339"/>
                  </a:lnTo>
                  <a:lnTo>
                    <a:pt x="264340" y="1397795"/>
                  </a:lnTo>
                  <a:lnTo>
                    <a:pt x="280019" y="1349812"/>
                  </a:lnTo>
                  <a:lnTo>
                    <a:pt x="296174" y="1302417"/>
                  </a:lnTo>
                  <a:lnTo>
                    <a:pt x="312828" y="1255635"/>
                  </a:lnTo>
                  <a:lnTo>
                    <a:pt x="330003" y="1209494"/>
                  </a:lnTo>
                  <a:lnTo>
                    <a:pt x="347721" y="1164018"/>
                  </a:lnTo>
                  <a:lnTo>
                    <a:pt x="366003" y="1119236"/>
                  </a:lnTo>
                  <a:lnTo>
                    <a:pt x="384873" y="1075172"/>
                  </a:lnTo>
                  <a:lnTo>
                    <a:pt x="404352" y="1031853"/>
                  </a:lnTo>
                  <a:lnTo>
                    <a:pt x="424462" y="989306"/>
                  </a:lnTo>
                  <a:lnTo>
                    <a:pt x="445225" y="947557"/>
                  </a:lnTo>
                  <a:lnTo>
                    <a:pt x="466663" y="906631"/>
                  </a:lnTo>
                  <a:lnTo>
                    <a:pt x="488799" y="866556"/>
                  </a:lnTo>
                  <a:lnTo>
                    <a:pt x="511655" y="827358"/>
                  </a:lnTo>
                  <a:lnTo>
                    <a:pt x="535252" y="789062"/>
                  </a:lnTo>
                  <a:lnTo>
                    <a:pt x="559612" y="751696"/>
                  </a:lnTo>
                  <a:lnTo>
                    <a:pt x="584759" y="715285"/>
                  </a:lnTo>
                  <a:lnTo>
                    <a:pt x="610713" y="679856"/>
                  </a:lnTo>
                  <a:lnTo>
                    <a:pt x="637497" y="645435"/>
                  </a:lnTo>
                  <a:lnTo>
                    <a:pt x="665132" y="612048"/>
                  </a:lnTo>
                  <a:lnTo>
                    <a:pt x="693642" y="579722"/>
                  </a:lnTo>
                  <a:lnTo>
                    <a:pt x="723048" y="548483"/>
                  </a:lnTo>
                  <a:lnTo>
                    <a:pt x="753372" y="518357"/>
                  </a:lnTo>
                  <a:lnTo>
                    <a:pt x="784637" y="489371"/>
                  </a:lnTo>
                  <a:lnTo>
                    <a:pt x="816863" y="461550"/>
                  </a:lnTo>
                  <a:lnTo>
                    <a:pt x="850769" y="435006"/>
                  </a:lnTo>
                  <a:lnTo>
                    <a:pt x="886978" y="409804"/>
                  </a:lnTo>
                  <a:lnTo>
                    <a:pt x="925371" y="385906"/>
                  </a:lnTo>
                  <a:lnTo>
                    <a:pt x="965833" y="363272"/>
                  </a:lnTo>
                  <a:lnTo>
                    <a:pt x="1008244" y="341863"/>
                  </a:lnTo>
                  <a:lnTo>
                    <a:pt x="1052487" y="321641"/>
                  </a:lnTo>
                  <a:lnTo>
                    <a:pt x="1098445" y="302565"/>
                  </a:lnTo>
                  <a:lnTo>
                    <a:pt x="1146000" y="284597"/>
                  </a:lnTo>
                  <a:lnTo>
                    <a:pt x="1195035" y="267698"/>
                  </a:lnTo>
                  <a:lnTo>
                    <a:pt x="1245432" y="251828"/>
                  </a:lnTo>
                  <a:lnTo>
                    <a:pt x="1297072" y="236949"/>
                  </a:lnTo>
                  <a:lnTo>
                    <a:pt x="1349840" y="223021"/>
                  </a:lnTo>
                  <a:lnTo>
                    <a:pt x="1403617" y="210005"/>
                  </a:lnTo>
                  <a:lnTo>
                    <a:pt x="1458285" y="197862"/>
                  </a:lnTo>
                  <a:lnTo>
                    <a:pt x="1513727" y="186553"/>
                  </a:lnTo>
                  <a:lnTo>
                    <a:pt x="1569825" y="176039"/>
                  </a:lnTo>
                  <a:lnTo>
                    <a:pt x="1626462" y="166280"/>
                  </a:lnTo>
                  <a:lnTo>
                    <a:pt x="1683520" y="157238"/>
                  </a:lnTo>
                  <a:lnTo>
                    <a:pt x="1740881" y="148873"/>
                  </a:lnTo>
                  <a:lnTo>
                    <a:pt x="1798428" y="141147"/>
                  </a:lnTo>
                  <a:lnTo>
                    <a:pt x="1856044" y="134019"/>
                  </a:lnTo>
                  <a:lnTo>
                    <a:pt x="1913610" y="127452"/>
                  </a:lnTo>
                  <a:lnTo>
                    <a:pt x="1971009" y="121405"/>
                  </a:lnTo>
                  <a:lnTo>
                    <a:pt x="2028123" y="115840"/>
                  </a:lnTo>
                  <a:lnTo>
                    <a:pt x="2084836" y="110717"/>
                  </a:lnTo>
                  <a:lnTo>
                    <a:pt x="2141028" y="105998"/>
                  </a:lnTo>
                  <a:lnTo>
                    <a:pt x="2196583" y="101643"/>
                  </a:lnTo>
                  <a:lnTo>
                    <a:pt x="2251384" y="97613"/>
                  </a:lnTo>
                  <a:lnTo>
                    <a:pt x="2305311" y="93869"/>
                  </a:lnTo>
                  <a:lnTo>
                    <a:pt x="2358248" y="90372"/>
                  </a:lnTo>
                  <a:lnTo>
                    <a:pt x="2410078" y="87082"/>
                  </a:lnTo>
                  <a:lnTo>
                    <a:pt x="2460682" y="83962"/>
                  </a:lnTo>
                  <a:lnTo>
                    <a:pt x="2509943" y="80970"/>
                  </a:lnTo>
                  <a:lnTo>
                    <a:pt x="2557743" y="78069"/>
                  </a:lnTo>
                  <a:lnTo>
                    <a:pt x="2603966" y="75220"/>
                  </a:lnTo>
                  <a:lnTo>
                    <a:pt x="2648492" y="72382"/>
                  </a:lnTo>
                  <a:lnTo>
                    <a:pt x="2691205" y="69517"/>
                  </a:lnTo>
                  <a:lnTo>
                    <a:pt x="2731987" y="66586"/>
                  </a:lnTo>
                  <a:lnTo>
                    <a:pt x="2770720" y="63549"/>
                  </a:lnTo>
                  <a:lnTo>
                    <a:pt x="2841570" y="57004"/>
                  </a:lnTo>
                  <a:lnTo>
                    <a:pt x="2902814" y="49567"/>
                  </a:lnTo>
                  <a:lnTo>
                    <a:pt x="2953512" y="40926"/>
                  </a:lnTo>
                  <a:lnTo>
                    <a:pt x="3009941" y="28972"/>
                  </a:lnTo>
                  <a:lnTo>
                    <a:pt x="3054048" y="19299"/>
                  </a:lnTo>
                  <a:lnTo>
                    <a:pt x="3108578" y="6208"/>
                  </a:lnTo>
                  <a:lnTo>
                    <a:pt x="3123676" y="475"/>
                  </a:lnTo>
                  <a:lnTo>
                    <a:pt x="3118490" y="0"/>
                  </a:lnTo>
                  <a:lnTo>
                    <a:pt x="3061858" y="6369"/>
                  </a:lnTo>
                  <a:lnTo>
                    <a:pt x="2998088" y="15638"/>
                  </a:lnTo>
                  <a:lnTo>
                    <a:pt x="2921174" y="27550"/>
                  </a:lnTo>
                  <a:lnTo>
                    <a:pt x="2879842" y="34129"/>
                  </a:lnTo>
                  <a:lnTo>
                    <a:pt x="2837688" y="40926"/>
                  </a:lnTo>
                </a:path>
                <a:path w="3267709" h="2494915">
                  <a:moveTo>
                    <a:pt x="6095" y="2494566"/>
                  </a:moveTo>
                  <a:lnTo>
                    <a:pt x="27630" y="2452992"/>
                  </a:lnTo>
                  <a:lnTo>
                    <a:pt x="49210" y="2411473"/>
                  </a:lnTo>
                  <a:lnTo>
                    <a:pt x="70903" y="2370047"/>
                  </a:lnTo>
                  <a:lnTo>
                    <a:pt x="92774" y="2328750"/>
                  </a:lnTo>
                  <a:lnTo>
                    <a:pt x="114889" y="2287619"/>
                  </a:lnTo>
                  <a:lnTo>
                    <a:pt x="137313" y="2246692"/>
                  </a:lnTo>
                  <a:lnTo>
                    <a:pt x="160113" y="2206005"/>
                  </a:lnTo>
                  <a:lnTo>
                    <a:pt x="183353" y="2165595"/>
                  </a:lnTo>
                  <a:lnTo>
                    <a:pt x="207099" y="2125498"/>
                  </a:lnTo>
                  <a:lnTo>
                    <a:pt x="231418" y="2085752"/>
                  </a:lnTo>
                  <a:lnTo>
                    <a:pt x="256374" y="2046394"/>
                  </a:lnTo>
                  <a:lnTo>
                    <a:pt x="282034" y="2007459"/>
                  </a:lnTo>
                  <a:lnTo>
                    <a:pt x="308463" y="1968986"/>
                  </a:lnTo>
                  <a:lnTo>
                    <a:pt x="335727" y="1931010"/>
                  </a:lnTo>
                  <a:lnTo>
                    <a:pt x="363892" y="1893569"/>
                  </a:lnTo>
                  <a:lnTo>
                    <a:pt x="393023" y="1856700"/>
                  </a:lnTo>
                  <a:lnTo>
                    <a:pt x="423186" y="1820438"/>
                  </a:lnTo>
                  <a:lnTo>
                    <a:pt x="454446" y="1784823"/>
                  </a:lnTo>
                  <a:lnTo>
                    <a:pt x="486869" y="1749889"/>
                  </a:lnTo>
                  <a:lnTo>
                    <a:pt x="520522" y="1715674"/>
                  </a:lnTo>
                  <a:lnTo>
                    <a:pt x="555469" y="1682214"/>
                  </a:lnTo>
                  <a:lnTo>
                    <a:pt x="591777" y="1649547"/>
                  </a:lnTo>
                  <a:lnTo>
                    <a:pt x="629511" y="1617710"/>
                  </a:lnTo>
                  <a:lnTo>
                    <a:pt x="668736" y="1586739"/>
                  </a:lnTo>
                  <a:lnTo>
                    <a:pt x="709519" y="1556670"/>
                  </a:lnTo>
                  <a:lnTo>
                    <a:pt x="751925" y="1527542"/>
                  </a:lnTo>
                  <a:lnTo>
                    <a:pt x="796019" y="1499390"/>
                  </a:lnTo>
                  <a:lnTo>
                    <a:pt x="841869" y="1472252"/>
                  </a:lnTo>
                  <a:lnTo>
                    <a:pt x="889538" y="1446164"/>
                  </a:lnTo>
                  <a:lnTo>
                    <a:pt x="939093" y="1421163"/>
                  </a:lnTo>
                  <a:lnTo>
                    <a:pt x="990600" y="1397286"/>
                  </a:lnTo>
                  <a:lnTo>
                    <a:pt x="1027118" y="1382052"/>
                  </a:lnTo>
                  <a:lnTo>
                    <a:pt x="1065834" y="1367349"/>
                  </a:lnTo>
                  <a:lnTo>
                    <a:pt x="1106636" y="1353165"/>
                  </a:lnTo>
                  <a:lnTo>
                    <a:pt x="1149415" y="1339488"/>
                  </a:lnTo>
                  <a:lnTo>
                    <a:pt x="1194060" y="1326305"/>
                  </a:lnTo>
                  <a:lnTo>
                    <a:pt x="1240459" y="1313604"/>
                  </a:lnTo>
                  <a:lnTo>
                    <a:pt x="1288503" y="1301372"/>
                  </a:lnTo>
                  <a:lnTo>
                    <a:pt x="1338082" y="1289596"/>
                  </a:lnTo>
                  <a:lnTo>
                    <a:pt x="1389084" y="1278264"/>
                  </a:lnTo>
                  <a:lnTo>
                    <a:pt x="1441400" y="1267363"/>
                  </a:lnTo>
                  <a:lnTo>
                    <a:pt x="1494919" y="1256880"/>
                  </a:lnTo>
                  <a:lnTo>
                    <a:pt x="1549530" y="1246804"/>
                  </a:lnTo>
                  <a:lnTo>
                    <a:pt x="1605122" y="1237121"/>
                  </a:lnTo>
                  <a:lnTo>
                    <a:pt x="1661587" y="1227819"/>
                  </a:lnTo>
                  <a:lnTo>
                    <a:pt x="1718812" y="1218885"/>
                  </a:lnTo>
                  <a:lnTo>
                    <a:pt x="1776687" y="1210307"/>
                  </a:lnTo>
                  <a:lnTo>
                    <a:pt x="1835103" y="1202072"/>
                  </a:lnTo>
                  <a:lnTo>
                    <a:pt x="1893948" y="1194167"/>
                  </a:lnTo>
                  <a:lnTo>
                    <a:pt x="1953112" y="1186581"/>
                  </a:lnTo>
                  <a:lnTo>
                    <a:pt x="2012485" y="1179300"/>
                  </a:lnTo>
                  <a:lnTo>
                    <a:pt x="2071956" y="1172311"/>
                  </a:lnTo>
                  <a:lnTo>
                    <a:pt x="2131414" y="1165602"/>
                  </a:lnTo>
                  <a:lnTo>
                    <a:pt x="2190749" y="1159161"/>
                  </a:lnTo>
                  <a:lnTo>
                    <a:pt x="2249852" y="1152976"/>
                  </a:lnTo>
                  <a:lnTo>
                    <a:pt x="2308610" y="1147032"/>
                  </a:lnTo>
                  <a:lnTo>
                    <a:pt x="2366914" y="1141318"/>
                  </a:lnTo>
                  <a:lnTo>
                    <a:pt x="2424653" y="1135822"/>
                  </a:lnTo>
                  <a:lnTo>
                    <a:pt x="2481717" y="1130529"/>
                  </a:lnTo>
                  <a:lnTo>
                    <a:pt x="2537995" y="1125430"/>
                  </a:lnTo>
                  <a:lnTo>
                    <a:pt x="2593377" y="1120509"/>
                  </a:lnTo>
                  <a:lnTo>
                    <a:pt x="2647753" y="1115755"/>
                  </a:lnTo>
                  <a:lnTo>
                    <a:pt x="2701011" y="1111156"/>
                  </a:lnTo>
                  <a:lnTo>
                    <a:pt x="2753041" y="1106698"/>
                  </a:lnTo>
                  <a:lnTo>
                    <a:pt x="2803734" y="1102369"/>
                  </a:lnTo>
                  <a:lnTo>
                    <a:pt x="2852977" y="1098157"/>
                  </a:lnTo>
                  <a:lnTo>
                    <a:pt x="2900662" y="1094049"/>
                  </a:lnTo>
                  <a:lnTo>
                    <a:pt x="2946677" y="1090032"/>
                  </a:lnTo>
                  <a:lnTo>
                    <a:pt x="2990912" y="1086093"/>
                  </a:lnTo>
                  <a:lnTo>
                    <a:pt x="3033257" y="1082221"/>
                  </a:lnTo>
                  <a:lnTo>
                    <a:pt x="3073601" y="1078403"/>
                  </a:lnTo>
                  <a:lnTo>
                    <a:pt x="3111833" y="1074625"/>
                  </a:lnTo>
                  <a:lnTo>
                    <a:pt x="3181521" y="1067142"/>
                  </a:lnTo>
                  <a:lnTo>
                    <a:pt x="3241438" y="1059672"/>
                  </a:lnTo>
                  <a:lnTo>
                    <a:pt x="3267456" y="1055910"/>
                  </a:lnTo>
                </a:path>
                <a:path w="3267709" h="2494915">
                  <a:moveTo>
                    <a:pt x="6095" y="2494566"/>
                  </a:moveTo>
                  <a:lnTo>
                    <a:pt x="41120" y="2444937"/>
                  </a:lnTo>
                  <a:lnTo>
                    <a:pt x="79482" y="2395785"/>
                  </a:lnTo>
                  <a:lnTo>
                    <a:pt x="124742" y="2347359"/>
                  </a:lnTo>
                  <a:lnTo>
                    <a:pt x="180463" y="2299913"/>
                  </a:lnTo>
                  <a:lnTo>
                    <a:pt x="213360" y="2276634"/>
                  </a:lnTo>
                  <a:lnTo>
                    <a:pt x="250207" y="2253695"/>
                  </a:lnTo>
                  <a:lnTo>
                    <a:pt x="291451" y="2231126"/>
                  </a:lnTo>
                  <a:lnTo>
                    <a:pt x="337537" y="2208958"/>
                  </a:lnTo>
                  <a:lnTo>
                    <a:pt x="388910" y="2187222"/>
                  </a:lnTo>
                  <a:lnTo>
                    <a:pt x="446015" y="2165951"/>
                  </a:lnTo>
                  <a:lnTo>
                    <a:pt x="509298" y="2145175"/>
                  </a:lnTo>
                  <a:lnTo>
                    <a:pt x="579203" y="2124926"/>
                  </a:lnTo>
                  <a:lnTo>
                    <a:pt x="656177" y="2105236"/>
                  </a:lnTo>
                  <a:lnTo>
                    <a:pt x="740663" y="2086134"/>
                  </a:lnTo>
                  <a:lnTo>
                    <a:pt x="811522" y="2072042"/>
                  </a:lnTo>
                  <a:lnTo>
                    <a:pt x="850491" y="2065005"/>
                  </a:lnTo>
                  <a:lnTo>
                    <a:pt x="891670" y="2057979"/>
                  </a:lnTo>
                  <a:lnTo>
                    <a:pt x="934946" y="2050968"/>
                  </a:lnTo>
                  <a:lnTo>
                    <a:pt x="980205" y="2043974"/>
                  </a:lnTo>
                  <a:lnTo>
                    <a:pt x="1027336" y="2037003"/>
                  </a:lnTo>
                  <a:lnTo>
                    <a:pt x="1076226" y="2030057"/>
                  </a:lnTo>
                  <a:lnTo>
                    <a:pt x="1126761" y="2023140"/>
                  </a:lnTo>
                  <a:lnTo>
                    <a:pt x="1178829" y="2016256"/>
                  </a:lnTo>
                  <a:lnTo>
                    <a:pt x="1232317" y="2009408"/>
                  </a:lnTo>
                  <a:lnTo>
                    <a:pt x="1287113" y="2002600"/>
                  </a:lnTo>
                  <a:lnTo>
                    <a:pt x="1343103" y="1995836"/>
                  </a:lnTo>
                  <a:lnTo>
                    <a:pt x="1400175" y="1989119"/>
                  </a:lnTo>
                  <a:lnTo>
                    <a:pt x="1458216" y="1982453"/>
                  </a:lnTo>
                  <a:lnTo>
                    <a:pt x="1517113" y="1975842"/>
                  </a:lnTo>
                  <a:lnTo>
                    <a:pt x="1576754" y="1969289"/>
                  </a:lnTo>
                  <a:lnTo>
                    <a:pt x="1637026" y="1962798"/>
                  </a:lnTo>
                  <a:lnTo>
                    <a:pt x="1697815" y="1956372"/>
                  </a:lnTo>
                  <a:lnTo>
                    <a:pt x="1759009" y="1950015"/>
                  </a:lnTo>
                  <a:lnTo>
                    <a:pt x="1820496" y="1943731"/>
                  </a:lnTo>
                  <a:lnTo>
                    <a:pt x="1882163" y="1937524"/>
                  </a:lnTo>
                  <a:lnTo>
                    <a:pt x="1943896" y="1931396"/>
                  </a:lnTo>
                  <a:lnTo>
                    <a:pt x="2005583" y="1925352"/>
                  </a:lnTo>
                  <a:lnTo>
                    <a:pt x="2067112" y="1919396"/>
                  </a:lnTo>
                  <a:lnTo>
                    <a:pt x="2128369" y="1913530"/>
                  </a:lnTo>
                  <a:lnTo>
                    <a:pt x="2189242" y="1907760"/>
                  </a:lnTo>
                  <a:lnTo>
                    <a:pt x="2249618" y="1902087"/>
                  </a:lnTo>
                  <a:lnTo>
                    <a:pt x="2309383" y="1896516"/>
                  </a:lnTo>
                  <a:lnTo>
                    <a:pt x="2368426" y="1891051"/>
                  </a:lnTo>
                  <a:lnTo>
                    <a:pt x="2426634" y="1885694"/>
                  </a:lnTo>
                  <a:lnTo>
                    <a:pt x="2483894" y="1880451"/>
                  </a:lnTo>
                  <a:lnTo>
                    <a:pt x="2540092" y="1875324"/>
                  </a:lnTo>
                  <a:lnTo>
                    <a:pt x="2595117" y="1870317"/>
                  </a:lnTo>
                  <a:lnTo>
                    <a:pt x="2648855" y="1865434"/>
                  </a:lnTo>
                  <a:lnTo>
                    <a:pt x="2701194" y="1860678"/>
                  </a:lnTo>
                  <a:lnTo>
                    <a:pt x="2752021" y="1856053"/>
                  </a:lnTo>
                  <a:lnTo>
                    <a:pt x="2801223" y="1851562"/>
                  </a:lnTo>
                  <a:lnTo>
                    <a:pt x="2848687" y="1847210"/>
                  </a:lnTo>
                  <a:lnTo>
                    <a:pt x="2894301" y="1843000"/>
                  </a:lnTo>
                  <a:lnTo>
                    <a:pt x="2937952" y="1838935"/>
                  </a:lnTo>
                  <a:lnTo>
                    <a:pt x="2979527" y="1835020"/>
                  </a:lnTo>
                  <a:lnTo>
                    <a:pt x="3018913" y="1831257"/>
                  </a:lnTo>
                  <a:lnTo>
                    <a:pt x="3090667" y="1824204"/>
                  </a:lnTo>
                  <a:lnTo>
                    <a:pt x="3152313" y="1817807"/>
                  </a:lnTo>
                  <a:lnTo>
                    <a:pt x="3179064" y="1814862"/>
                  </a:lnTo>
                </a:path>
                <a:path w="3267709" h="2494915">
                  <a:moveTo>
                    <a:pt x="0" y="2494566"/>
                  </a:moveTo>
                  <a:lnTo>
                    <a:pt x="52913" y="2475279"/>
                  </a:lnTo>
                  <a:lnTo>
                    <a:pt x="105095" y="2458039"/>
                  </a:lnTo>
                  <a:lnTo>
                    <a:pt x="155813" y="2443433"/>
                  </a:lnTo>
                  <a:lnTo>
                    <a:pt x="204337" y="2432046"/>
                  </a:lnTo>
                  <a:lnTo>
                    <a:pt x="249935" y="2424462"/>
                  </a:lnTo>
                  <a:lnTo>
                    <a:pt x="257858" y="2422807"/>
                  </a:lnTo>
                  <a:lnTo>
                    <a:pt x="210897" y="2421439"/>
                  </a:lnTo>
                  <a:lnTo>
                    <a:pt x="176212" y="2424580"/>
                  </a:lnTo>
                  <a:lnTo>
                    <a:pt x="177946" y="2425358"/>
                  </a:lnTo>
                  <a:lnTo>
                    <a:pt x="186204" y="2426022"/>
                  </a:lnTo>
                  <a:lnTo>
                    <a:pt x="202168" y="2426516"/>
                  </a:lnTo>
                  <a:lnTo>
                    <a:pt x="227019" y="2426782"/>
                  </a:lnTo>
                  <a:lnTo>
                    <a:pt x="261937" y="2426766"/>
                  </a:lnTo>
                  <a:lnTo>
                    <a:pt x="308105" y="2426412"/>
                  </a:lnTo>
                  <a:lnTo>
                    <a:pt x="366702" y="2425662"/>
                  </a:lnTo>
                  <a:lnTo>
                    <a:pt x="438912" y="2424462"/>
                  </a:lnTo>
                  <a:lnTo>
                    <a:pt x="497838" y="2423020"/>
                  </a:lnTo>
                  <a:lnTo>
                    <a:pt x="566352" y="2421318"/>
                  </a:lnTo>
                  <a:lnTo>
                    <a:pt x="643707" y="2419378"/>
                  </a:lnTo>
                  <a:lnTo>
                    <a:pt x="685466" y="2418325"/>
                  </a:lnTo>
                  <a:lnTo>
                    <a:pt x="729156" y="2417220"/>
                  </a:lnTo>
                  <a:lnTo>
                    <a:pt x="774682" y="2416066"/>
                  </a:lnTo>
                  <a:lnTo>
                    <a:pt x="821953" y="2414866"/>
                  </a:lnTo>
                  <a:lnTo>
                    <a:pt x="870873" y="2413622"/>
                  </a:lnTo>
                  <a:lnTo>
                    <a:pt x="921351" y="2412336"/>
                  </a:lnTo>
                  <a:lnTo>
                    <a:pt x="973292" y="2411012"/>
                  </a:lnTo>
                  <a:lnTo>
                    <a:pt x="1026604" y="2409651"/>
                  </a:lnTo>
                  <a:lnTo>
                    <a:pt x="1081193" y="2408257"/>
                  </a:lnTo>
                  <a:lnTo>
                    <a:pt x="1136966" y="2406832"/>
                  </a:lnTo>
                  <a:lnTo>
                    <a:pt x="1193829" y="2405379"/>
                  </a:lnTo>
                  <a:lnTo>
                    <a:pt x="1251689" y="2403900"/>
                  </a:lnTo>
                  <a:lnTo>
                    <a:pt x="1310454" y="2402398"/>
                  </a:lnTo>
                  <a:lnTo>
                    <a:pt x="1370029" y="2400875"/>
                  </a:lnTo>
                  <a:lnTo>
                    <a:pt x="1430321" y="2399334"/>
                  </a:lnTo>
                  <a:lnTo>
                    <a:pt x="1491237" y="2397778"/>
                  </a:lnTo>
                  <a:lnTo>
                    <a:pt x="1552684" y="2396210"/>
                  </a:lnTo>
                  <a:lnTo>
                    <a:pt x="1614569" y="2394631"/>
                  </a:lnTo>
                  <a:lnTo>
                    <a:pt x="1676797" y="2393045"/>
                  </a:lnTo>
                  <a:lnTo>
                    <a:pt x="1739276" y="2391454"/>
                  </a:lnTo>
                  <a:lnTo>
                    <a:pt x="1801913" y="2389861"/>
                  </a:lnTo>
                  <a:lnTo>
                    <a:pt x="1864614" y="2388267"/>
                  </a:lnTo>
                  <a:lnTo>
                    <a:pt x="1927285" y="2386677"/>
                  </a:lnTo>
                  <a:lnTo>
                    <a:pt x="1989834" y="2385093"/>
                  </a:lnTo>
                  <a:lnTo>
                    <a:pt x="2052168" y="2383516"/>
                  </a:lnTo>
                  <a:lnTo>
                    <a:pt x="2114192" y="2381950"/>
                  </a:lnTo>
                  <a:lnTo>
                    <a:pt x="2175814" y="2380398"/>
                  </a:lnTo>
                  <a:lnTo>
                    <a:pt x="2236940" y="2378861"/>
                  </a:lnTo>
                  <a:lnTo>
                    <a:pt x="2297477" y="2377344"/>
                  </a:lnTo>
                  <a:lnTo>
                    <a:pt x="2357332" y="2375847"/>
                  </a:lnTo>
                  <a:lnTo>
                    <a:pt x="2416411" y="2374374"/>
                  </a:lnTo>
                  <a:lnTo>
                    <a:pt x="2474622" y="2372927"/>
                  </a:lnTo>
                  <a:lnTo>
                    <a:pt x="2531870" y="2371509"/>
                  </a:lnTo>
                  <a:lnTo>
                    <a:pt x="2588063" y="2370123"/>
                  </a:lnTo>
                  <a:lnTo>
                    <a:pt x="2643106" y="2368771"/>
                  </a:lnTo>
                  <a:lnTo>
                    <a:pt x="2696908" y="2367455"/>
                  </a:lnTo>
                  <a:lnTo>
                    <a:pt x="2749374" y="2366179"/>
                  </a:lnTo>
                  <a:lnTo>
                    <a:pt x="2800412" y="2364945"/>
                  </a:lnTo>
                  <a:lnTo>
                    <a:pt x="2849927" y="2363756"/>
                  </a:lnTo>
                  <a:lnTo>
                    <a:pt x="2897827" y="2362614"/>
                  </a:lnTo>
                  <a:lnTo>
                    <a:pt x="2944019" y="2361521"/>
                  </a:lnTo>
                  <a:lnTo>
                    <a:pt x="2988408" y="2360481"/>
                  </a:lnTo>
                  <a:lnTo>
                    <a:pt x="3030902" y="2359496"/>
                  </a:lnTo>
                  <a:lnTo>
                    <a:pt x="3071408" y="2358569"/>
                  </a:lnTo>
                  <a:lnTo>
                    <a:pt x="3109831" y="2357701"/>
                  </a:lnTo>
                  <a:lnTo>
                    <a:pt x="3180060" y="2356157"/>
                  </a:lnTo>
                  <a:lnTo>
                    <a:pt x="3240841" y="2354886"/>
                  </a:lnTo>
                  <a:lnTo>
                    <a:pt x="3267456" y="2354358"/>
                  </a:lnTo>
                </a:path>
              </a:pathLst>
            </a:custGeom>
            <a:ln w="518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2FC4E48E-60F4-AA5D-01F5-6D63E9A966D8}"/>
                </a:ext>
              </a:extLst>
            </p:cNvPr>
            <p:cNvSpPr/>
            <p:nvPr/>
          </p:nvSpPr>
          <p:spPr>
            <a:xfrm>
              <a:off x="4904231" y="2273299"/>
              <a:ext cx="1191895" cy="2828925"/>
            </a:xfrm>
            <a:custGeom>
              <a:avLst/>
              <a:gdLst/>
              <a:ahLst/>
              <a:cxnLst/>
              <a:rect l="l" t="t" r="r" b="b"/>
              <a:pathLst>
                <a:path w="1191895" h="2828925">
                  <a:moveTo>
                    <a:pt x="0" y="2828544"/>
                  </a:moveTo>
                  <a:lnTo>
                    <a:pt x="55330" y="2825547"/>
                  </a:lnTo>
                  <a:lnTo>
                    <a:pt x="110010" y="2816644"/>
                  </a:lnTo>
                  <a:lnTo>
                    <a:pt x="163986" y="2801967"/>
                  </a:lnTo>
                  <a:lnTo>
                    <a:pt x="217202" y="2781645"/>
                  </a:lnTo>
                  <a:lnTo>
                    <a:pt x="269605" y="2755809"/>
                  </a:lnTo>
                  <a:lnTo>
                    <a:pt x="321139" y="2724591"/>
                  </a:lnTo>
                  <a:lnTo>
                    <a:pt x="371749" y="2688121"/>
                  </a:lnTo>
                  <a:lnTo>
                    <a:pt x="421380" y="2646530"/>
                  </a:lnTo>
                  <a:lnTo>
                    <a:pt x="469979" y="2599948"/>
                  </a:lnTo>
                  <a:lnTo>
                    <a:pt x="517489" y="2548507"/>
                  </a:lnTo>
                  <a:lnTo>
                    <a:pt x="563857" y="2492338"/>
                  </a:lnTo>
                  <a:lnTo>
                    <a:pt x="609027" y="2431570"/>
                  </a:lnTo>
                  <a:lnTo>
                    <a:pt x="631146" y="2399503"/>
                  </a:lnTo>
                  <a:lnTo>
                    <a:pt x="652945" y="2366336"/>
                  </a:lnTo>
                  <a:lnTo>
                    <a:pt x="674418" y="2332084"/>
                  </a:lnTo>
                  <a:lnTo>
                    <a:pt x="695556" y="2296765"/>
                  </a:lnTo>
                  <a:lnTo>
                    <a:pt x="716355" y="2260394"/>
                  </a:lnTo>
                  <a:lnTo>
                    <a:pt x="736805" y="2222989"/>
                  </a:lnTo>
                  <a:lnTo>
                    <a:pt x="756902" y="2184564"/>
                  </a:lnTo>
                  <a:lnTo>
                    <a:pt x="776638" y="2145138"/>
                  </a:lnTo>
                  <a:lnTo>
                    <a:pt x="796006" y="2104725"/>
                  </a:lnTo>
                  <a:lnTo>
                    <a:pt x="814999" y="2063343"/>
                  </a:lnTo>
                  <a:lnTo>
                    <a:pt x="833611" y="2021008"/>
                  </a:lnTo>
                  <a:lnTo>
                    <a:pt x="851834" y="1977735"/>
                  </a:lnTo>
                  <a:lnTo>
                    <a:pt x="869662" y="1933542"/>
                  </a:lnTo>
                  <a:lnTo>
                    <a:pt x="887088" y="1888445"/>
                  </a:lnTo>
                  <a:lnTo>
                    <a:pt x="904105" y="1842460"/>
                  </a:lnTo>
                  <a:lnTo>
                    <a:pt x="920707" y="1795604"/>
                  </a:lnTo>
                  <a:lnTo>
                    <a:pt x="936885" y="1747892"/>
                  </a:lnTo>
                  <a:lnTo>
                    <a:pt x="952635" y="1699342"/>
                  </a:lnTo>
                  <a:lnTo>
                    <a:pt x="967948" y="1649969"/>
                  </a:lnTo>
                  <a:lnTo>
                    <a:pt x="982817" y="1599790"/>
                  </a:lnTo>
                  <a:lnTo>
                    <a:pt x="997237" y="1548821"/>
                  </a:lnTo>
                  <a:lnTo>
                    <a:pt x="1011200" y="1497079"/>
                  </a:lnTo>
                  <a:lnTo>
                    <a:pt x="1024699" y="1444580"/>
                  </a:lnTo>
                  <a:lnTo>
                    <a:pt x="1037728" y="1391340"/>
                  </a:lnTo>
                  <a:lnTo>
                    <a:pt x="1050279" y="1337376"/>
                  </a:lnTo>
                  <a:lnTo>
                    <a:pt x="1062346" y="1282704"/>
                  </a:lnTo>
                  <a:lnTo>
                    <a:pt x="1073922" y="1227340"/>
                  </a:lnTo>
                  <a:lnTo>
                    <a:pt x="1085000" y="1171301"/>
                  </a:lnTo>
                  <a:lnTo>
                    <a:pt x="1095573" y="1114603"/>
                  </a:lnTo>
                  <a:lnTo>
                    <a:pt x="1105635" y="1057262"/>
                  </a:lnTo>
                  <a:lnTo>
                    <a:pt x="1115178" y="999296"/>
                  </a:lnTo>
                  <a:lnTo>
                    <a:pt x="1124196" y="940719"/>
                  </a:lnTo>
                  <a:lnTo>
                    <a:pt x="1132681" y="881549"/>
                  </a:lnTo>
                  <a:lnTo>
                    <a:pt x="1140628" y="821801"/>
                  </a:lnTo>
                  <a:lnTo>
                    <a:pt x="1148028" y="761493"/>
                  </a:lnTo>
                  <a:lnTo>
                    <a:pt x="1154876" y="700640"/>
                  </a:lnTo>
                  <a:lnTo>
                    <a:pt x="1161165" y="639259"/>
                  </a:lnTo>
                  <a:lnTo>
                    <a:pt x="1166887" y="577366"/>
                  </a:lnTo>
                  <a:lnTo>
                    <a:pt x="1172036" y="514978"/>
                  </a:lnTo>
                  <a:lnTo>
                    <a:pt x="1176605" y="452111"/>
                  </a:lnTo>
                  <a:lnTo>
                    <a:pt x="1180586" y="388781"/>
                  </a:lnTo>
                  <a:lnTo>
                    <a:pt x="1183974" y="325005"/>
                  </a:lnTo>
                  <a:lnTo>
                    <a:pt x="1186762" y="260798"/>
                  </a:lnTo>
                  <a:lnTo>
                    <a:pt x="1188941" y="196178"/>
                  </a:lnTo>
                  <a:lnTo>
                    <a:pt x="1190507" y="131161"/>
                  </a:lnTo>
                  <a:lnTo>
                    <a:pt x="1191451" y="65762"/>
                  </a:lnTo>
                  <a:lnTo>
                    <a:pt x="1191767" y="0"/>
                  </a:lnTo>
                </a:path>
              </a:pathLst>
            </a:custGeom>
            <a:ln w="2743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8">
            <a:extLst>
              <a:ext uri="{FF2B5EF4-FFF2-40B4-BE49-F238E27FC236}">
                <a16:creationId xmlns:a16="http://schemas.microsoft.com/office/drawing/2014/main" id="{45140308-6B24-64E5-BE79-B1F4F12A32B6}"/>
              </a:ext>
            </a:extLst>
          </p:cNvPr>
          <p:cNvSpPr txBox="1"/>
          <p:nvPr/>
        </p:nvSpPr>
        <p:spPr>
          <a:xfrm>
            <a:off x="6482878" y="5000504"/>
            <a:ext cx="56705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300" b="1" spc="15" baseline="15151" dirty="0">
                <a:latin typeface="Arial"/>
                <a:cs typeface="Arial"/>
              </a:rPr>
              <a:t>V</a:t>
            </a:r>
            <a:r>
              <a:rPr sz="1700" b="1" spc="10" dirty="0">
                <a:latin typeface="Arial"/>
                <a:cs typeface="Arial"/>
              </a:rPr>
              <a:t>DS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86A9C847-5D32-C2E7-9BAF-3461DFC147CD}"/>
              </a:ext>
            </a:extLst>
          </p:cNvPr>
          <p:cNvSpPr txBox="1"/>
          <p:nvPr/>
        </p:nvSpPr>
        <p:spPr>
          <a:xfrm>
            <a:off x="3521237" y="4875536"/>
            <a:ext cx="18161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dirty="0">
                <a:latin typeface="Arial"/>
                <a:cs typeface="Arial"/>
              </a:rPr>
              <a:t>0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DCB18A6F-C849-6260-0B8C-8EADE86BECC4}"/>
              </a:ext>
            </a:extLst>
          </p:cNvPr>
          <p:cNvSpPr txBox="1"/>
          <p:nvPr/>
        </p:nvSpPr>
        <p:spPr>
          <a:xfrm>
            <a:off x="2947198" y="2007368"/>
            <a:ext cx="46037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300" b="1" spc="22" baseline="15151" dirty="0">
                <a:latin typeface="Arial"/>
                <a:cs typeface="Arial"/>
              </a:rPr>
              <a:t>I</a:t>
            </a:r>
            <a:r>
              <a:rPr sz="1700" b="1" spc="15" dirty="0">
                <a:latin typeface="Arial"/>
                <a:cs typeface="Arial"/>
              </a:rPr>
              <a:t>DS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180777A9-04BC-E540-0319-AFA976C7051F}"/>
              </a:ext>
            </a:extLst>
          </p:cNvPr>
          <p:cNvSpPr txBox="1"/>
          <p:nvPr/>
        </p:nvSpPr>
        <p:spPr>
          <a:xfrm>
            <a:off x="5374421" y="1851918"/>
            <a:ext cx="33083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15" dirty="0">
                <a:latin typeface="Arial"/>
                <a:cs typeface="Arial"/>
              </a:rPr>
              <a:t>DS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4EE41B60-7200-B648-ADD9-57B524C8DEA9}"/>
              </a:ext>
            </a:extLst>
          </p:cNvPr>
          <p:cNvSpPr txBox="1"/>
          <p:nvPr/>
        </p:nvSpPr>
        <p:spPr>
          <a:xfrm>
            <a:off x="5755421" y="1711712"/>
            <a:ext cx="45339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dirty="0">
                <a:latin typeface="Arial"/>
                <a:cs typeface="Arial"/>
              </a:rPr>
              <a:t>=</a:t>
            </a:r>
            <a:r>
              <a:rPr sz="2200" b="1" spc="-95" dirty="0">
                <a:latin typeface="Arial"/>
                <a:cs typeface="Arial"/>
              </a:rPr>
              <a:t> </a:t>
            </a:r>
            <a:r>
              <a:rPr sz="2200" b="1" spc="5" dirty="0">
                <a:latin typeface="Arial"/>
                <a:cs typeface="Arial"/>
              </a:rPr>
              <a:t>V</a:t>
            </a:r>
            <a:endParaRPr sz="2200">
              <a:latin typeface="Arial"/>
              <a:cs typeface="Arial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44A333AC-C17F-2ED3-AE1F-CD42992F0A58}"/>
              </a:ext>
            </a:extLst>
          </p:cNvPr>
          <p:cNvSpPr txBox="1"/>
          <p:nvPr/>
        </p:nvSpPr>
        <p:spPr>
          <a:xfrm>
            <a:off x="6182142" y="1851918"/>
            <a:ext cx="34290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20" dirty="0">
                <a:latin typeface="Arial"/>
                <a:cs typeface="Arial"/>
              </a:rPr>
              <a:t>GS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054520A9-CD23-063B-2456-3FBA613D8482}"/>
              </a:ext>
            </a:extLst>
          </p:cNvPr>
          <p:cNvSpPr txBox="1"/>
          <p:nvPr/>
        </p:nvSpPr>
        <p:spPr>
          <a:xfrm>
            <a:off x="4694210" y="2976632"/>
            <a:ext cx="204533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3180" algn="r">
              <a:lnSpc>
                <a:spcPct val="100000"/>
              </a:lnSpc>
              <a:spcBef>
                <a:spcPts val="105"/>
              </a:spcBef>
            </a:pPr>
            <a:r>
              <a:rPr sz="3300" b="1" spc="15" baseline="15151" dirty="0">
                <a:latin typeface="Arial"/>
                <a:cs typeface="Arial"/>
              </a:rPr>
              <a:t>V</a:t>
            </a:r>
            <a:r>
              <a:rPr sz="1700" b="1" spc="10" dirty="0">
                <a:latin typeface="Arial"/>
                <a:cs typeface="Arial"/>
              </a:rPr>
              <a:t>GS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 dirty="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sz="2200" b="1" dirty="0">
                <a:solidFill>
                  <a:srgbClr val="0000FF"/>
                </a:solidFill>
                <a:latin typeface="Arial"/>
                <a:cs typeface="Arial"/>
              </a:rPr>
              <a:t>saturation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58B8383F-82D5-D73D-45BC-D67CE9F6D936}"/>
              </a:ext>
            </a:extLst>
          </p:cNvPr>
          <p:cNvSpPr txBox="1"/>
          <p:nvPr/>
        </p:nvSpPr>
        <p:spPr>
          <a:xfrm>
            <a:off x="3248949" y="1589792"/>
            <a:ext cx="217741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300" b="1" spc="15" baseline="15151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700" b="1" spc="10" dirty="0">
                <a:solidFill>
                  <a:srgbClr val="0000FF"/>
                </a:solidFill>
                <a:latin typeface="Arial"/>
                <a:cs typeface="Arial"/>
              </a:rPr>
              <a:t>DS</a:t>
            </a:r>
            <a:r>
              <a:rPr sz="1700" b="1" spc="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300" b="1" baseline="15151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3300" b="1" spc="-37" baseline="1515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300" b="1" spc="7" baseline="15151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700" b="1" spc="5" dirty="0">
                <a:solidFill>
                  <a:srgbClr val="0000FF"/>
                </a:solidFill>
                <a:latin typeface="Arial"/>
                <a:cs typeface="Arial"/>
              </a:rPr>
              <a:t>GS</a:t>
            </a:r>
            <a:r>
              <a:rPr sz="3300" b="1" spc="7" baseline="15151" dirty="0">
                <a:solidFill>
                  <a:srgbClr val="0000FF"/>
                </a:solidFill>
                <a:latin typeface="Arial"/>
                <a:cs typeface="Arial"/>
              </a:rPr>
              <a:t>-V</a:t>
            </a:r>
            <a:r>
              <a:rPr sz="1700" b="1" spc="5" dirty="0">
                <a:solidFill>
                  <a:srgbClr val="0000FF"/>
                </a:solidFill>
                <a:latin typeface="Arial"/>
                <a:cs typeface="Arial"/>
              </a:rPr>
              <a:t>th</a:t>
            </a:r>
            <a:r>
              <a:rPr sz="1700" b="1" spc="4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300" b="1" spc="7" baseline="-23989" dirty="0">
                <a:latin typeface="Arial"/>
                <a:cs typeface="Arial"/>
              </a:rPr>
              <a:t>V</a:t>
            </a:r>
            <a:endParaRPr sz="3300" baseline="-23989">
              <a:latin typeface="Arial"/>
              <a:cs typeface="Arial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8F10A672-3B07-E67E-9D3A-CEEF2040533B}"/>
              </a:ext>
            </a:extLst>
          </p:cNvPr>
          <p:cNvSpPr txBox="1"/>
          <p:nvPr/>
        </p:nvSpPr>
        <p:spPr>
          <a:xfrm>
            <a:off x="4276125" y="4957832"/>
            <a:ext cx="46990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300" b="1" spc="7" baseline="15151" dirty="0">
                <a:latin typeface="Arial"/>
                <a:cs typeface="Arial"/>
              </a:rPr>
              <a:t>V</a:t>
            </a:r>
            <a:r>
              <a:rPr sz="1700" b="1" spc="5" dirty="0">
                <a:latin typeface="Arial"/>
                <a:cs typeface="Arial"/>
              </a:rPr>
              <a:t>th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4F01E8-DC5E-626E-3FF9-0A2C07AA9F29}"/>
              </a:ext>
            </a:extLst>
          </p:cNvPr>
          <p:cNvGrpSpPr/>
          <p:nvPr/>
        </p:nvGrpSpPr>
        <p:grpSpPr>
          <a:xfrm>
            <a:off x="81280" y="1239520"/>
            <a:ext cx="2773887" cy="4846320"/>
            <a:chOff x="81280" y="1239520"/>
            <a:chExt cx="2773887" cy="484632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5C5246D-E73B-67AB-4D3A-2F2F1D6BC64B}"/>
                </a:ext>
              </a:extLst>
            </p:cNvPr>
            <p:cNvSpPr/>
            <p:nvPr/>
          </p:nvSpPr>
          <p:spPr>
            <a:xfrm>
              <a:off x="81280" y="1239520"/>
              <a:ext cx="2773887" cy="4846320"/>
            </a:xfrm>
            <a:prstGeom prst="rect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19" name="object 17">
              <a:extLst>
                <a:ext uri="{FF2B5EF4-FFF2-40B4-BE49-F238E27FC236}">
                  <a16:creationId xmlns:a16="http://schemas.microsoft.com/office/drawing/2014/main" id="{B959E1A0-F7E1-2D1D-54CF-726DFB5FC62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174" y="1305326"/>
              <a:ext cx="2023068" cy="3858470"/>
            </a:xfrm>
            <a:prstGeom prst="rect">
              <a:avLst/>
            </a:prstGeom>
          </p:spPr>
        </p:pic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3213CA03-6430-CA18-2FA1-13DCDD790CA7}"/>
                </a:ext>
              </a:extLst>
            </p:cNvPr>
            <p:cNvSpPr txBox="1"/>
            <p:nvPr/>
          </p:nvSpPr>
          <p:spPr>
            <a:xfrm>
              <a:off x="2715788" y="5289785"/>
              <a:ext cx="117475" cy="22415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00" spc="-5" dirty="0">
                  <a:latin typeface="Arial MT"/>
                  <a:cs typeface="Arial MT"/>
                </a:rPr>
                <a:t>2</a:t>
              </a:r>
              <a:endParaRPr sz="1300" dirty="0">
                <a:latin typeface="Arial MT"/>
                <a:cs typeface="Arial MT"/>
              </a:endParaRPr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7E5639A4-CC7C-0D92-1667-B146AB620816}"/>
                </a:ext>
              </a:extLst>
            </p:cNvPr>
            <p:cNvSpPr txBox="1"/>
            <p:nvPr/>
          </p:nvSpPr>
          <p:spPr>
            <a:xfrm>
              <a:off x="2421657" y="5576297"/>
              <a:ext cx="163195" cy="22415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00" i="1" spc="-5" dirty="0">
                  <a:latin typeface="Arial"/>
                  <a:cs typeface="Arial"/>
                </a:rPr>
                <a:t>th</a:t>
              </a:r>
              <a:endParaRPr sz="1300">
                <a:latin typeface="Arial"/>
                <a:cs typeface="Arial"/>
              </a:endParaRPr>
            </a:p>
          </p:txBody>
        </p:sp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CE279D3B-A064-887D-BD73-AA9C3A0C1F46}"/>
                </a:ext>
              </a:extLst>
            </p:cNvPr>
            <p:cNvSpPr txBox="1"/>
            <p:nvPr/>
          </p:nvSpPr>
          <p:spPr>
            <a:xfrm>
              <a:off x="1735857" y="5576297"/>
              <a:ext cx="264160" cy="22415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00" i="1" spc="-5" dirty="0">
                  <a:latin typeface="Arial"/>
                  <a:cs typeface="Arial"/>
                </a:rPr>
                <a:t>GS</a:t>
              </a:r>
              <a:endParaRPr sz="1300">
                <a:latin typeface="Arial"/>
                <a:cs typeface="Arial"/>
              </a:endParaRPr>
            </a:p>
          </p:txBody>
        </p:sp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AA37220B-1492-6718-8357-C0A04C227820}"/>
                </a:ext>
              </a:extLst>
            </p:cNvPr>
            <p:cNvSpPr txBox="1"/>
            <p:nvPr/>
          </p:nvSpPr>
          <p:spPr>
            <a:xfrm>
              <a:off x="1149688" y="5362986"/>
              <a:ext cx="388620" cy="613410"/>
            </a:xfrm>
            <a:prstGeom prst="rect">
              <a:avLst/>
            </a:prstGeom>
          </p:spPr>
          <p:txBody>
            <a:bodyPr vert="horz" wrap="square" lIns="0" tIns="3111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44"/>
                </a:spcBef>
                <a:tabLst>
                  <a:tab pos="375285" algn="l"/>
                </a:tabLst>
              </a:pPr>
              <a:r>
                <a:rPr sz="1300" u="sng" dirty="0">
                  <a:uFill>
                    <a:solidFill>
                      <a:srgbClr val="000000"/>
                    </a:solidFill>
                  </a:uFill>
                  <a:latin typeface="Arial MT"/>
                  <a:cs typeface="Arial MT"/>
                </a:rPr>
                <a:t> 	</a:t>
              </a:r>
              <a:endParaRPr sz="1300" dirty="0">
                <a:latin typeface="Arial MT"/>
                <a:cs typeface="Arial MT"/>
              </a:endParaRPr>
            </a:p>
            <a:p>
              <a:pPr marL="92710">
                <a:lnSpc>
                  <a:spcPct val="100000"/>
                </a:lnSpc>
                <a:spcBef>
                  <a:spcPts val="275"/>
                </a:spcBef>
              </a:pPr>
              <a:r>
                <a:rPr sz="2200" i="1" spc="15" dirty="0">
                  <a:latin typeface="Arial"/>
                  <a:cs typeface="Arial"/>
                </a:rPr>
                <a:t>L</a:t>
              </a:r>
              <a:endParaRPr sz="2200" dirty="0">
                <a:latin typeface="Arial"/>
                <a:cs typeface="Arial"/>
              </a:endParaRPr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57A74F18-1892-7F3D-28D4-6C7B24EC181B}"/>
                </a:ext>
              </a:extLst>
            </p:cNvPr>
            <p:cNvSpPr txBox="1"/>
            <p:nvPr/>
          </p:nvSpPr>
          <p:spPr>
            <a:xfrm>
              <a:off x="979953" y="5576297"/>
              <a:ext cx="117475" cy="22415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00" i="1" spc="-5" dirty="0">
                  <a:latin typeface="Arial"/>
                  <a:cs typeface="Arial"/>
                </a:rPr>
                <a:t>n</a:t>
              </a:r>
              <a:endParaRPr sz="1300" dirty="0">
                <a:latin typeface="Arial"/>
                <a:cs typeface="Arial"/>
              </a:endParaRPr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26688008-BBA0-B034-A4F3-4E93E472C2B0}"/>
                </a:ext>
              </a:extLst>
            </p:cNvPr>
            <p:cNvSpPr txBox="1"/>
            <p:nvPr/>
          </p:nvSpPr>
          <p:spPr>
            <a:xfrm>
              <a:off x="214904" y="5576297"/>
              <a:ext cx="254635" cy="22415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00" i="1" spc="-10" dirty="0">
                  <a:latin typeface="Arial"/>
                  <a:cs typeface="Arial"/>
                </a:rPr>
                <a:t>D</a:t>
              </a:r>
              <a:r>
                <a:rPr sz="1300" i="1" spc="-5" dirty="0">
                  <a:latin typeface="Arial"/>
                  <a:cs typeface="Arial"/>
                </a:rPr>
                <a:t>S</a:t>
              </a:r>
              <a:endParaRPr sz="1300">
                <a:latin typeface="Arial"/>
                <a:cs typeface="Arial"/>
              </a:endParaRPr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2821C91C-123B-CCD0-01C2-6A0CD74082C9}"/>
                </a:ext>
              </a:extLst>
            </p:cNvPr>
            <p:cNvSpPr txBox="1"/>
            <p:nvPr/>
          </p:nvSpPr>
          <p:spPr>
            <a:xfrm>
              <a:off x="113304" y="5388206"/>
              <a:ext cx="983615" cy="36576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  <a:tabLst>
                  <a:tab pos="452120" algn="l"/>
                </a:tabLst>
              </a:pPr>
              <a:r>
                <a:rPr sz="2200" i="1" spc="5" dirty="0">
                  <a:latin typeface="Arial"/>
                  <a:cs typeface="Arial"/>
                </a:rPr>
                <a:t>i	</a:t>
              </a:r>
              <a:r>
                <a:rPr sz="2200" spc="15" dirty="0">
                  <a:latin typeface="Symbol"/>
                  <a:cs typeface="Symbol"/>
                </a:rPr>
                <a:t></a:t>
              </a:r>
              <a:r>
                <a:rPr sz="2200" spc="-50" dirty="0">
                  <a:latin typeface="Times New Roman"/>
                  <a:cs typeface="Times New Roman"/>
                </a:rPr>
                <a:t> </a:t>
              </a:r>
              <a:r>
                <a:rPr sz="2200" i="1" spc="15" dirty="0">
                  <a:latin typeface="Arial"/>
                  <a:cs typeface="Arial"/>
                </a:rPr>
                <a:t>K</a:t>
              </a:r>
              <a:r>
                <a:rPr sz="2200" i="1" spc="-300" dirty="0">
                  <a:latin typeface="Arial"/>
                  <a:cs typeface="Arial"/>
                </a:rPr>
                <a:t> </a:t>
              </a:r>
              <a:r>
                <a:rPr sz="1950" baseline="42735" dirty="0">
                  <a:latin typeface="Arial MT"/>
                  <a:cs typeface="Arial MT"/>
                </a:rPr>
                <a:t>'</a:t>
              </a:r>
              <a:endParaRPr sz="1950" baseline="42735">
                <a:latin typeface="Arial MT"/>
                <a:cs typeface="Arial MT"/>
              </a:endParaRPr>
            </a:p>
          </p:txBody>
        </p:sp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AC06AA14-2543-46C9-4DD5-4734AB758213}"/>
                </a:ext>
              </a:extLst>
            </p:cNvPr>
            <p:cNvSpPr txBox="1"/>
            <p:nvPr/>
          </p:nvSpPr>
          <p:spPr>
            <a:xfrm>
              <a:off x="1141497" y="5211422"/>
              <a:ext cx="292735" cy="36576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2200" i="1" spc="25" dirty="0">
                  <a:latin typeface="Arial"/>
                  <a:cs typeface="Arial"/>
                </a:rPr>
                <a:t>W</a:t>
              </a:r>
              <a:endParaRPr sz="2200">
                <a:latin typeface="Arial"/>
                <a:cs typeface="Arial"/>
              </a:endParaRPr>
            </a:p>
          </p:txBody>
        </p:sp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9E3652D4-6B8A-10F4-577E-02E6AA8DD7E4}"/>
                </a:ext>
              </a:extLst>
            </p:cNvPr>
            <p:cNvSpPr txBox="1"/>
            <p:nvPr/>
          </p:nvSpPr>
          <p:spPr>
            <a:xfrm>
              <a:off x="1513353" y="5287917"/>
              <a:ext cx="1209675" cy="48577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  <a:tabLst>
                  <a:tab pos="563880" algn="l"/>
                  <a:tab pos="1103630" algn="l"/>
                </a:tabLst>
              </a:pPr>
              <a:r>
                <a:rPr sz="3000" spc="-595" dirty="0">
                  <a:latin typeface="Symbol"/>
                  <a:cs typeface="Symbol"/>
                </a:rPr>
                <a:t></a:t>
              </a:r>
              <a:r>
                <a:rPr sz="2200" i="1" spc="15" dirty="0">
                  <a:latin typeface="Arial"/>
                  <a:cs typeface="Arial"/>
                </a:rPr>
                <a:t>V</a:t>
              </a:r>
              <a:r>
                <a:rPr sz="2200" i="1" dirty="0">
                  <a:latin typeface="Arial"/>
                  <a:cs typeface="Arial"/>
                </a:rPr>
                <a:t>	</a:t>
              </a:r>
              <a:r>
                <a:rPr sz="2200" spc="180" dirty="0">
                  <a:latin typeface="Symbol"/>
                  <a:cs typeface="Symbol"/>
                </a:rPr>
                <a:t></a:t>
              </a:r>
              <a:r>
                <a:rPr sz="2200" i="1" spc="15" dirty="0">
                  <a:latin typeface="Arial"/>
                  <a:cs typeface="Arial"/>
                </a:rPr>
                <a:t>V</a:t>
              </a:r>
              <a:r>
                <a:rPr sz="2200" i="1" dirty="0">
                  <a:latin typeface="Arial"/>
                  <a:cs typeface="Arial"/>
                </a:rPr>
                <a:t>	</a:t>
              </a:r>
              <a:r>
                <a:rPr sz="3000" spc="-270" dirty="0">
                  <a:latin typeface="Symbol"/>
                  <a:cs typeface="Symbol"/>
                </a:rPr>
                <a:t></a:t>
              </a:r>
              <a:endParaRPr sz="3000" dirty="0">
                <a:latin typeface="Symbol"/>
                <a:cs typeface="Symbol"/>
              </a:endParaRPr>
            </a:p>
          </p:txBody>
        </p:sp>
      </p:grpSp>
      <p:pic>
        <p:nvPicPr>
          <p:cNvPr id="29" name="object 3">
            <a:extLst>
              <a:ext uri="{FF2B5EF4-FFF2-40B4-BE49-F238E27FC236}">
                <a16:creationId xmlns:a16="http://schemas.microsoft.com/office/drawing/2014/main" id="{B13BBDE1-761E-522F-8BBA-4D22543A2EC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7796" y="804486"/>
            <a:ext cx="4533760" cy="1851726"/>
          </a:xfrm>
          <a:prstGeom prst="rect">
            <a:avLst/>
          </a:prstGeom>
        </p:spPr>
      </p:pic>
      <p:sp>
        <p:nvSpPr>
          <p:cNvPr id="41" name="object 16">
            <a:extLst>
              <a:ext uri="{FF2B5EF4-FFF2-40B4-BE49-F238E27FC236}">
                <a16:creationId xmlns:a16="http://schemas.microsoft.com/office/drawing/2014/main" id="{A5DE2DA8-FF18-E071-D5C4-AE19BB50F819}"/>
              </a:ext>
            </a:extLst>
          </p:cNvPr>
          <p:cNvSpPr txBox="1"/>
          <p:nvPr/>
        </p:nvSpPr>
        <p:spPr>
          <a:xfrm>
            <a:off x="11270623" y="2765453"/>
            <a:ext cx="20447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spc="15" dirty="0">
                <a:latin typeface="Arial MT"/>
                <a:cs typeface="Arial MT"/>
              </a:rPr>
              <a:t>1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7D1ABD6E-9696-52C8-D5E8-BA3B862E1CAF}"/>
              </a:ext>
            </a:extLst>
          </p:cNvPr>
          <p:cNvSpPr txBox="1"/>
          <p:nvPr/>
        </p:nvSpPr>
        <p:spPr>
          <a:xfrm>
            <a:off x="10115430" y="2765453"/>
            <a:ext cx="20447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spc="15" dirty="0">
                <a:latin typeface="Arial MT"/>
                <a:cs typeface="Arial MT"/>
              </a:rPr>
              <a:t>1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61C4CA7-B6E7-AF87-AD4D-17A00FFAEFAD}"/>
              </a:ext>
            </a:extLst>
          </p:cNvPr>
          <p:cNvGrpSpPr/>
          <p:nvPr/>
        </p:nvGrpSpPr>
        <p:grpSpPr>
          <a:xfrm>
            <a:off x="7410331" y="2966621"/>
            <a:ext cx="4164330" cy="717078"/>
            <a:chOff x="7410331" y="2966621"/>
            <a:chExt cx="4164330" cy="717078"/>
          </a:xfrm>
        </p:grpSpPr>
        <p:sp>
          <p:nvSpPr>
            <p:cNvPr id="30" name="object 5">
              <a:extLst>
                <a:ext uri="{FF2B5EF4-FFF2-40B4-BE49-F238E27FC236}">
                  <a16:creationId xmlns:a16="http://schemas.microsoft.com/office/drawing/2014/main" id="{B0314189-7EA0-C99C-2523-B886CE0C6055}"/>
                </a:ext>
              </a:extLst>
            </p:cNvPr>
            <p:cNvSpPr/>
            <p:nvPr/>
          </p:nvSpPr>
          <p:spPr>
            <a:xfrm>
              <a:off x="8203318" y="3220773"/>
              <a:ext cx="423545" cy="0"/>
            </a:xfrm>
            <a:custGeom>
              <a:avLst/>
              <a:gdLst/>
              <a:ahLst/>
              <a:cxnLst/>
              <a:rect l="l" t="t" r="r" b="b"/>
              <a:pathLst>
                <a:path w="423545">
                  <a:moveTo>
                    <a:pt x="0" y="0"/>
                  </a:moveTo>
                  <a:lnTo>
                    <a:pt x="423291" y="0"/>
                  </a:lnTo>
                </a:path>
              </a:pathLst>
            </a:custGeom>
            <a:ln w="134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6">
              <a:extLst>
                <a:ext uri="{FF2B5EF4-FFF2-40B4-BE49-F238E27FC236}">
                  <a16:creationId xmlns:a16="http://schemas.microsoft.com/office/drawing/2014/main" id="{D2324129-2651-4E15-5A09-D5DF70C60F75}"/>
                </a:ext>
              </a:extLst>
            </p:cNvPr>
            <p:cNvSpPr/>
            <p:nvPr/>
          </p:nvSpPr>
          <p:spPr>
            <a:xfrm>
              <a:off x="9624448" y="3220773"/>
              <a:ext cx="1164590" cy="0"/>
            </a:xfrm>
            <a:custGeom>
              <a:avLst/>
              <a:gdLst/>
              <a:ahLst/>
              <a:cxnLst/>
              <a:rect l="l" t="t" r="r" b="b"/>
              <a:pathLst>
                <a:path w="1164589">
                  <a:moveTo>
                    <a:pt x="0" y="0"/>
                  </a:moveTo>
                  <a:lnTo>
                    <a:pt x="1164526" y="0"/>
                  </a:lnTo>
                </a:path>
              </a:pathLst>
            </a:custGeom>
            <a:ln w="134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7">
              <a:extLst>
                <a:ext uri="{FF2B5EF4-FFF2-40B4-BE49-F238E27FC236}">
                  <a16:creationId xmlns:a16="http://schemas.microsoft.com/office/drawing/2014/main" id="{119A5851-F0BE-4710-C3BD-18331699EA97}"/>
                </a:ext>
              </a:extLst>
            </p:cNvPr>
            <p:cNvSpPr/>
            <p:nvPr/>
          </p:nvSpPr>
          <p:spPr>
            <a:xfrm>
              <a:off x="11151116" y="3220773"/>
              <a:ext cx="423545" cy="0"/>
            </a:xfrm>
            <a:custGeom>
              <a:avLst/>
              <a:gdLst/>
              <a:ahLst/>
              <a:cxnLst/>
              <a:rect l="l" t="t" r="r" b="b"/>
              <a:pathLst>
                <a:path w="423545">
                  <a:moveTo>
                    <a:pt x="0" y="0"/>
                  </a:moveTo>
                  <a:lnTo>
                    <a:pt x="423481" y="0"/>
                  </a:lnTo>
                </a:path>
              </a:pathLst>
            </a:custGeom>
            <a:ln w="134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8">
              <a:extLst>
                <a:ext uri="{FF2B5EF4-FFF2-40B4-BE49-F238E27FC236}">
                  <a16:creationId xmlns:a16="http://schemas.microsoft.com/office/drawing/2014/main" id="{886AC336-9E9B-6C7A-801D-62F65B985936}"/>
                </a:ext>
              </a:extLst>
            </p:cNvPr>
            <p:cNvSpPr txBox="1"/>
            <p:nvPr/>
          </p:nvSpPr>
          <p:spPr>
            <a:xfrm>
              <a:off x="11352918" y="3432874"/>
              <a:ext cx="182245" cy="25082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450" i="1" spc="20" dirty="0">
                  <a:latin typeface="Arial"/>
                  <a:cs typeface="Arial"/>
                </a:rPr>
                <a:t>m</a:t>
              </a:r>
              <a:endParaRPr sz="1450">
                <a:latin typeface="Arial"/>
                <a:cs typeface="Arial"/>
              </a:endParaRPr>
            </a:p>
          </p:txBody>
        </p:sp>
        <p:sp>
          <p:nvSpPr>
            <p:cNvPr id="34" name="object 9">
              <a:extLst>
                <a:ext uri="{FF2B5EF4-FFF2-40B4-BE49-F238E27FC236}">
                  <a16:creationId xmlns:a16="http://schemas.microsoft.com/office/drawing/2014/main" id="{2FE849AB-F6E7-606D-EF0C-BDB59145C799}"/>
                </a:ext>
              </a:extLst>
            </p:cNvPr>
            <p:cNvSpPr txBox="1"/>
            <p:nvPr/>
          </p:nvSpPr>
          <p:spPr>
            <a:xfrm>
              <a:off x="10520815" y="3432874"/>
              <a:ext cx="223520" cy="25082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450" i="1" spc="5" dirty="0">
                  <a:latin typeface="Arial"/>
                  <a:cs typeface="Arial"/>
                </a:rPr>
                <a:t>d</a:t>
              </a:r>
              <a:r>
                <a:rPr sz="1450" i="1" spc="10" dirty="0">
                  <a:latin typeface="Arial"/>
                  <a:cs typeface="Arial"/>
                </a:rPr>
                <a:t>s</a:t>
              </a:r>
              <a:endParaRPr sz="1450">
                <a:latin typeface="Arial"/>
                <a:cs typeface="Arial"/>
              </a:endParaRPr>
            </a:p>
          </p:txBody>
        </p:sp>
        <p:sp>
          <p:nvSpPr>
            <p:cNvPr id="35" name="object 10">
              <a:extLst>
                <a:ext uri="{FF2B5EF4-FFF2-40B4-BE49-F238E27FC236}">
                  <a16:creationId xmlns:a16="http://schemas.microsoft.com/office/drawing/2014/main" id="{B5E50481-EA3D-A864-31AC-13F5BDE7A585}"/>
                </a:ext>
              </a:extLst>
            </p:cNvPr>
            <p:cNvSpPr txBox="1"/>
            <p:nvPr/>
          </p:nvSpPr>
          <p:spPr>
            <a:xfrm>
              <a:off x="9825871" y="3432874"/>
              <a:ext cx="182245" cy="25082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450" i="1" spc="20" dirty="0">
                  <a:latin typeface="Arial"/>
                  <a:cs typeface="Arial"/>
                </a:rPr>
                <a:t>m</a:t>
              </a:r>
              <a:endParaRPr sz="1450">
                <a:latin typeface="Arial"/>
                <a:cs typeface="Arial"/>
              </a:endParaRPr>
            </a:p>
          </p:txBody>
        </p:sp>
        <p:sp>
          <p:nvSpPr>
            <p:cNvPr id="36" name="object 11">
              <a:extLst>
                <a:ext uri="{FF2B5EF4-FFF2-40B4-BE49-F238E27FC236}">
                  <a16:creationId xmlns:a16="http://schemas.microsoft.com/office/drawing/2014/main" id="{68264D66-1A6C-8C41-6B6C-635D429161C8}"/>
                </a:ext>
              </a:extLst>
            </p:cNvPr>
            <p:cNvSpPr txBox="1"/>
            <p:nvPr/>
          </p:nvSpPr>
          <p:spPr>
            <a:xfrm>
              <a:off x="9021198" y="3182938"/>
              <a:ext cx="223520" cy="25082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450" i="1" spc="5" dirty="0">
                  <a:latin typeface="Arial"/>
                  <a:cs typeface="Arial"/>
                </a:rPr>
                <a:t>d</a:t>
              </a:r>
              <a:r>
                <a:rPr sz="1450" i="1" spc="10" dirty="0">
                  <a:latin typeface="Arial"/>
                  <a:cs typeface="Arial"/>
                </a:rPr>
                <a:t>s</a:t>
              </a:r>
              <a:endParaRPr sz="1450">
                <a:latin typeface="Arial"/>
                <a:cs typeface="Arial"/>
              </a:endParaRPr>
            </a:p>
          </p:txBody>
        </p:sp>
        <p:sp>
          <p:nvSpPr>
            <p:cNvPr id="37" name="object 12">
              <a:extLst>
                <a:ext uri="{FF2B5EF4-FFF2-40B4-BE49-F238E27FC236}">
                  <a16:creationId xmlns:a16="http://schemas.microsoft.com/office/drawing/2014/main" id="{38000088-C2ED-AC5A-2C5A-6224AA0E5FB0}"/>
                </a:ext>
              </a:extLst>
            </p:cNvPr>
            <p:cNvSpPr txBox="1"/>
            <p:nvPr/>
          </p:nvSpPr>
          <p:spPr>
            <a:xfrm>
              <a:off x="8405503" y="3432874"/>
              <a:ext cx="182245" cy="25082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450" i="1" spc="20" dirty="0">
                  <a:latin typeface="Arial"/>
                  <a:cs typeface="Arial"/>
                </a:rPr>
                <a:t>m</a:t>
              </a:r>
              <a:endParaRPr sz="1450">
                <a:latin typeface="Arial"/>
                <a:cs typeface="Arial"/>
              </a:endParaRPr>
            </a:p>
          </p:txBody>
        </p:sp>
        <p:sp>
          <p:nvSpPr>
            <p:cNvPr id="38" name="object 13">
              <a:extLst>
                <a:ext uri="{FF2B5EF4-FFF2-40B4-BE49-F238E27FC236}">
                  <a16:creationId xmlns:a16="http://schemas.microsoft.com/office/drawing/2014/main" id="{A6B5F140-66A8-87B9-4CBA-164DB28F03EE}"/>
                </a:ext>
              </a:extLst>
            </p:cNvPr>
            <p:cNvSpPr txBox="1"/>
            <p:nvPr/>
          </p:nvSpPr>
          <p:spPr>
            <a:xfrm>
              <a:off x="7655694" y="3182938"/>
              <a:ext cx="172720" cy="25082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450" i="1" spc="10" dirty="0">
                  <a:latin typeface="Arial"/>
                  <a:cs typeface="Arial"/>
                </a:rPr>
                <a:t>in</a:t>
              </a:r>
              <a:endParaRPr sz="1450">
                <a:latin typeface="Arial"/>
                <a:cs typeface="Arial"/>
              </a:endParaRPr>
            </a:p>
          </p:txBody>
        </p:sp>
        <p:sp>
          <p:nvSpPr>
            <p:cNvPr id="39" name="object 14">
              <a:extLst>
                <a:ext uri="{FF2B5EF4-FFF2-40B4-BE49-F238E27FC236}">
                  <a16:creationId xmlns:a16="http://schemas.microsoft.com/office/drawing/2014/main" id="{B454BA25-DA60-978D-0DE2-4F29A2D4EF1E}"/>
                </a:ext>
              </a:extLst>
            </p:cNvPr>
            <p:cNvSpPr txBox="1"/>
            <p:nvPr/>
          </p:nvSpPr>
          <p:spPr>
            <a:xfrm>
              <a:off x="8207383" y="3219605"/>
              <a:ext cx="204470" cy="4114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2500" i="1" spc="15" dirty="0">
                  <a:latin typeface="Arial"/>
                  <a:cs typeface="Arial"/>
                </a:rPr>
                <a:t>g</a:t>
              </a:r>
              <a:endParaRPr sz="2500">
                <a:latin typeface="Arial"/>
                <a:cs typeface="Arial"/>
              </a:endParaRPr>
            </a:p>
          </p:txBody>
        </p:sp>
        <p:sp>
          <p:nvSpPr>
            <p:cNvPr id="40" name="object 15">
              <a:extLst>
                <a:ext uri="{FF2B5EF4-FFF2-40B4-BE49-F238E27FC236}">
                  <a16:creationId xmlns:a16="http://schemas.microsoft.com/office/drawing/2014/main" id="{9EC7ACA6-9854-0F2B-813E-CDE5FA16C537}"/>
                </a:ext>
              </a:extLst>
            </p:cNvPr>
            <p:cNvSpPr txBox="1"/>
            <p:nvPr/>
          </p:nvSpPr>
          <p:spPr>
            <a:xfrm>
              <a:off x="7410331" y="2966621"/>
              <a:ext cx="2161540" cy="4114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50800">
                <a:lnSpc>
                  <a:spcPct val="100000"/>
                </a:lnSpc>
                <a:spcBef>
                  <a:spcPts val="130"/>
                </a:spcBef>
                <a:tabLst>
                  <a:tab pos="525780" algn="l"/>
                  <a:tab pos="925194" algn="l"/>
                  <a:tab pos="1287780" algn="l"/>
                  <a:tab pos="1946275" algn="l"/>
                </a:tabLst>
              </a:pPr>
              <a:r>
                <a:rPr sz="2500" i="1" spc="20" dirty="0">
                  <a:latin typeface="Arial"/>
                  <a:cs typeface="Arial"/>
                </a:rPr>
                <a:t>Z	</a:t>
              </a:r>
              <a:r>
                <a:rPr sz="2500" spc="15" dirty="0">
                  <a:latin typeface="Symbol"/>
                  <a:cs typeface="Symbol"/>
                </a:rPr>
                <a:t></a:t>
              </a:r>
              <a:r>
                <a:rPr sz="2500" spc="15" dirty="0">
                  <a:latin typeface="Times New Roman"/>
                  <a:cs typeface="Times New Roman"/>
                </a:rPr>
                <a:t>	</a:t>
              </a:r>
              <a:r>
                <a:rPr sz="3750" spc="22" baseline="35555" dirty="0">
                  <a:latin typeface="Arial MT"/>
                  <a:cs typeface="Arial MT"/>
                </a:rPr>
                <a:t>1	</a:t>
              </a:r>
              <a:r>
                <a:rPr sz="2500" spc="-10" dirty="0">
                  <a:latin typeface="Arial MT"/>
                  <a:cs typeface="Arial MT"/>
                </a:rPr>
                <a:t>||</a:t>
              </a:r>
              <a:r>
                <a:rPr sz="2500" spc="-180" dirty="0">
                  <a:latin typeface="Arial MT"/>
                  <a:cs typeface="Arial MT"/>
                </a:rPr>
                <a:t> </a:t>
              </a:r>
              <a:r>
                <a:rPr sz="2500" i="1" spc="10" dirty="0">
                  <a:latin typeface="Arial"/>
                  <a:cs typeface="Arial"/>
                </a:rPr>
                <a:t>r	</a:t>
              </a:r>
              <a:r>
                <a:rPr sz="2500" spc="15" dirty="0">
                  <a:latin typeface="Symbol"/>
                  <a:cs typeface="Symbol"/>
                </a:rPr>
                <a:t></a:t>
              </a:r>
              <a:endParaRPr sz="2500">
                <a:latin typeface="Symbol"/>
                <a:cs typeface="Symbol"/>
              </a:endParaRPr>
            </a:p>
          </p:txBody>
        </p:sp>
        <p:sp>
          <p:nvSpPr>
            <p:cNvPr id="43" name="object 18">
              <a:extLst>
                <a:ext uri="{FF2B5EF4-FFF2-40B4-BE49-F238E27FC236}">
                  <a16:creationId xmlns:a16="http://schemas.microsoft.com/office/drawing/2014/main" id="{BA3803DC-CEC1-2649-48B0-089C6463C82A}"/>
                </a:ext>
              </a:extLst>
            </p:cNvPr>
            <p:cNvSpPr txBox="1"/>
            <p:nvPr/>
          </p:nvSpPr>
          <p:spPr>
            <a:xfrm>
              <a:off x="10871335" y="2966621"/>
              <a:ext cx="201930" cy="4114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2500" spc="15" dirty="0">
                  <a:latin typeface="Symbol"/>
                  <a:cs typeface="Symbol"/>
                </a:rPr>
                <a:t></a:t>
              </a:r>
              <a:endParaRPr sz="2500">
                <a:latin typeface="Symbol"/>
                <a:cs typeface="Symbol"/>
              </a:endParaRPr>
            </a:p>
          </p:txBody>
        </p:sp>
        <p:sp>
          <p:nvSpPr>
            <p:cNvPr id="44" name="object 19">
              <a:extLst>
                <a:ext uri="{FF2B5EF4-FFF2-40B4-BE49-F238E27FC236}">
                  <a16:creationId xmlns:a16="http://schemas.microsoft.com/office/drawing/2014/main" id="{EAB79046-16EC-FEB4-1D8B-CEDA0A016E9D}"/>
                </a:ext>
              </a:extLst>
            </p:cNvPr>
            <p:cNvSpPr txBox="1"/>
            <p:nvPr/>
          </p:nvSpPr>
          <p:spPr>
            <a:xfrm>
              <a:off x="9627750" y="3219605"/>
              <a:ext cx="1731645" cy="4114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  <a:tabLst>
                  <a:tab pos="469265" algn="l"/>
                  <a:tab pos="1539240" algn="l"/>
                </a:tabLst>
              </a:pPr>
              <a:r>
                <a:rPr sz="2500" i="1" spc="15" dirty="0">
                  <a:latin typeface="Arial"/>
                  <a:cs typeface="Arial"/>
                </a:rPr>
                <a:t>g	</a:t>
              </a:r>
              <a:r>
                <a:rPr sz="2500" spc="15" dirty="0">
                  <a:latin typeface="Symbol"/>
                  <a:cs typeface="Symbol"/>
                </a:rPr>
                <a:t></a:t>
              </a:r>
              <a:r>
                <a:rPr sz="2500" spc="-120" dirty="0">
                  <a:latin typeface="Times New Roman"/>
                  <a:cs typeface="Times New Roman"/>
                </a:rPr>
                <a:t> </a:t>
              </a:r>
              <a:r>
                <a:rPr sz="2500" i="1" spc="15" dirty="0">
                  <a:latin typeface="Arial"/>
                  <a:cs typeface="Arial"/>
                </a:rPr>
                <a:t>g</a:t>
              </a:r>
              <a:r>
                <a:rPr sz="2500" i="1" dirty="0">
                  <a:latin typeface="Arial"/>
                  <a:cs typeface="Arial"/>
                </a:rPr>
                <a:t>	</a:t>
              </a:r>
              <a:r>
                <a:rPr sz="2500" i="1" spc="15" dirty="0">
                  <a:latin typeface="Arial"/>
                  <a:cs typeface="Arial"/>
                </a:rPr>
                <a:t>g</a:t>
              </a:r>
              <a:endParaRPr sz="2500">
                <a:latin typeface="Arial"/>
                <a:cs typeface="Arial"/>
              </a:endParaRPr>
            </a:p>
          </p:txBody>
        </p:sp>
      </p:grpSp>
      <p:sp>
        <p:nvSpPr>
          <p:cNvPr id="45" name="object 20">
            <a:extLst>
              <a:ext uri="{FF2B5EF4-FFF2-40B4-BE49-F238E27FC236}">
                <a16:creationId xmlns:a16="http://schemas.microsoft.com/office/drawing/2014/main" id="{6E98EAA5-CFDB-8956-7027-836CCE565C6A}"/>
              </a:ext>
            </a:extLst>
          </p:cNvPr>
          <p:cNvSpPr txBox="1"/>
          <p:nvPr/>
        </p:nvSpPr>
        <p:spPr>
          <a:xfrm>
            <a:off x="8661162" y="3847428"/>
            <a:ext cx="212534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dirty="0">
                <a:latin typeface="Arial"/>
                <a:cs typeface="Arial"/>
              </a:rPr>
              <a:t>low</a:t>
            </a:r>
            <a:r>
              <a:rPr sz="2200" b="1" spc="-8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impedance!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56" name="object 17">
            <a:extLst>
              <a:ext uri="{FF2B5EF4-FFF2-40B4-BE49-F238E27FC236}">
                <a16:creationId xmlns:a16="http://schemas.microsoft.com/office/drawing/2014/main" id="{41B7102A-6CE0-26C1-6F72-714300108B80}"/>
              </a:ext>
            </a:extLst>
          </p:cNvPr>
          <p:cNvSpPr txBox="1"/>
          <p:nvPr/>
        </p:nvSpPr>
        <p:spPr>
          <a:xfrm>
            <a:off x="9187469" y="5586716"/>
            <a:ext cx="896619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spc="5" dirty="0">
                <a:latin typeface="Arial"/>
                <a:cs typeface="Arial"/>
              </a:rPr>
              <a:t>HIGH</a:t>
            </a:r>
            <a:r>
              <a:rPr sz="2200" b="1" spc="-10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!</a:t>
            </a:r>
            <a:endParaRPr sz="2200" dirty="0">
              <a:latin typeface="Arial"/>
              <a:cs typeface="Arial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016E092-6F9B-488E-FAF6-B02D63A8594B}"/>
              </a:ext>
            </a:extLst>
          </p:cNvPr>
          <p:cNvGrpSpPr/>
          <p:nvPr/>
        </p:nvGrpSpPr>
        <p:grpSpPr>
          <a:xfrm>
            <a:off x="8228842" y="4434160"/>
            <a:ext cx="3275775" cy="935929"/>
            <a:chOff x="8228842" y="4434160"/>
            <a:chExt cx="3275775" cy="935929"/>
          </a:xfrm>
        </p:grpSpPr>
        <p:sp>
          <p:nvSpPr>
            <p:cNvPr id="46" name="object 5">
              <a:extLst>
                <a:ext uri="{FF2B5EF4-FFF2-40B4-BE49-F238E27FC236}">
                  <a16:creationId xmlns:a16="http://schemas.microsoft.com/office/drawing/2014/main" id="{5F061CE2-9723-5D0E-AF99-7297307DD4BA}"/>
                </a:ext>
              </a:extLst>
            </p:cNvPr>
            <p:cNvSpPr/>
            <p:nvPr/>
          </p:nvSpPr>
          <p:spPr>
            <a:xfrm>
              <a:off x="9062026" y="4909217"/>
              <a:ext cx="1804670" cy="0"/>
            </a:xfrm>
            <a:custGeom>
              <a:avLst/>
              <a:gdLst/>
              <a:ahLst/>
              <a:cxnLst/>
              <a:rect l="l" t="t" r="r" b="b"/>
              <a:pathLst>
                <a:path w="1804670">
                  <a:moveTo>
                    <a:pt x="0" y="0"/>
                  </a:moveTo>
                  <a:lnTo>
                    <a:pt x="1804225" y="0"/>
                  </a:lnTo>
                </a:path>
              </a:pathLst>
            </a:custGeom>
            <a:ln w="133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6">
              <a:extLst>
                <a:ext uri="{FF2B5EF4-FFF2-40B4-BE49-F238E27FC236}">
                  <a16:creationId xmlns:a16="http://schemas.microsoft.com/office/drawing/2014/main" id="{6F19CDDE-9823-0C3A-F160-81015A385A0E}"/>
                </a:ext>
              </a:extLst>
            </p:cNvPr>
            <p:cNvSpPr/>
            <p:nvPr/>
          </p:nvSpPr>
          <p:spPr>
            <a:xfrm>
              <a:off x="11228392" y="4909217"/>
              <a:ext cx="276225" cy="0"/>
            </a:xfrm>
            <a:custGeom>
              <a:avLst/>
              <a:gdLst/>
              <a:ahLst/>
              <a:cxnLst/>
              <a:rect l="l" t="t" r="r" b="b"/>
              <a:pathLst>
                <a:path w="276225">
                  <a:moveTo>
                    <a:pt x="0" y="0"/>
                  </a:moveTo>
                  <a:lnTo>
                    <a:pt x="275843" y="0"/>
                  </a:lnTo>
                </a:path>
              </a:pathLst>
            </a:custGeom>
            <a:ln w="133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7">
              <a:extLst>
                <a:ext uri="{FF2B5EF4-FFF2-40B4-BE49-F238E27FC236}">
                  <a16:creationId xmlns:a16="http://schemas.microsoft.com/office/drawing/2014/main" id="{F885B73B-9745-7B73-5E11-350F584703CB}"/>
                </a:ext>
              </a:extLst>
            </p:cNvPr>
            <p:cNvSpPr txBox="1"/>
            <p:nvPr/>
          </p:nvSpPr>
          <p:spPr>
            <a:xfrm>
              <a:off x="8314186" y="4869963"/>
              <a:ext cx="367030" cy="25019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1450" spc="75" dirty="0">
                  <a:latin typeface="Arial MT"/>
                  <a:cs typeface="Arial MT"/>
                </a:rPr>
                <a:t>3</a:t>
              </a:r>
              <a:r>
                <a:rPr sz="1450" i="1" spc="5" dirty="0">
                  <a:latin typeface="Arial"/>
                  <a:cs typeface="Arial"/>
                </a:rPr>
                <a:t>d</a:t>
              </a:r>
              <a:r>
                <a:rPr sz="1450" i="1" spc="15" dirty="0">
                  <a:latin typeface="Arial"/>
                  <a:cs typeface="Arial"/>
                </a:rPr>
                <a:t>B</a:t>
              </a:r>
              <a:endParaRPr sz="1450">
                <a:latin typeface="Arial"/>
                <a:cs typeface="Arial"/>
              </a:endParaRPr>
            </a:p>
          </p:txBody>
        </p:sp>
        <p:sp>
          <p:nvSpPr>
            <p:cNvPr id="49" name="object 8">
              <a:extLst>
                <a:ext uri="{FF2B5EF4-FFF2-40B4-BE49-F238E27FC236}">
                  <a16:creationId xmlns:a16="http://schemas.microsoft.com/office/drawing/2014/main" id="{D9FE8749-6FB5-01BB-7A29-30ECA4468703}"/>
                </a:ext>
              </a:extLst>
            </p:cNvPr>
            <p:cNvSpPr txBox="1"/>
            <p:nvPr/>
          </p:nvSpPr>
          <p:spPr>
            <a:xfrm>
              <a:off x="11298179" y="4668795"/>
              <a:ext cx="140335" cy="25019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1450" i="1" spc="10" dirty="0">
                  <a:latin typeface="Arial"/>
                  <a:cs typeface="Arial"/>
                </a:rPr>
                <a:t>T</a:t>
              </a:r>
              <a:endParaRPr sz="1450">
                <a:latin typeface="Arial"/>
                <a:cs typeface="Arial"/>
              </a:endParaRPr>
            </a:p>
          </p:txBody>
        </p:sp>
        <p:sp>
          <p:nvSpPr>
            <p:cNvPr id="50" name="object 9">
              <a:extLst>
                <a:ext uri="{FF2B5EF4-FFF2-40B4-BE49-F238E27FC236}">
                  <a16:creationId xmlns:a16="http://schemas.microsoft.com/office/drawing/2014/main" id="{3B53ED9C-1A2A-3AE8-04A7-6137DCB3F81C}"/>
                </a:ext>
              </a:extLst>
            </p:cNvPr>
            <p:cNvSpPr txBox="1"/>
            <p:nvPr/>
          </p:nvSpPr>
          <p:spPr>
            <a:xfrm>
              <a:off x="10511794" y="5119899"/>
              <a:ext cx="222885" cy="25019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1450" i="1" spc="5" dirty="0">
                  <a:latin typeface="Arial"/>
                  <a:cs typeface="Arial"/>
                </a:rPr>
                <a:t>d</a:t>
              </a:r>
              <a:r>
                <a:rPr sz="1450" i="1" spc="10" dirty="0">
                  <a:latin typeface="Arial"/>
                  <a:cs typeface="Arial"/>
                </a:rPr>
                <a:t>s</a:t>
              </a:r>
              <a:endParaRPr sz="1450">
                <a:latin typeface="Arial"/>
                <a:cs typeface="Arial"/>
              </a:endParaRPr>
            </a:p>
          </p:txBody>
        </p:sp>
        <p:sp>
          <p:nvSpPr>
            <p:cNvPr id="51" name="object 10">
              <a:extLst>
                <a:ext uri="{FF2B5EF4-FFF2-40B4-BE49-F238E27FC236}">
                  <a16:creationId xmlns:a16="http://schemas.microsoft.com/office/drawing/2014/main" id="{143F43A6-BFA0-1C98-AD73-18D33E7DA29B}"/>
                </a:ext>
              </a:extLst>
            </p:cNvPr>
            <p:cNvSpPr txBox="1"/>
            <p:nvPr/>
          </p:nvSpPr>
          <p:spPr>
            <a:xfrm>
              <a:off x="9752843" y="5119899"/>
              <a:ext cx="222885" cy="25019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1450" i="1" spc="5" dirty="0">
                  <a:latin typeface="Arial"/>
                  <a:cs typeface="Arial"/>
                </a:rPr>
                <a:t>g</a:t>
              </a:r>
              <a:r>
                <a:rPr sz="1450" i="1" spc="10" dirty="0">
                  <a:latin typeface="Arial"/>
                  <a:cs typeface="Arial"/>
                </a:rPr>
                <a:t>s</a:t>
              </a:r>
              <a:endParaRPr sz="1450">
                <a:latin typeface="Arial"/>
                <a:cs typeface="Arial"/>
              </a:endParaRPr>
            </a:p>
          </p:txBody>
        </p:sp>
        <p:sp>
          <p:nvSpPr>
            <p:cNvPr id="52" name="object 11">
              <a:extLst>
                <a:ext uri="{FF2B5EF4-FFF2-40B4-BE49-F238E27FC236}">
                  <a16:creationId xmlns:a16="http://schemas.microsoft.com/office/drawing/2014/main" id="{768DD29B-E628-7C8A-812E-348DF23AE8E7}"/>
                </a:ext>
              </a:extLst>
            </p:cNvPr>
            <p:cNvSpPr txBox="1"/>
            <p:nvPr/>
          </p:nvSpPr>
          <p:spPr>
            <a:xfrm>
              <a:off x="9954011" y="4668795"/>
              <a:ext cx="181610" cy="25019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1450" i="1" spc="15" dirty="0">
                  <a:latin typeface="Arial"/>
                  <a:cs typeface="Arial"/>
                </a:rPr>
                <a:t>m</a:t>
              </a:r>
              <a:endParaRPr sz="1450">
                <a:latin typeface="Arial"/>
                <a:cs typeface="Arial"/>
              </a:endParaRPr>
            </a:p>
          </p:txBody>
        </p:sp>
        <p:sp>
          <p:nvSpPr>
            <p:cNvPr id="53" name="object 14">
              <a:extLst>
                <a:ext uri="{FF2B5EF4-FFF2-40B4-BE49-F238E27FC236}">
                  <a16:creationId xmlns:a16="http://schemas.microsoft.com/office/drawing/2014/main" id="{14421544-FF7A-6047-C227-E5975B115A4F}"/>
                </a:ext>
              </a:extLst>
            </p:cNvPr>
            <p:cNvSpPr txBox="1"/>
            <p:nvPr/>
          </p:nvSpPr>
          <p:spPr>
            <a:xfrm>
              <a:off x="8228842" y="4657037"/>
              <a:ext cx="756285" cy="4108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  <a:tabLst>
                  <a:tab pos="567055" algn="l"/>
                </a:tabLst>
              </a:pPr>
              <a:r>
                <a:rPr sz="2500" i="1" spc="5" dirty="0">
                  <a:latin typeface="Arial"/>
                  <a:cs typeface="Arial"/>
                </a:rPr>
                <a:t>f	</a:t>
              </a:r>
              <a:r>
                <a:rPr sz="2500" spc="10" dirty="0">
                  <a:latin typeface="Symbol"/>
                  <a:cs typeface="Symbol"/>
                </a:rPr>
                <a:t></a:t>
              </a:r>
              <a:endParaRPr sz="2500">
                <a:latin typeface="Symbol"/>
                <a:cs typeface="Symbol"/>
              </a:endParaRPr>
            </a:p>
          </p:txBody>
        </p:sp>
        <p:sp>
          <p:nvSpPr>
            <p:cNvPr id="54" name="object 15">
              <a:extLst>
                <a:ext uri="{FF2B5EF4-FFF2-40B4-BE49-F238E27FC236}">
                  <a16:creationId xmlns:a16="http://schemas.microsoft.com/office/drawing/2014/main" id="{1E012B7F-91EE-B3D9-768D-44749B3F541D}"/>
                </a:ext>
              </a:extLst>
            </p:cNvPr>
            <p:cNvSpPr txBox="1"/>
            <p:nvPr/>
          </p:nvSpPr>
          <p:spPr>
            <a:xfrm>
              <a:off x="10947659" y="4657037"/>
              <a:ext cx="201930" cy="4108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500" spc="10" dirty="0">
                  <a:latin typeface="Symbol"/>
                  <a:cs typeface="Symbol"/>
                </a:rPr>
                <a:t></a:t>
              </a:r>
              <a:endParaRPr sz="2500">
                <a:latin typeface="Symbol"/>
                <a:cs typeface="Symbol"/>
              </a:endParaRPr>
            </a:p>
          </p:txBody>
        </p:sp>
        <p:sp>
          <p:nvSpPr>
            <p:cNvPr id="55" name="object 16">
              <a:extLst>
                <a:ext uri="{FF2B5EF4-FFF2-40B4-BE49-F238E27FC236}">
                  <a16:creationId xmlns:a16="http://schemas.microsoft.com/office/drawing/2014/main" id="{D7B834CE-29D8-9AE1-B01D-F0A00EEAA51B}"/>
                </a:ext>
              </a:extLst>
            </p:cNvPr>
            <p:cNvSpPr txBox="1"/>
            <p:nvPr/>
          </p:nvSpPr>
          <p:spPr>
            <a:xfrm>
              <a:off x="9067043" y="4732358"/>
              <a:ext cx="2404745" cy="620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1002665" algn="l"/>
                  <a:tab pos="1713230" algn="l"/>
                  <a:tab pos="2212975" algn="l"/>
                </a:tabLst>
              </a:pPr>
              <a:r>
                <a:rPr sz="2500" spc="-125" dirty="0">
                  <a:latin typeface="Arial MT"/>
                  <a:cs typeface="Arial MT"/>
                </a:rPr>
                <a:t>2</a:t>
              </a:r>
              <a:r>
                <a:rPr lang="el-GR" sz="2500" spc="-1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Π</a:t>
              </a:r>
              <a:r>
                <a:rPr sz="3900" spc="-800" dirty="0">
                  <a:latin typeface="Symbol"/>
                  <a:cs typeface="Symbol"/>
                </a:rPr>
                <a:t></a:t>
              </a:r>
              <a:r>
                <a:rPr sz="2500" i="1" spc="15" dirty="0">
                  <a:latin typeface="Arial"/>
                  <a:cs typeface="Arial"/>
                </a:rPr>
                <a:t>C</a:t>
              </a:r>
              <a:r>
                <a:rPr sz="2500" i="1" dirty="0">
                  <a:latin typeface="Arial"/>
                  <a:cs typeface="Arial"/>
                </a:rPr>
                <a:t>	</a:t>
              </a:r>
              <a:r>
                <a:rPr sz="2500" spc="10" dirty="0">
                  <a:latin typeface="Symbol"/>
                  <a:cs typeface="Symbol"/>
                </a:rPr>
                <a:t></a:t>
              </a:r>
              <a:r>
                <a:rPr sz="2500" spc="-260" dirty="0">
                  <a:latin typeface="Times New Roman"/>
                  <a:cs typeface="Times New Roman"/>
                </a:rPr>
                <a:t> </a:t>
              </a:r>
              <a:r>
                <a:rPr sz="2500" i="1" spc="15" dirty="0">
                  <a:latin typeface="Arial"/>
                  <a:cs typeface="Arial"/>
                </a:rPr>
                <a:t>C</a:t>
              </a:r>
              <a:r>
                <a:rPr sz="2500" i="1" dirty="0">
                  <a:latin typeface="Arial"/>
                  <a:cs typeface="Arial"/>
                </a:rPr>
                <a:t>	</a:t>
              </a:r>
              <a:r>
                <a:rPr sz="3900" spc="-470" dirty="0">
                  <a:latin typeface="Symbol"/>
                  <a:cs typeface="Symbol"/>
                </a:rPr>
                <a:t></a:t>
              </a:r>
              <a:r>
                <a:rPr sz="3900" dirty="0">
                  <a:latin typeface="Times New Roman"/>
                  <a:cs typeface="Times New Roman"/>
                </a:rPr>
                <a:t>	</a:t>
              </a:r>
              <a:r>
                <a:rPr sz="2500" spc="10" dirty="0">
                  <a:latin typeface="Arial MT"/>
                  <a:cs typeface="Arial MT"/>
                </a:rPr>
                <a:t>2</a:t>
              </a:r>
              <a:endParaRPr sz="2500" dirty="0">
                <a:latin typeface="Arial MT"/>
                <a:cs typeface="Arial MT"/>
              </a:endParaRPr>
            </a:p>
          </p:txBody>
        </p:sp>
        <p:sp>
          <p:nvSpPr>
            <p:cNvPr id="58" name="object 12">
              <a:extLst>
                <a:ext uri="{FF2B5EF4-FFF2-40B4-BE49-F238E27FC236}">
                  <a16:creationId xmlns:a16="http://schemas.microsoft.com/office/drawing/2014/main" id="{EA16D933-3474-D0CB-80FE-B3F5A6405A1E}"/>
                </a:ext>
              </a:extLst>
            </p:cNvPr>
            <p:cNvSpPr txBox="1"/>
            <p:nvPr/>
          </p:nvSpPr>
          <p:spPr>
            <a:xfrm>
              <a:off x="11218744" y="4490144"/>
              <a:ext cx="102235" cy="4108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500" i="1" spc="-150" dirty="0">
                  <a:latin typeface="Arial"/>
                  <a:cs typeface="Arial"/>
                </a:rPr>
                <a:t>f</a:t>
              </a:r>
              <a:endParaRPr sz="2500" dirty="0">
                <a:latin typeface="Arial"/>
                <a:cs typeface="Arial"/>
              </a:endParaRPr>
            </a:p>
          </p:txBody>
        </p:sp>
        <p:sp>
          <p:nvSpPr>
            <p:cNvPr id="59" name="object 13">
              <a:extLst>
                <a:ext uri="{FF2B5EF4-FFF2-40B4-BE49-F238E27FC236}">
                  <a16:creationId xmlns:a16="http://schemas.microsoft.com/office/drawing/2014/main" id="{0ECBEF1D-A494-F60C-1B09-D7EB7A42F2CC}"/>
                </a:ext>
              </a:extLst>
            </p:cNvPr>
            <p:cNvSpPr txBox="1"/>
            <p:nvPr/>
          </p:nvSpPr>
          <p:spPr>
            <a:xfrm>
              <a:off x="9793214" y="4434160"/>
              <a:ext cx="203835" cy="4108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500" i="1" spc="10" dirty="0">
                  <a:latin typeface="Arial"/>
                  <a:cs typeface="Arial"/>
                </a:rPr>
                <a:t>g</a:t>
              </a:r>
              <a:endParaRPr sz="2500" dirty="0">
                <a:latin typeface="Arial"/>
                <a:cs typeface="Arial"/>
              </a:endParaRPr>
            </a:p>
          </p:txBody>
        </p:sp>
      </p:grpSp>
      <p:sp>
        <p:nvSpPr>
          <p:cNvPr id="65" name="Google Shape;94;p16">
            <a:extLst>
              <a:ext uri="{FF2B5EF4-FFF2-40B4-BE49-F238E27FC236}">
                <a16:creationId xmlns:a16="http://schemas.microsoft.com/office/drawing/2014/main" id="{6E8160C7-6D6F-00DE-0F1A-019308A7F136}"/>
              </a:ext>
            </a:extLst>
          </p:cNvPr>
          <p:cNvSpPr/>
          <p:nvPr/>
        </p:nvSpPr>
        <p:spPr>
          <a:xfrm>
            <a:off x="119059" y="150913"/>
            <a:ext cx="6650575" cy="463811"/>
          </a:xfrm>
          <a:prstGeom prst="trapezoid">
            <a:avLst>
              <a:gd name="adj" fmla="val 0"/>
            </a:avLst>
          </a:prstGeom>
        </p:spPr>
        <p:txBody>
          <a:bodyPr spcFirstLastPara="1" vert="horz" lIns="91440" tIns="45720" rIns="91440" bIns="4572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Lato Black"/>
              </a:rPr>
              <a:t>Diode-connected MOS transistor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996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3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41" grpId="0"/>
      <p:bldP spid="42" grpId="0"/>
      <p:bldP spid="45" grpId="0"/>
      <p:bldP spid="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D497A01-25C5-E59A-4FB6-F43B3A30FCD8}"/>
              </a:ext>
            </a:extLst>
          </p:cNvPr>
          <p:cNvSpPr/>
          <p:nvPr/>
        </p:nvSpPr>
        <p:spPr>
          <a:xfrm>
            <a:off x="0" y="-45396"/>
            <a:ext cx="12192000" cy="6903396"/>
          </a:xfrm>
          <a:prstGeom prst="rect">
            <a:avLst/>
          </a:prstGeom>
          <a:solidFill>
            <a:srgbClr val="D9D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40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EFC9F21-1DB0-40D7-D961-908C3CE2AFAB}"/>
              </a:ext>
            </a:extLst>
          </p:cNvPr>
          <p:cNvSpPr/>
          <p:nvPr/>
        </p:nvSpPr>
        <p:spPr>
          <a:xfrm>
            <a:off x="0" y="0"/>
            <a:ext cx="12192000" cy="578498"/>
          </a:xfrm>
          <a:prstGeom prst="round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>
              <a:solidFill>
                <a:srgbClr val="002060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5C8A22-A7AA-6833-6DB9-A120B7180EE2}"/>
              </a:ext>
            </a:extLst>
          </p:cNvPr>
          <p:cNvGrpSpPr/>
          <p:nvPr/>
        </p:nvGrpSpPr>
        <p:grpSpPr>
          <a:xfrm>
            <a:off x="4066126" y="781388"/>
            <a:ext cx="4358427" cy="4478306"/>
            <a:chOff x="4020406" y="781388"/>
            <a:chExt cx="4358427" cy="4478306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5AAA7B7-3F0B-756D-02D3-019F5E320D24}"/>
                </a:ext>
              </a:extLst>
            </p:cNvPr>
            <p:cNvSpPr/>
            <p:nvPr/>
          </p:nvSpPr>
          <p:spPr>
            <a:xfrm>
              <a:off x="4020406" y="781388"/>
              <a:ext cx="4270310" cy="4442823"/>
            </a:xfrm>
            <a:prstGeom prst="rect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grpSp>
          <p:nvGrpSpPr>
            <p:cNvPr id="6" name="object 5">
              <a:extLst>
                <a:ext uri="{FF2B5EF4-FFF2-40B4-BE49-F238E27FC236}">
                  <a16:creationId xmlns:a16="http://schemas.microsoft.com/office/drawing/2014/main" id="{D41364A9-C730-2C90-60E7-AAD3854CD5B7}"/>
                </a:ext>
              </a:extLst>
            </p:cNvPr>
            <p:cNvGrpSpPr/>
            <p:nvPr/>
          </p:nvGrpSpPr>
          <p:grpSpPr>
            <a:xfrm>
              <a:off x="4451231" y="1197977"/>
              <a:ext cx="3615054" cy="2365375"/>
              <a:chOff x="4492752" y="1883155"/>
              <a:chExt cx="3615054" cy="2365375"/>
            </a:xfrm>
          </p:grpSpPr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F1B2CFE6-EFAF-783F-32C9-9A590985D5B6}"/>
                  </a:ext>
                </a:extLst>
              </p:cNvPr>
              <p:cNvSpPr/>
              <p:nvPr/>
            </p:nvSpPr>
            <p:spPr>
              <a:xfrm>
                <a:off x="4492752" y="1883155"/>
                <a:ext cx="3615054" cy="2365375"/>
              </a:xfrm>
              <a:custGeom>
                <a:avLst/>
                <a:gdLst/>
                <a:ahLst/>
                <a:cxnLst/>
                <a:rect l="l" t="t" r="r" b="b"/>
                <a:pathLst>
                  <a:path w="3615054" h="2365375">
                    <a:moveTo>
                      <a:pt x="3614928" y="2313432"/>
                    </a:moveTo>
                    <a:lnTo>
                      <a:pt x="3578352" y="2295144"/>
                    </a:lnTo>
                    <a:lnTo>
                      <a:pt x="3511296" y="2261616"/>
                    </a:lnTo>
                    <a:lnTo>
                      <a:pt x="3511296" y="2295144"/>
                    </a:lnTo>
                    <a:lnTo>
                      <a:pt x="70104" y="2295144"/>
                    </a:lnTo>
                    <a:lnTo>
                      <a:pt x="70104" y="106680"/>
                    </a:lnTo>
                    <a:lnTo>
                      <a:pt x="103632" y="106680"/>
                    </a:lnTo>
                    <a:lnTo>
                      <a:pt x="94742" y="88392"/>
                    </a:lnTo>
                    <a:lnTo>
                      <a:pt x="51816" y="0"/>
                    </a:lnTo>
                    <a:lnTo>
                      <a:pt x="0" y="106680"/>
                    </a:lnTo>
                    <a:lnTo>
                      <a:pt x="33528" y="106680"/>
                    </a:lnTo>
                    <a:lnTo>
                      <a:pt x="33528" y="2331720"/>
                    </a:lnTo>
                    <a:lnTo>
                      <a:pt x="51816" y="2331720"/>
                    </a:lnTo>
                    <a:lnTo>
                      <a:pt x="70104" y="2331720"/>
                    </a:lnTo>
                    <a:lnTo>
                      <a:pt x="3511296" y="2331720"/>
                    </a:lnTo>
                    <a:lnTo>
                      <a:pt x="3511296" y="2365248"/>
                    </a:lnTo>
                    <a:lnTo>
                      <a:pt x="3578352" y="2331720"/>
                    </a:lnTo>
                    <a:lnTo>
                      <a:pt x="3614928" y="231343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04983E1D-43BF-2166-EE1E-E60F2CD7B008}"/>
                  </a:ext>
                </a:extLst>
              </p:cNvPr>
              <p:cNvSpPr/>
              <p:nvPr/>
            </p:nvSpPr>
            <p:spPr>
              <a:xfrm>
                <a:off x="4568952" y="2425700"/>
                <a:ext cx="3347085" cy="1765300"/>
              </a:xfrm>
              <a:custGeom>
                <a:avLst/>
                <a:gdLst/>
                <a:ahLst/>
                <a:cxnLst/>
                <a:rect l="l" t="t" r="r" b="b"/>
                <a:pathLst>
                  <a:path w="3347084" h="1765300">
                    <a:moveTo>
                      <a:pt x="1463039" y="201167"/>
                    </a:moveTo>
                    <a:lnTo>
                      <a:pt x="1423253" y="206538"/>
                    </a:lnTo>
                    <a:lnTo>
                      <a:pt x="1383669" y="213305"/>
                    </a:lnTo>
                    <a:lnTo>
                      <a:pt x="1344298" y="221454"/>
                    </a:lnTo>
                    <a:lnTo>
                      <a:pt x="1305153" y="230974"/>
                    </a:lnTo>
                    <a:lnTo>
                      <a:pt x="1266245" y="241853"/>
                    </a:lnTo>
                    <a:lnTo>
                      <a:pt x="1227585" y="254079"/>
                    </a:lnTo>
                    <a:lnTo>
                      <a:pt x="1189185" y="267639"/>
                    </a:lnTo>
                    <a:lnTo>
                      <a:pt x="1151058" y="282522"/>
                    </a:lnTo>
                    <a:lnTo>
                      <a:pt x="1113213" y="298714"/>
                    </a:lnTo>
                    <a:lnTo>
                      <a:pt x="1075664" y="316205"/>
                    </a:lnTo>
                    <a:lnTo>
                      <a:pt x="1038421" y="334981"/>
                    </a:lnTo>
                    <a:lnTo>
                      <a:pt x="1001497" y="355032"/>
                    </a:lnTo>
                    <a:lnTo>
                      <a:pt x="964902" y="376343"/>
                    </a:lnTo>
                    <a:lnTo>
                      <a:pt x="928649" y="398905"/>
                    </a:lnTo>
                    <a:lnTo>
                      <a:pt x="892749" y="422703"/>
                    </a:lnTo>
                    <a:lnTo>
                      <a:pt x="857214" y="447727"/>
                    </a:lnTo>
                    <a:lnTo>
                      <a:pt x="822056" y="473963"/>
                    </a:lnTo>
                    <a:lnTo>
                      <a:pt x="787285" y="501401"/>
                    </a:lnTo>
                    <a:lnTo>
                      <a:pt x="752915" y="530026"/>
                    </a:lnTo>
                    <a:lnTo>
                      <a:pt x="718955" y="559829"/>
                    </a:lnTo>
                    <a:lnTo>
                      <a:pt x="685418" y="590796"/>
                    </a:lnTo>
                    <a:lnTo>
                      <a:pt x="652316" y="622914"/>
                    </a:lnTo>
                    <a:lnTo>
                      <a:pt x="619660" y="656173"/>
                    </a:lnTo>
                    <a:lnTo>
                      <a:pt x="587462" y="690560"/>
                    </a:lnTo>
                    <a:lnTo>
                      <a:pt x="555734" y="726063"/>
                    </a:lnTo>
                    <a:lnTo>
                      <a:pt x="524486" y="762669"/>
                    </a:lnTo>
                    <a:lnTo>
                      <a:pt x="493731" y="800366"/>
                    </a:lnTo>
                    <a:lnTo>
                      <a:pt x="463481" y="839143"/>
                    </a:lnTo>
                    <a:lnTo>
                      <a:pt x="433746" y="878987"/>
                    </a:lnTo>
                    <a:lnTo>
                      <a:pt x="404539" y="919885"/>
                    </a:lnTo>
                    <a:lnTo>
                      <a:pt x="375871" y="961827"/>
                    </a:lnTo>
                    <a:lnTo>
                      <a:pt x="347754" y="1004799"/>
                    </a:lnTo>
                    <a:lnTo>
                      <a:pt x="320199" y="1048789"/>
                    </a:lnTo>
                    <a:lnTo>
                      <a:pt x="293219" y="1093786"/>
                    </a:lnTo>
                    <a:lnTo>
                      <a:pt x="266824" y="1139777"/>
                    </a:lnTo>
                    <a:lnTo>
                      <a:pt x="241026" y="1186751"/>
                    </a:lnTo>
                    <a:lnTo>
                      <a:pt x="215837" y="1234694"/>
                    </a:lnTo>
                    <a:lnTo>
                      <a:pt x="191269" y="1283594"/>
                    </a:lnTo>
                    <a:lnTo>
                      <a:pt x="167333" y="1333440"/>
                    </a:lnTo>
                    <a:lnTo>
                      <a:pt x="144041" y="1384220"/>
                    </a:lnTo>
                    <a:lnTo>
                      <a:pt x="121404" y="1435921"/>
                    </a:lnTo>
                    <a:lnTo>
                      <a:pt x="99435" y="1488531"/>
                    </a:lnTo>
                    <a:lnTo>
                      <a:pt x="78144" y="1542038"/>
                    </a:lnTo>
                    <a:lnTo>
                      <a:pt x="57543" y="1596429"/>
                    </a:lnTo>
                    <a:lnTo>
                      <a:pt x="37645" y="1651694"/>
                    </a:lnTo>
                    <a:lnTo>
                      <a:pt x="18459" y="1707818"/>
                    </a:lnTo>
                    <a:lnTo>
                      <a:pt x="0" y="1764792"/>
                    </a:lnTo>
                  </a:path>
                  <a:path w="3347084" h="1765300">
                    <a:moveTo>
                      <a:pt x="1441703" y="207263"/>
                    </a:moveTo>
                    <a:lnTo>
                      <a:pt x="3346704" y="0"/>
                    </a:lnTo>
                  </a:path>
                </a:pathLst>
              </a:custGeom>
              <a:ln w="5181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5FF22DFF-4C75-D5B1-E4C7-17DA06A4FE09}"/>
                  </a:ext>
                </a:extLst>
              </p:cNvPr>
              <p:cNvSpPr/>
              <p:nvPr/>
            </p:nvSpPr>
            <p:spPr>
              <a:xfrm>
                <a:off x="4556760" y="2483611"/>
                <a:ext cx="2615565" cy="1737360"/>
              </a:xfrm>
              <a:custGeom>
                <a:avLst/>
                <a:gdLst/>
                <a:ahLst/>
                <a:cxnLst/>
                <a:rect l="l" t="t" r="r" b="b"/>
                <a:pathLst>
                  <a:path w="2615565" h="1737360">
                    <a:moveTo>
                      <a:pt x="18288" y="134112"/>
                    </a:moveTo>
                    <a:lnTo>
                      <a:pt x="0" y="134112"/>
                    </a:lnTo>
                    <a:lnTo>
                      <a:pt x="0" y="149352"/>
                    </a:lnTo>
                    <a:lnTo>
                      <a:pt x="18288" y="149352"/>
                    </a:lnTo>
                    <a:lnTo>
                      <a:pt x="18288" y="134112"/>
                    </a:lnTo>
                    <a:close/>
                  </a:path>
                  <a:path w="2615565" h="1737360">
                    <a:moveTo>
                      <a:pt x="51816" y="134112"/>
                    </a:moveTo>
                    <a:lnTo>
                      <a:pt x="33528" y="134112"/>
                    </a:lnTo>
                    <a:lnTo>
                      <a:pt x="33528" y="149352"/>
                    </a:lnTo>
                    <a:lnTo>
                      <a:pt x="51816" y="149352"/>
                    </a:lnTo>
                    <a:lnTo>
                      <a:pt x="51816" y="134112"/>
                    </a:lnTo>
                    <a:close/>
                  </a:path>
                  <a:path w="2615565" h="1737360">
                    <a:moveTo>
                      <a:pt x="88392" y="134112"/>
                    </a:moveTo>
                    <a:lnTo>
                      <a:pt x="70104" y="134112"/>
                    </a:lnTo>
                    <a:lnTo>
                      <a:pt x="70104" y="149352"/>
                    </a:lnTo>
                    <a:lnTo>
                      <a:pt x="88392" y="149352"/>
                    </a:lnTo>
                    <a:lnTo>
                      <a:pt x="88392" y="134112"/>
                    </a:lnTo>
                    <a:close/>
                  </a:path>
                  <a:path w="2615565" h="1737360">
                    <a:moveTo>
                      <a:pt x="121920" y="134112"/>
                    </a:moveTo>
                    <a:lnTo>
                      <a:pt x="103632" y="134112"/>
                    </a:lnTo>
                    <a:lnTo>
                      <a:pt x="103632" y="149352"/>
                    </a:lnTo>
                    <a:lnTo>
                      <a:pt x="121920" y="149352"/>
                    </a:lnTo>
                    <a:lnTo>
                      <a:pt x="121920" y="134112"/>
                    </a:lnTo>
                    <a:close/>
                  </a:path>
                  <a:path w="2615565" h="1737360">
                    <a:moveTo>
                      <a:pt x="158496" y="134112"/>
                    </a:moveTo>
                    <a:lnTo>
                      <a:pt x="140208" y="134112"/>
                    </a:lnTo>
                    <a:lnTo>
                      <a:pt x="140208" y="149352"/>
                    </a:lnTo>
                    <a:lnTo>
                      <a:pt x="158496" y="149352"/>
                    </a:lnTo>
                    <a:lnTo>
                      <a:pt x="158496" y="134112"/>
                    </a:lnTo>
                    <a:close/>
                  </a:path>
                  <a:path w="2615565" h="1737360">
                    <a:moveTo>
                      <a:pt x="192024" y="134112"/>
                    </a:moveTo>
                    <a:lnTo>
                      <a:pt x="173736" y="134112"/>
                    </a:lnTo>
                    <a:lnTo>
                      <a:pt x="173736" y="149352"/>
                    </a:lnTo>
                    <a:lnTo>
                      <a:pt x="192024" y="149352"/>
                    </a:lnTo>
                    <a:lnTo>
                      <a:pt x="192024" y="134112"/>
                    </a:lnTo>
                    <a:close/>
                  </a:path>
                  <a:path w="2615565" h="1737360">
                    <a:moveTo>
                      <a:pt x="228600" y="134112"/>
                    </a:moveTo>
                    <a:lnTo>
                      <a:pt x="210312" y="134112"/>
                    </a:lnTo>
                    <a:lnTo>
                      <a:pt x="210312" y="149352"/>
                    </a:lnTo>
                    <a:lnTo>
                      <a:pt x="228600" y="149352"/>
                    </a:lnTo>
                    <a:lnTo>
                      <a:pt x="228600" y="134112"/>
                    </a:lnTo>
                    <a:close/>
                  </a:path>
                  <a:path w="2615565" h="1737360">
                    <a:moveTo>
                      <a:pt x="262128" y="134112"/>
                    </a:moveTo>
                    <a:lnTo>
                      <a:pt x="243840" y="134112"/>
                    </a:lnTo>
                    <a:lnTo>
                      <a:pt x="243840" y="149352"/>
                    </a:lnTo>
                    <a:lnTo>
                      <a:pt x="262128" y="149352"/>
                    </a:lnTo>
                    <a:lnTo>
                      <a:pt x="262128" y="134112"/>
                    </a:lnTo>
                    <a:close/>
                  </a:path>
                  <a:path w="2615565" h="1737360">
                    <a:moveTo>
                      <a:pt x="298704" y="134112"/>
                    </a:moveTo>
                    <a:lnTo>
                      <a:pt x="280416" y="134112"/>
                    </a:lnTo>
                    <a:lnTo>
                      <a:pt x="280416" y="149352"/>
                    </a:lnTo>
                    <a:lnTo>
                      <a:pt x="298704" y="149352"/>
                    </a:lnTo>
                    <a:lnTo>
                      <a:pt x="298704" y="134112"/>
                    </a:lnTo>
                    <a:close/>
                  </a:path>
                  <a:path w="2615565" h="1737360">
                    <a:moveTo>
                      <a:pt x="332232" y="134112"/>
                    </a:moveTo>
                    <a:lnTo>
                      <a:pt x="313944" y="134112"/>
                    </a:lnTo>
                    <a:lnTo>
                      <a:pt x="313944" y="149352"/>
                    </a:lnTo>
                    <a:lnTo>
                      <a:pt x="332232" y="149352"/>
                    </a:lnTo>
                    <a:lnTo>
                      <a:pt x="332232" y="134112"/>
                    </a:lnTo>
                    <a:close/>
                  </a:path>
                  <a:path w="2615565" h="1737360">
                    <a:moveTo>
                      <a:pt x="368808" y="134112"/>
                    </a:moveTo>
                    <a:lnTo>
                      <a:pt x="350520" y="134112"/>
                    </a:lnTo>
                    <a:lnTo>
                      <a:pt x="350520" y="149352"/>
                    </a:lnTo>
                    <a:lnTo>
                      <a:pt x="368808" y="149352"/>
                    </a:lnTo>
                    <a:lnTo>
                      <a:pt x="368808" y="134112"/>
                    </a:lnTo>
                    <a:close/>
                  </a:path>
                  <a:path w="2615565" h="1737360">
                    <a:moveTo>
                      <a:pt x="402336" y="134112"/>
                    </a:moveTo>
                    <a:lnTo>
                      <a:pt x="384048" y="134112"/>
                    </a:lnTo>
                    <a:lnTo>
                      <a:pt x="384048" y="149352"/>
                    </a:lnTo>
                    <a:lnTo>
                      <a:pt x="402336" y="149352"/>
                    </a:lnTo>
                    <a:lnTo>
                      <a:pt x="402336" y="134112"/>
                    </a:lnTo>
                    <a:close/>
                  </a:path>
                  <a:path w="2615565" h="1737360">
                    <a:moveTo>
                      <a:pt x="438912" y="134112"/>
                    </a:moveTo>
                    <a:lnTo>
                      <a:pt x="420624" y="134112"/>
                    </a:lnTo>
                    <a:lnTo>
                      <a:pt x="420624" y="149352"/>
                    </a:lnTo>
                    <a:lnTo>
                      <a:pt x="438912" y="149352"/>
                    </a:lnTo>
                    <a:lnTo>
                      <a:pt x="438912" y="134112"/>
                    </a:lnTo>
                    <a:close/>
                  </a:path>
                  <a:path w="2615565" h="1737360">
                    <a:moveTo>
                      <a:pt x="472440" y="134112"/>
                    </a:moveTo>
                    <a:lnTo>
                      <a:pt x="454152" y="134112"/>
                    </a:lnTo>
                    <a:lnTo>
                      <a:pt x="454152" y="149352"/>
                    </a:lnTo>
                    <a:lnTo>
                      <a:pt x="472440" y="149352"/>
                    </a:lnTo>
                    <a:lnTo>
                      <a:pt x="472440" y="134112"/>
                    </a:lnTo>
                    <a:close/>
                  </a:path>
                  <a:path w="2615565" h="1737360">
                    <a:moveTo>
                      <a:pt x="505968" y="134112"/>
                    </a:moveTo>
                    <a:lnTo>
                      <a:pt x="490728" y="134112"/>
                    </a:lnTo>
                    <a:lnTo>
                      <a:pt x="490728" y="149352"/>
                    </a:lnTo>
                    <a:lnTo>
                      <a:pt x="505968" y="149352"/>
                    </a:lnTo>
                    <a:lnTo>
                      <a:pt x="505968" y="134112"/>
                    </a:lnTo>
                    <a:close/>
                  </a:path>
                  <a:path w="2615565" h="1737360">
                    <a:moveTo>
                      <a:pt x="542544" y="134112"/>
                    </a:moveTo>
                    <a:lnTo>
                      <a:pt x="524256" y="134112"/>
                    </a:lnTo>
                    <a:lnTo>
                      <a:pt x="524256" y="149352"/>
                    </a:lnTo>
                    <a:lnTo>
                      <a:pt x="542544" y="149352"/>
                    </a:lnTo>
                    <a:lnTo>
                      <a:pt x="542544" y="134112"/>
                    </a:lnTo>
                    <a:close/>
                  </a:path>
                  <a:path w="2615565" h="1737360">
                    <a:moveTo>
                      <a:pt x="576072" y="134112"/>
                    </a:moveTo>
                    <a:lnTo>
                      <a:pt x="560832" y="134112"/>
                    </a:lnTo>
                    <a:lnTo>
                      <a:pt x="560832" y="149352"/>
                    </a:lnTo>
                    <a:lnTo>
                      <a:pt x="576072" y="149352"/>
                    </a:lnTo>
                    <a:lnTo>
                      <a:pt x="576072" y="134112"/>
                    </a:lnTo>
                    <a:close/>
                  </a:path>
                  <a:path w="2615565" h="1737360">
                    <a:moveTo>
                      <a:pt x="612648" y="134112"/>
                    </a:moveTo>
                    <a:lnTo>
                      <a:pt x="594360" y="134112"/>
                    </a:lnTo>
                    <a:lnTo>
                      <a:pt x="594360" y="149352"/>
                    </a:lnTo>
                    <a:lnTo>
                      <a:pt x="612648" y="149352"/>
                    </a:lnTo>
                    <a:lnTo>
                      <a:pt x="612648" y="134112"/>
                    </a:lnTo>
                    <a:close/>
                  </a:path>
                  <a:path w="2615565" h="1737360">
                    <a:moveTo>
                      <a:pt x="646176" y="134112"/>
                    </a:moveTo>
                    <a:lnTo>
                      <a:pt x="630936" y="134112"/>
                    </a:lnTo>
                    <a:lnTo>
                      <a:pt x="630936" y="149352"/>
                    </a:lnTo>
                    <a:lnTo>
                      <a:pt x="646176" y="149352"/>
                    </a:lnTo>
                    <a:lnTo>
                      <a:pt x="646176" y="134112"/>
                    </a:lnTo>
                    <a:close/>
                  </a:path>
                  <a:path w="2615565" h="1737360">
                    <a:moveTo>
                      <a:pt x="682752" y="134112"/>
                    </a:moveTo>
                    <a:lnTo>
                      <a:pt x="664464" y="134112"/>
                    </a:lnTo>
                    <a:lnTo>
                      <a:pt x="664464" y="149352"/>
                    </a:lnTo>
                    <a:lnTo>
                      <a:pt x="682752" y="149352"/>
                    </a:lnTo>
                    <a:lnTo>
                      <a:pt x="682752" y="134112"/>
                    </a:lnTo>
                    <a:close/>
                  </a:path>
                  <a:path w="2615565" h="1737360">
                    <a:moveTo>
                      <a:pt x="716280" y="134112"/>
                    </a:moveTo>
                    <a:lnTo>
                      <a:pt x="701040" y="134112"/>
                    </a:lnTo>
                    <a:lnTo>
                      <a:pt x="701040" y="149352"/>
                    </a:lnTo>
                    <a:lnTo>
                      <a:pt x="716280" y="149352"/>
                    </a:lnTo>
                    <a:lnTo>
                      <a:pt x="716280" y="134112"/>
                    </a:lnTo>
                    <a:close/>
                  </a:path>
                  <a:path w="2615565" h="1737360">
                    <a:moveTo>
                      <a:pt x="752856" y="134112"/>
                    </a:moveTo>
                    <a:lnTo>
                      <a:pt x="734568" y="134112"/>
                    </a:lnTo>
                    <a:lnTo>
                      <a:pt x="734568" y="149352"/>
                    </a:lnTo>
                    <a:lnTo>
                      <a:pt x="752856" y="149352"/>
                    </a:lnTo>
                    <a:lnTo>
                      <a:pt x="752856" y="134112"/>
                    </a:lnTo>
                    <a:close/>
                  </a:path>
                  <a:path w="2615565" h="1737360">
                    <a:moveTo>
                      <a:pt x="786384" y="134112"/>
                    </a:moveTo>
                    <a:lnTo>
                      <a:pt x="771144" y="134112"/>
                    </a:lnTo>
                    <a:lnTo>
                      <a:pt x="771144" y="149352"/>
                    </a:lnTo>
                    <a:lnTo>
                      <a:pt x="786384" y="149352"/>
                    </a:lnTo>
                    <a:lnTo>
                      <a:pt x="786384" y="134112"/>
                    </a:lnTo>
                    <a:close/>
                  </a:path>
                  <a:path w="2615565" h="1737360">
                    <a:moveTo>
                      <a:pt x="822960" y="134112"/>
                    </a:moveTo>
                    <a:lnTo>
                      <a:pt x="804672" y="134112"/>
                    </a:lnTo>
                    <a:lnTo>
                      <a:pt x="804672" y="149352"/>
                    </a:lnTo>
                    <a:lnTo>
                      <a:pt x="822960" y="149352"/>
                    </a:lnTo>
                    <a:lnTo>
                      <a:pt x="822960" y="134112"/>
                    </a:lnTo>
                    <a:close/>
                  </a:path>
                  <a:path w="2615565" h="1737360">
                    <a:moveTo>
                      <a:pt x="856488" y="134112"/>
                    </a:moveTo>
                    <a:lnTo>
                      <a:pt x="841248" y="134112"/>
                    </a:lnTo>
                    <a:lnTo>
                      <a:pt x="841248" y="149352"/>
                    </a:lnTo>
                    <a:lnTo>
                      <a:pt x="856488" y="149352"/>
                    </a:lnTo>
                    <a:lnTo>
                      <a:pt x="856488" y="134112"/>
                    </a:lnTo>
                    <a:close/>
                  </a:path>
                  <a:path w="2615565" h="1737360">
                    <a:moveTo>
                      <a:pt x="893064" y="134112"/>
                    </a:moveTo>
                    <a:lnTo>
                      <a:pt x="874776" y="134112"/>
                    </a:lnTo>
                    <a:lnTo>
                      <a:pt x="874776" y="149352"/>
                    </a:lnTo>
                    <a:lnTo>
                      <a:pt x="893064" y="149352"/>
                    </a:lnTo>
                    <a:lnTo>
                      <a:pt x="893064" y="134112"/>
                    </a:lnTo>
                    <a:close/>
                  </a:path>
                  <a:path w="2615565" h="1737360">
                    <a:moveTo>
                      <a:pt x="926592" y="134112"/>
                    </a:moveTo>
                    <a:lnTo>
                      <a:pt x="911352" y="134112"/>
                    </a:lnTo>
                    <a:lnTo>
                      <a:pt x="911352" y="149352"/>
                    </a:lnTo>
                    <a:lnTo>
                      <a:pt x="926592" y="149352"/>
                    </a:lnTo>
                    <a:lnTo>
                      <a:pt x="926592" y="134112"/>
                    </a:lnTo>
                    <a:close/>
                  </a:path>
                  <a:path w="2615565" h="1737360">
                    <a:moveTo>
                      <a:pt x="963168" y="134112"/>
                    </a:moveTo>
                    <a:lnTo>
                      <a:pt x="944880" y="134112"/>
                    </a:lnTo>
                    <a:lnTo>
                      <a:pt x="944880" y="149352"/>
                    </a:lnTo>
                    <a:lnTo>
                      <a:pt x="963168" y="149352"/>
                    </a:lnTo>
                    <a:lnTo>
                      <a:pt x="963168" y="134112"/>
                    </a:lnTo>
                    <a:close/>
                  </a:path>
                  <a:path w="2615565" h="1737360">
                    <a:moveTo>
                      <a:pt x="996696" y="134112"/>
                    </a:moveTo>
                    <a:lnTo>
                      <a:pt x="981456" y="134112"/>
                    </a:lnTo>
                    <a:lnTo>
                      <a:pt x="981456" y="149352"/>
                    </a:lnTo>
                    <a:lnTo>
                      <a:pt x="996696" y="149352"/>
                    </a:lnTo>
                    <a:lnTo>
                      <a:pt x="996696" y="134112"/>
                    </a:lnTo>
                    <a:close/>
                  </a:path>
                  <a:path w="2615565" h="1737360">
                    <a:moveTo>
                      <a:pt x="1033272" y="134112"/>
                    </a:moveTo>
                    <a:lnTo>
                      <a:pt x="1014984" y="134112"/>
                    </a:lnTo>
                    <a:lnTo>
                      <a:pt x="1014984" y="149352"/>
                    </a:lnTo>
                    <a:lnTo>
                      <a:pt x="1033272" y="149352"/>
                    </a:lnTo>
                    <a:lnTo>
                      <a:pt x="1033272" y="134112"/>
                    </a:lnTo>
                    <a:close/>
                  </a:path>
                  <a:path w="2615565" h="1737360">
                    <a:moveTo>
                      <a:pt x="1066800" y="134112"/>
                    </a:moveTo>
                    <a:lnTo>
                      <a:pt x="1051560" y="134112"/>
                    </a:lnTo>
                    <a:lnTo>
                      <a:pt x="1051560" y="149352"/>
                    </a:lnTo>
                    <a:lnTo>
                      <a:pt x="1066800" y="149352"/>
                    </a:lnTo>
                    <a:lnTo>
                      <a:pt x="1066800" y="134112"/>
                    </a:lnTo>
                    <a:close/>
                  </a:path>
                  <a:path w="2615565" h="1737360">
                    <a:moveTo>
                      <a:pt x="1103376" y="134112"/>
                    </a:moveTo>
                    <a:lnTo>
                      <a:pt x="1085088" y="134112"/>
                    </a:lnTo>
                    <a:lnTo>
                      <a:pt x="1085088" y="149352"/>
                    </a:lnTo>
                    <a:lnTo>
                      <a:pt x="1103376" y="149352"/>
                    </a:lnTo>
                    <a:lnTo>
                      <a:pt x="1103376" y="134112"/>
                    </a:lnTo>
                    <a:close/>
                  </a:path>
                  <a:path w="2615565" h="1737360">
                    <a:moveTo>
                      <a:pt x="1136904" y="134112"/>
                    </a:moveTo>
                    <a:lnTo>
                      <a:pt x="1121664" y="134112"/>
                    </a:lnTo>
                    <a:lnTo>
                      <a:pt x="1121664" y="149352"/>
                    </a:lnTo>
                    <a:lnTo>
                      <a:pt x="1136904" y="149352"/>
                    </a:lnTo>
                    <a:lnTo>
                      <a:pt x="1136904" y="134112"/>
                    </a:lnTo>
                    <a:close/>
                  </a:path>
                  <a:path w="2615565" h="1737360">
                    <a:moveTo>
                      <a:pt x="1173480" y="134112"/>
                    </a:moveTo>
                    <a:lnTo>
                      <a:pt x="1155192" y="134112"/>
                    </a:lnTo>
                    <a:lnTo>
                      <a:pt x="1155192" y="149352"/>
                    </a:lnTo>
                    <a:lnTo>
                      <a:pt x="1173480" y="149352"/>
                    </a:lnTo>
                    <a:lnTo>
                      <a:pt x="1173480" y="134112"/>
                    </a:lnTo>
                    <a:close/>
                  </a:path>
                  <a:path w="2615565" h="1737360">
                    <a:moveTo>
                      <a:pt x="1207008" y="134112"/>
                    </a:moveTo>
                    <a:lnTo>
                      <a:pt x="1191768" y="134112"/>
                    </a:lnTo>
                    <a:lnTo>
                      <a:pt x="1191768" y="149352"/>
                    </a:lnTo>
                    <a:lnTo>
                      <a:pt x="1207008" y="149352"/>
                    </a:lnTo>
                    <a:lnTo>
                      <a:pt x="1207008" y="134112"/>
                    </a:lnTo>
                    <a:close/>
                  </a:path>
                  <a:path w="2615565" h="1737360">
                    <a:moveTo>
                      <a:pt x="1243584" y="134112"/>
                    </a:moveTo>
                    <a:lnTo>
                      <a:pt x="1225296" y="134112"/>
                    </a:lnTo>
                    <a:lnTo>
                      <a:pt x="1225296" y="149352"/>
                    </a:lnTo>
                    <a:lnTo>
                      <a:pt x="1243584" y="149352"/>
                    </a:lnTo>
                    <a:lnTo>
                      <a:pt x="1243584" y="134112"/>
                    </a:lnTo>
                    <a:close/>
                  </a:path>
                  <a:path w="2615565" h="1737360">
                    <a:moveTo>
                      <a:pt x="1277112" y="134112"/>
                    </a:moveTo>
                    <a:lnTo>
                      <a:pt x="1261872" y="134112"/>
                    </a:lnTo>
                    <a:lnTo>
                      <a:pt x="1261872" y="149352"/>
                    </a:lnTo>
                    <a:lnTo>
                      <a:pt x="1277112" y="149352"/>
                    </a:lnTo>
                    <a:lnTo>
                      <a:pt x="1277112" y="134112"/>
                    </a:lnTo>
                    <a:close/>
                  </a:path>
                  <a:path w="2615565" h="1737360">
                    <a:moveTo>
                      <a:pt x="1313688" y="134112"/>
                    </a:moveTo>
                    <a:lnTo>
                      <a:pt x="1295400" y="134112"/>
                    </a:lnTo>
                    <a:lnTo>
                      <a:pt x="1295400" y="149352"/>
                    </a:lnTo>
                    <a:lnTo>
                      <a:pt x="1313688" y="149352"/>
                    </a:lnTo>
                    <a:lnTo>
                      <a:pt x="1313688" y="134112"/>
                    </a:lnTo>
                    <a:close/>
                  </a:path>
                  <a:path w="2615565" h="1737360">
                    <a:moveTo>
                      <a:pt x="1347216" y="134112"/>
                    </a:moveTo>
                    <a:lnTo>
                      <a:pt x="1331976" y="134112"/>
                    </a:lnTo>
                    <a:lnTo>
                      <a:pt x="1331976" y="149352"/>
                    </a:lnTo>
                    <a:lnTo>
                      <a:pt x="1347216" y="149352"/>
                    </a:lnTo>
                    <a:lnTo>
                      <a:pt x="1347216" y="134112"/>
                    </a:lnTo>
                    <a:close/>
                  </a:path>
                  <a:path w="2615565" h="1737360">
                    <a:moveTo>
                      <a:pt x="1383792" y="134112"/>
                    </a:moveTo>
                    <a:lnTo>
                      <a:pt x="1365504" y="134112"/>
                    </a:lnTo>
                    <a:lnTo>
                      <a:pt x="1365504" y="149352"/>
                    </a:lnTo>
                    <a:lnTo>
                      <a:pt x="1383792" y="149352"/>
                    </a:lnTo>
                    <a:lnTo>
                      <a:pt x="1383792" y="134112"/>
                    </a:lnTo>
                    <a:close/>
                  </a:path>
                  <a:path w="2615565" h="1737360">
                    <a:moveTo>
                      <a:pt x="1417320" y="134112"/>
                    </a:moveTo>
                    <a:lnTo>
                      <a:pt x="1402080" y="134112"/>
                    </a:lnTo>
                    <a:lnTo>
                      <a:pt x="1402080" y="149352"/>
                    </a:lnTo>
                    <a:lnTo>
                      <a:pt x="1417320" y="149352"/>
                    </a:lnTo>
                    <a:lnTo>
                      <a:pt x="1417320" y="134112"/>
                    </a:lnTo>
                    <a:close/>
                  </a:path>
                  <a:path w="2615565" h="1737360">
                    <a:moveTo>
                      <a:pt x="1453896" y="134112"/>
                    </a:moveTo>
                    <a:lnTo>
                      <a:pt x="1435608" y="134112"/>
                    </a:lnTo>
                    <a:lnTo>
                      <a:pt x="1435608" y="149352"/>
                    </a:lnTo>
                    <a:lnTo>
                      <a:pt x="1453896" y="149352"/>
                    </a:lnTo>
                    <a:lnTo>
                      <a:pt x="1453896" y="134112"/>
                    </a:lnTo>
                    <a:close/>
                  </a:path>
                  <a:path w="2615565" h="1737360">
                    <a:moveTo>
                      <a:pt x="1469136" y="1700784"/>
                    </a:moveTo>
                    <a:lnTo>
                      <a:pt x="1450848" y="1700784"/>
                    </a:lnTo>
                    <a:lnTo>
                      <a:pt x="1450848" y="1737360"/>
                    </a:lnTo>
                    <a:lnTo>
                      <a:pt x="1469136" y="1737360"/>
                    </a:lnTo>
                    <a:lnTo>
                      <a:pt x="1469136" y="1700784"/>
                    </a:lnTo>
                    <a:close/>
                  </a:path>
                  <a:path w="2615565" h="1737360">
                    <a:moveTo>
                      <a:pt x="1469136" y="1508760"/>
                    </a:moveTo>
                    <a:lnTo>
                      <a:pt x="1450848" y="1508760"/>
                    </a:lnTo>
                    <a:lnTo>
                      <a:pt x="1450848" y="1648968"/>
                    </a:lnTo>
                    <a:lnTo>
                      <a:pt x="1469136" y="1648968"/>
                    </a:lnTo>
                    <a:lnTo>
                      <a:pt x="1469136" y="1508760"/>
                    </a:lnTo>
                    <a:close/>
                  </a:path>
                  <a:path w="2615565" h="1737360">
                    <a:moveTo>
                      <a:pt x="1469136" y="1316736"/>
                    </a:moveTo>
                    <a:lnTo>
                      <a:pt x="1450848" y="1316736"/>
                    </a:lnTo>
                    <a:lnTo>
                      <a:pt x="1450848" y="1456944"/>
                    </a:lnTo>
                    <a:lnTo>
                      <a:pt x="1469136" y="1456944"/>
                    </a:lnTo>
                    <a:lnTo>
                      <a:pt x="1469136" y="1316736"/>
                    </a:lnTo>
                    <a:close/>
                  </a:path>
                  <a:path w="2615565" h="1737360">
                    <a:moveTo>
                      <a:pt x="1469136" y="1124712"/>
                    </a:moveTo>
                    <a:lnTo>
                      <a:pt x="1450848" y="1124712"/>
                    </a:lnTo>
                    <a:lnTo>
                      <a:pt x="1450848" y="1261872"/>
                    </a:lnTo>
                    <a:lnTo>
                      <a:pt x="1469136" y="1261872"/>
                    </a:lnTo>
                    <a:lnTo>
                      <a:pt x="1469136" y="1124712"/>
                    </a:lnTo>
                    <a:close/>
                  </a:path>
                  <a:path w="2615565" h="1737360">
                    <a:moveTo>
                      <a:pt x="1469136" y="929640"/>
                    </a:moveTo>
                    <a:lnTo>
                      <a:pt x="1450848" y="929640"/>
                    </a:lnTo>
                    <a:lnTo>
                      <a:pt x="1450848" y="1069848"/>
                    </a:lnTo>
                    <a:lnTo>
                      <a:pt x="1469136" y="1069848"/>
                    </a:lnTo>
                    <a:lnTo>
                      <a:pt x="1469136" y="929640"/>
                    </a:lnTo>
                    <a:close/>
                  </a:path>
                  <a:path w="2615565" h="1737360">
                    <a:moveTo>
                      <a:pt x="1469136" y="737616"/>
                    </a:moveTo>
                    <a:lnTo>
                      <a:pt x="1450848" y="737616"/>
                    </a:lnTo>
                    <a:lnTo>
                      <a:pt x="1450848" y="877824"/>
                    </a:lnTo>
                    <a:lnTo>
                      <a:pt x="1469136" y="877824"/>
                    </a:lnTo>
                    <a:lnTo>
                      <a:pt x="1469136" y="737616"/>
                    </a:lnTo>
                    <a:close/>
                  </a:path>
                  <a:path w="2615565" h="1737360">
                    <a:moveTo>
                      <a:pt x="1469136" y="545592"/>
                    </a:moveTo>
                    <a:lnTo>
                      <a:pt x="1450848" y="545592"/>
                    </a:lnTo>
                    <a:lnTo>
                      <a:pt x="1450848" y="685800"/>
                    </a:lnTo>
                    <a:lnTo>
                      <a:pt x="1469136" y="685800"/>
                    </a:lnTo>
                    <a:lnTo>
                      <a:pt x="1469136" y="545592"/>
                    </a:lnTo>
                    <a:close/>
                  </a:path>
                  <a:path w="2615565" h="1737360">
                    <a:moveTo>
                      <a:pt x="1469136" y="353568"/>
                    </a:moveTo>
                    <a:lnTo>
                      <a:pt x="1450848" y="353568"/>
                    </a:lnTo>
                    <a:lnTo>
                      <a:pt x="1450848" y="493776"/>
                    </a:lnTo>
                    <a:lnTo>
                      <a:pt x="1469136" y="493776"/>
                    </a:lnTo>
                    <a:lnTo>
                      <a:pt x="1469136" y="353568"/>
                    </a:lnTo>
                    <a:close/>
                  </a:path>
                  <a:path w="2615565" h="1737360">
                    <a:moveTo>
                      <a:pt x="1469136" y="158496"/>
                    </a:moveTo>
                    <a:lnTo>
                      <a:pt x="1450848" y="158496"/>
                    </a:lnTo>
                    <a:lnTo>
                      <a:pt x="1450848" y="298704"/>
                    </a:lnTo>
                    <a:lnTo>
                      <a:pt x="1469136" y="298704"/>
                    </a:lnTo>
                    <a:lnTo>
                      <a:pt x="1469136" y="158496"/>
                    </a:lnTo>
                    <a:close/>
                  </a:path>
                  <a:path w="2615565" h="1737360">
                    <a:moveTo>
                      <a:pt x="2255520" y="0"/>
                    </a:moveTo>
                    <a:lnTo>
                      <a:pt x="2237232" y="0"/>
                    </a:lnTo>
                    <a:lnTo>
                      <a:pt x="2237232" y="15240"/>
                    </a:lnTo>
                    <a:lnTo>
                      <a:pt x="2255520" y="15240"/>
                    </a:lnTo>
                    <a:lnTo>
                      <a:pt x="2255520" y="0"/>
                    </a:lnTo>
                    <a:close/>
                  </a:path>
                  <a:path w="2615565" h="1737360">
                    <a:moveTo>
                      <a:pt x="2289048" y="0"/>
                    </a:moveTo>
                    <a:lnTo>
                      <a:pt x="2270760" y="0"/>
                    </a:lnTo>
                    <a:lnTo>
                      <a:pt x="2270760" y="15240"/>
                    </a:lnTo>
                    <a:lnTo>
                      <a:pt x="2289048" y="15240"/>
                    </a:lnTo>
                    <a:lnTo>
                      <a:pt x="2289048" y="0"/>
                    </a:lnTo>
                    <a:close/>
                  </a:path>
                  <a:path w="2615565" h="1737360">
                    <a:moveTo>
                      <a:pt x="2325624" y="0"/>
                    </a:moveTo>
                    <a:lnTo>
                      <a:pt x="2307336" y="0"/>
                    </a:lnTo>
                    <a:lnTo>
                      <a:pt x="2307336" y="15240"/>
                    </a:lnTo>
                    <a:lnTo>
                      <a:pt x="2325624" y="15240"/>
                    </a:lnTo>
                    <a:lnTo>
                      <a:pt x="2325624" y="0"/>
                    </a:lnTo>
                    <a:close/>
                  </a:path>
                  <a:path w="2615565" h="1737360">
                    <a:moveTo>
                      <a:pt x="2359152" y="0"/>
                    </a:moveTo>
                    <a:lnTo>
                      <a:pt x="2340864" y="0"/>
                    </a:lnTo>
                    <a:lnTo>
                      <a:pt x="2340864" y="15240"/>
                    </a:lnTo>
                    <a:lnTo>
                      <a:pt x="2359152" y="15240"/>
                    </a:lnTo>
                    <a:lnTo>
                      <a:pt x="2359152" y="0"/>
                    </a:lnTo>
                    <a:close/>
                  </a:path>
                  <a:path w="2615565" h="1737360">
                    <a:moveTo>
                      <a:pt x="2395728" y="0"/>
                    </a:moveTo>
                    <a:lnTo>
                      <a:pt x="2377440" y="0"/>
                    </a:lnTo>
                    <a:lnTo>
                      <a:pt x="2377440" y="15240"/>
                    </a:lnTo>
                    <a:lnTo>
                      <a:pt x="2395728" y="15240"/>
                    </a:lnTo>
                    <a:lnTo>
                      <a:pt x="2395728" y="0"/>
                    </a:lnTo>
                    <a:close/>
                  </a:path>
                  <a:path w="2615565" h="1737360">
                    <a:moveTo>
                      <a:pt x="2429256" y="0"/>
                    </a:moveTo>
                    <a:lnTo>
                      <a:pt x="2410968" y="0"/>
                    </a:lnTo>
                    <a:lnTo>
                      <a:pt x="2410968" y="15240"/>
                    </a:lnTo>
                    <a:lnTo>
                      <a:pt x="2429256" y="15240"/>
                    </a:lnTo>
                    <a:lnTo>
                      <a:pt x="2429256" y="0"/>
                    </a:lnTo>
                    <a:close/>
                  </a:path>
                  <a:path w="2615565" h="1737360">
                    <a:moveTo>
                      <a:pt x="2465832" y="0"/>
                    </a:moveTo>
                    <a:lnTo>
                      <a:pt x="2447544" y="0"/>
                    </a:lnTo>
                    <a:lnTo>
                      <a:pt x="2447544" y="15240"/>
                    </a:lnTo>
                    <a:lnTo>
                      <a:pt x="2465832" y="15240"/>
                    </a:lnTo>
                    <a:lnTo>
                      <a:pt x="2465832" y="0"/>
                    </a:lnTo>
                    <a:close/>
                  </a:path>
                  <a:path w="2615565" h="1737360">
                    <a:moveTo>
                      <a:pt x="2499360" y="0"/>
                    </a:moveTo>
                    <a:lnTo>
                      <a:pt x="2481072" y="0"/>
                    </a:lnTo>
                    <a:lnTo>
                      <a:pt x="2481072" y="15240"/>
                    </a:lnTo>
                    <a:lnTo>
                      <a:pt x="2499360" y="15240"/>
                    </a:lnTo>
                    <a:lnTo>
                      <a:pt x="2499360" y="0"/>
                    </a:lnTo>
                    <a:close/>
                  </a:path>
                  <a:path w="2615565" h="1737360">
                    <a:moveTo>
                      <a:pt x="2535936" y="0"/>
                    </a:moveTo>
                    <a:lnTo>
                      <a:pt x="2517648" y="0"/>
                    </a:lnTo>
                    <a:lnTo>
                      <a:pt x="2517648" y="15240"/>
                    </a:lnTo>
                    <a:lnTo>
                      <a:pt x="2535936" y="15240"/>
                    </a:lnTo>
                    <a:lnTo>
                      <a:pt x="2535936" y="0"/>
                    </a:lnTo>
                    <a:close/>
                  </a:path>
                  <a:path w="2615565" h="1737360">
                    <a:moveTo>
                      <a:pt x="2569464" y="0"/>
                    </a:moveTo>
                    <a:lnTo>
                      <a:pt x="2551176" y="0"/>
                    </a:lnTo>
                    <a:lnTo>
                      <a:pt x="2551176" y="15240"/>
                    </a:lnTo>
                    <a:lnTo>
                      <a:pt x="2569464" y="15240"/>
                    </a:lnTo>
                    <a:lnTo>
                      <a:pt x="2569464" y="0"/>
                    </a:lnTo>
                    <a:close/>
                  </a:path>
                  <a:path w="2615565" h="1737360">
                    <a:moveTo>
                      <a:pt x="2606040" y="0"/>
                    </a:moveTo>
                    <a:lnTo>
                      <a:pt x="2587752" y="0"/>
                    </a:lnTo>
                    <a:lnTo>
                      <a:pt x="2587752" y="15240"/>
                    </a:lnTo>
                    <a:lnTo>
                      <a:pt x="2606040" y="15240"/>
                    </a:lnTo>
                    <a:lnTo>
                      <a:pt x="2606040" y="0"/>
                    </a:lnTo>
                    <a:close/>
                  </a:path>
                  <a:path w="2615565" h="1737360">
                    <a:moveTo>
                      <a:pt x="2615184" y="1560576"/>
                    </a:moveTo>
                    <a:lnTo>
                      <a:pt x="2596896" y="1560576"/>
                    </a:lnTo>
                    <a:lnTo>
                      <a:pt x="2596896" y="1700784"/>
                    </a:lnTo>
                    <a:lnTo>
                      <a:pt x="2615184" y="1700784"/>
                    </a:lnTo>
                    <a:lnTo>
                      <a:pt x="2615184" y="1560576"/>
                    </a:lnTo>
                    <a:close/>
                  </a:path>
                  <a:path w="2615565" h="1737360">
                    <a:moveTo>
                      <a:pt x="2615184" y="1368552"/>
                    </a:moveTo>
                    <a:lnTo>
                      <a:pt x="2596896" y="1368552"/>
                    </a:lnTo>
                    <a:lnTo>
                      <a:pt x="2596896" y="1508760"/>
                    </a:lnTo>
                    <a:lnTo>
                      <a:pt x="2615184" y="1508760"/>
                    </a:lnTo>
                    <a:lnTo>
                      <a:pt x="2615184" y="1368552"/>
                    </a:lnTo>
                    <a:close/>
                  </a:path>
                  <a:path w="2615565" h="1737360">
                    <a:moveTo>
                      <a:pt x="2615184" y="1176528"/>
                    </a:moveTo>
                    <a:lnTo>
                      <a:pt x="2596896" y="1176528"/>
                    </a:lnTo>
                    <a:lnTo>
                      <a:pt x="2596896" y="1316736"/>
                    </a:lnTo>
                    <a:lnTo>
                      <a:pt x="2615184" y="1316736"/>
                    </a:lnTo>
                    <a:lnTo>
                      <a:pt x="2615184" y="1176528"/>
                    </a:lnTo>
                    <a:close/>
                  </a:path>
                  <a:path w="2615565" h="1737360">
                    <a:moveTo>
                      <a:pt x="2615184" y="984504"/>
                    </a:moveTo>
                    <a:lnTo>
                      <a:pt x="2596896" y="984504"/>
                    </a:lnTo>
                    <a:lnTo>
                      <a:pt x="2596896" y="1124712"/>
                    </a:lnTo>
                    <a:lnTo>
                      <a:pt x="2615184" y="1124712"/>
                    </a:lnTo>
                    <a:lnTo>
                      <a:pt x="2615184" y="984504"/>
                    </a:lnTo>
                    <a:close/>
                  </a:path>
                  <a:path w="2615565" h="1737360">
                    <a:moveTo>
                      <a:pt x="2615184" y="789432"/>
                    </a:moveTo>
                    <a:lnTo>
                      <a:pt x="2596896" y="789432"/>
                    </a:lnTo>
                    <a:lnTo>
                      <a:pt x="2596896" y="929640"/>
                    </a:lnTo>
                    <a:lnTo>
                      <a:pt x="2615184" y="929640"/>
                    </a:lnTo>
                    <a:lnTo>
                      <a:pt x="2615184" y="789432"/>
                    </a:lnTo>
                    <a:close/>
                  </a:path>
                  <a:path w="2615565" h="1737360">
                    <a:moveTo>
                      <a:pt x="2615184" y="597408"/>
                    </a:moveTo>
                    <a:lnTo>
                      <a:pt x="2596896" y="597408"/>
                    </a:lnTo>
                    <a:lnTo>
                      <a:pt x="2596896" y="737616"/>
                    </a:lnTo>
                    <a:lnTo>
                      <a:pt x="2615184" y="737616"/>
                    </a:lnTo>
                    <a:lnTo>
                      <a:pt x="2615184" y="597408"/>
                    </a:lnTo>
                    <a:close/>
                  </a:path>
                  <a:path w="2615565" h="1737360">
                    <a:moveTo>
                      <a:pt x="2615184" y="405384"/>
                    </a:moveTo>
                    <a:lnTo>
                      <a:pt x="2596896" y="405384"/>
                    </a:lnTo>
                    <a:lnTo>
                      <a:pt x="2596896" y="545592"/>
                    </a:lnTo>
                    <a:lnTo>
                      <a:pt x="2615184" y="545592"/>
                    </a:lnTo>
                    <a:lnTo>
                      <a:pt x="2615184" y="405384"/>
                    </a:lnTo>
                    <a:close/>
                  </a:path>
                  <a:path w="2615565" h="1737360">
                    <a:moveTo>
                      <a:pt x="2615184" y="213360"/>
                    </a:moveTo>
                    <a:lnTo>
                      <a:pt x="2596896" y="213360"/>
                    </a:lnTo>
                    <a:lnTo>
                      <a:pt x="2596896" y="353568"/>
                    </a:lnTo>
                    <a:lnTo>
                      <a:pt x="2615184" y="353568"/>
                    </a:lnTo>
                    <a:lnTo>
                      <a:pt x="2615184" y="213360"/>
                    </a:lnTo>
                    <a:close/>
                  </a:path>
                  <a:path w="2615565" h="1737360">
                    <a:moveTo>
                      <a:pt x="2615184" y="18288"/>
                    </a:moveTo>
                    <a:lnTo>
                      <a:pt x="2596896" y="18288"/>
                    </a:lnTo>
                    <a:lnTo>
                      <a:pt x="2596896" y="158496"/>
                    </a:lnTo>
                    <a:lnTo>
                      <a:pt x="2615184" y="158496"/>
                    </a:lnTo>
                    <a:lnTo>
                      <a:pt x="2615184" y="1828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4019275D-C7C4-263D-964F-AA5C76AFC185}"/>
                  </a:ext>
                </a:extLst>
              </p:cNvPr>
              <p:cNvSpPr/>
              <p:nvPr/>
            </p:nvSpPr>
            <p:spPr>
              <a:xfrm>
                <a:off x="4550664" y="2218435"/>
                <a:ext cx="2261870" cy="683260"/>
              </a:xfrm>
              <a:custGeom>
                <a:avLst/>
                <a:gdLst/>
                <a:ahLst/>
                <a:cxnLst/>
                <a:rect l="l" t="t" r="r" b="b"/>
                <a:pathLst>
                  <a:path w="2261870" h="683260">
                    <a:moveTo>
                      <a:pt x="18288" y="265176"/>
                    </a:moveTo>
                    <a:lnTo>
                      <a:pt x="0" y="265176"/>
                    </a:lnTo>
                    <a:lnTo>
                      <a:pt x="0" y="280416"/>
                    </a:lnTo>
                    <a:lnTo>
                      <a:pt x="18288" y="280416"/>
                    </a:lnTo>
                    <a:lnTo>
                      <a:pt x="18288" y="265176"/>
                    </a:lnTo>
                    <a:close/>
                  </a:path>
                  <a:path w="2261870" h="683260">
                    <a:moveTo>
                      <a:pt x="51816" y="265176"/>
                    </a:moveTo>
                    <a:lnTo>
                      <a:pt x="36576" y="265176"/>
                    </a:lnTo>
                    <a:lnTo>
                      <a:pt x="36576" y="280416"/>
                    </a:lnTo>
                    <a:lnTo>
                      <a:pt x="51816" y="280416"/>
                    </a:lnTo>
                    <a:lnTo>
                      <a:pt x="51816" y="265176"/>
                    </a:lnTo>
                    <a:close/>
                  </a:path>
                  <a:path w="2261870" h="683260">
                    <a:moveTo>
                      <a:pt x="88392" y="265176"/>
                    </a:moveTo>
                    <a:lnTo>
                      <a:pt x="70104" y="265176"/>
                    </a:lnTo>
                    <a:lnTo>
                      <a:pt x="70104" y="280416"/>
                    </a:lnTo>
                    <a:lnTo>
                      <a:pt x="88392" y="280416"/>
                    </a:lnTo>
                    <a:lnTo>
                      <a:pt x="88392" y="265176"/>
                    </a:lnTo>
                    <a:close/>
                  </a:path>
                  <a:path w="2261870" h="683260">
                    <a:moveTo>
                      <a:pt x="121920" y="265176"/>
                    </a:moveTo>
                    <a:lnTo>
                      <a:pt x="106680" y="265176"/>
                    </a:lnTo>
                    <a:lnTo>
                      <a:pt x="106680" y="280416"/>
                    </a:lnTo>
                    <a:lnTo>
                      <a:pt x="121920" y="280416"/>
                    </a:lnTo>
                    <a:lnTo>
                      <a:pt x="121920" y="265176"/>
                    </a:lnTo>
                    <a:close/>
                  </a:path>
                  <a:path w="2261870" h="683260">
                    <a:moveTo>
                      <a:pt x="158496" y="265176"/>
                    </a:moveTo>
                    <a:lnTo>
                      <a:pt x="140208" y="265176"/>
                    </a:lnTo>
                    <a:lnTo>
                      <a:pt x="140208" y="280416"/>
                    </a:lnTo>
                    <a:lnTo>
                      <a:pt x="158496" y="280416"/>
                    </a:lnTo>
                    <a:lnTo>
                      <a:pt x="158496" y="265176"/>
                    </a:lnTo>
                    <a:close/>
                  </a:path>
                  <a:path w="2261870" h="683260">
                    <a:moveTo>
                      <a:pt x="192024" y="265176"/>
                    </a:moveTo>
                    <a:lnTo>
                      <a:pt x="176784" y="265176"/>
                    </a:lnTo>
                    <a:lnTo>
                      <a:pt x="176784" y="280416"/>
                    </a:lnTo>
                    <a:lnTo>
                      <a:pt x="192024" y="280416"/>
                    </a:lnTo>
                    <a:lnTo>
                      <a:pt x="192024" y="265176"/>
                    </a:lnTo>
                    <a:close/>
                  </a:path>
                  <a:path w="2261870" h="683260">
                    <a:moveTo>
                      <a:pt x="228600" y="265176"/>
                    </a:moveTo>
                    <a:lnTo>
                      <a:pt x="210312" y="265176"/>
                    </a:lnTo>
                    <a:lnTo>
                      <a:pt x="210312" y="280416"/>
                    </a:lnTo>
                    <a:lnTo>
                      <a:pt x="228600" y="280416"/>
                    </a:lnTo>
                    <a:lnTo>
                      <a:pt x="228600" y="265176"/>
                    </a:lnTo>
                    <a:close/>
                  </a:path>
                  <a:path w="2261870" h="683260">
                    <a:moveTo>
                      <a:pt x="262128" y="265176"/>
                    </a:moveTo>
                    <a:lnTo>
                      <a:pt x="246888" y="265176"/>
                    </a:lnTo>
                    <a:lnTo>
                      <a:pt x="246888" y="280416"/>
                    </a:lnTo>
                    <a:lnTo>
                      <a:pt x="262128" y="280416"/>
                    </a:lnTo>
                    <a:lnTo>
                      <a:pt x="262128" y="265176"/>
                    </a:lnTo>
                    <a:close/>
                  </a:path>
                  <a:path w="2261870" h="683260">
                    <a:moveTo>
                      <a:pt x="277368" y="478536"/>
                    </a:moveTo>
                    <a:lnTo>
                      <a:pt x="251764" y="435864"/>
                    </a:lnTo>
                    <a:lnTo>
                      <a:pt x="240792" y="417576"/>
                    </a:lnTo>
                    <a:lnTo>
                      <a:pt x="204216" y="478536"/>
                    </a:lnTo>
                    <a:lnTo>
                      <a:pt x="201168" y="481584"/>
                    </a:lnTo>
                    <a:lnTo>
                      <a:pt x="201168" y="487680"/>
                    </a:lnTo>
                    <a:lnTo>
                      <a:pt x="204216" y="490728"/>
                    </a:lnTo>
                    <a:lnTo>
                      <a:pt x="216408" y="490728"/>
                    </a:lnTo>
                    <a:lnTo>
                      <a:pt x="216408" y="487680"/>
                    </a:lnTo>
                    <a:lnTo>
                      <a:pt x="231648" y="463296"/>
                    </a:lnTo>
                    <a:lnTo>
                      <a:pt x="231648" y="682752"/>
                    </a:lnTo>
                    <a:lnTo>
                      <a:pt x="246888" y="682752"/>
                    </a:lnTo>
                    <a:lnTo>
                      <a:pt x="246888" y="463296"/>
                    </a:lnTo>
                    <a:lnTo>
                      <a:pt x="262128" y="487680"/>
                    </a:lnTo>
                    <a:lnTo>
                      <a:pt x="265176" y="490728"/>
                    </a:lnTo>
                    <a:lnTo>
                      <a:pt x="274320" y="490728"/>
                    </a:lnTo>
                    <a:lnTo>
                      <a:pt x="277368" y="487680"/>
                    </a:lnTo>
                    <a:lnTo>
                      <a:pt x="277368" y="478536"/>
                    </a:lnTo>
                    <a:close/>
                  </a:path>
                  <a:path w="2261870" h="683260">
                    <a:moveTo>
                      <a:pt x="277368" y="204216"/>
                    </a:moveTo>
                    <a:lnTo>
                      <a:pt x="274320" y="201168"/>
                    </a:lnTo>
                    <a:lnTo>
                      <a:pt x="265176" y="201168"/>
                    </a:lnTo>
                    <a:lnTo>
                      <a:pt x="262128" y="204216"/>
                    </a:lnTo>
                    <a:lnTo>
                      <a:pt x="246888" y="228600"/>
                    </a:lnTo>
                    <a:lnTo>
                      <a:pt x="246888" y="0"/>
                    </a:lnTo>
                    <a:lnTo>
                      <a:pt x="231648" y="0"/>
                    </a:lnTo>
                    <a:lnTo>
                      <a:pt x="231648" y="228600"/>
                    </a:lnTo>
                    <a:lnTo>
                      <a:pt x="216408" y="204216"/>
                    </a:lnTo>
                    <a:lnTo>
                      <a:pt x="216408" y="201168"/>
                    </a:lnTo>
                    <a:lnTo>
                      <a:pt x="204216" y="201168"/>
                    </a:lnTo>
                    <a:lnTo>
                      <a:pt x="201168" y="204216"/>
                    </a:lnTo>
                    <a:lnTo>
                      <a:pt x="201168" y="210312"/>
                    </a:lnTo>
                    <a:lnTo>
                      <a:pt x="204216" y="213360"/>
                    </a:lnTo>
                    <a:lnTo>
                      <a:pt x="240792" y="274320"/>
                    </a:lnTo>
                    <a:lnTo>
                      <a:pt x="251764" y="256032"/>
                    </a:lnTo>
                    <a:lnTo>
                      <a:pt x="277368" y="213360"/>
                    </a:lnTo>
                    <a:lnTo>
                      <a:pt x="277368" y="204216"/>
                    </a:lnTo>
                    <a:close/>
                  </a:path>
                  <a:path w="2261870" h="683260">
                    <a:moveTo>
                      <a:pt x="298704" y="265176"/>
                    </a:moveTo>
                    <a:lnTo>
                      <a:pt x="280416" y="265176"/>
                    </a:lnTo>
                    <a:lnTo>
                      <a:pt x="280416" y="280416"/>
                    </a:lnTo>
                    <a:lnTo>
                      <a:pt x="298704" y="280416"/>
                    </a:lnTo>
                    <a:lnTo>
                      <a:pt x="298704" y="265176"/>
                    </a:lnTo>
                    <a:close/>
                  </a:path>
                  <a:path w="2261870" h="683260">
                    <a:moveTo>
                      <a:pt x="332232" y="265176"/>
                    </a:moveTo>
                    <a:lnTo>
                      <a:pt x="316992" y="265176"/>
                    </a:lnTo>
                    <a:lnTo>
                      <a:pt x="316992" y="280416"/>
                    </a:lnTo>
                    <a:lnTo>
                      <a:pt x="332232" y="280416"/>
                    </a:lnTo>
                    <a:lnTo>
                      <a:pt x="332232" y="265176"/>
                    </a:lnTo>
                    <a:close/>
                  </a:path>
                  <a:path w="2261870" h="683260">
                    <a:moveTo>
                      <a:pt x="368808" y="265176"/>
                    </a:moveTo>
                    <a:lnTo>
                      <a:pt x="350520" y="265176"/>
                    </a:lnTo>
                    <a:lnTo>
                      <a:pt x="350520" y="280416"/>
                    </a:lnTo>
                    <a:lnTo>
                      <a:pt x="368808" y="280416"/>
                    </a:lnTo>
                    <a:lnTo>
                      <a:pt x="368808" y="265176"/>
                    </a:lnTo>
                    <a:close/>
                  </a:path>
                  <a:path w="2261870" h="683260">
                    <a:moveTo>
                      <a:pt x="402336" y="265176"/>
                    </a:moveTo>
                    <a:lnTo>
                      <a:pt x="387096" y="265176"/>
                    </a:lnTo>
                    <a:lnTo>
                      <a:pt x="387096" y="280416"/>
                    </a:lnTo>
                    <a:lnTo>
                      <a:pt x="402336" y="280416"/>
                    </a:lnTo>
                    <a:lnTo>
                      <a:pt x="402336" y="265176"/>
                    </a:lnTo>
                    <a:close/>
                  </a:path>
                  <a:path w="2261870" h="683260">
                    <a:moveTo>
                      <a:pt x="438912" y="265176"/>
                    </a:moveTo>
                    <a:lnTo>
                      <a:pt x="420624" y="265176"/>
                    </a:lnTo>
                    <a:lnTo>
                      <a:pt x="420624" y="280416"/>
                    </a:lnTo>
                    <a:lnTo>
                      <a:pt x="438912" y="280416"/>
                    </a:lnTo>
                    <a:lnTo>
                      <a:pt x="438912" y="265176"/>
                    </a:lnTo>
                    <a:close/>
                  </a:path>
                  <a:path w="2261870" h="683260">
                    <a:moveTo>
                      <a:pt x="472440" y="265176"/>
                    </a:moveTo>
                    <a:lnTo>
                      <a:pt x="457200" y="265176"/>
                    </a:lnTo>
                    <a:lnTo>
                      <a:pt x="457200" y="280416"/>
                    </a:lnTo>
                    <a:lnTo>
                      <a:pt x="472440" y="280416"/>
                    </a:lnTo>
                    <a:lnTo>
                      <a:pt x="472440" y="265176"/>
                    </a:lnTo>
                    <a:close/>
                  </a:path>
                  <a:path w="2261870" h="683260">
                    <a:moveTo>
                      <a:pt x="509016" y="265176"/>
                    </a:moveTo>
                    <a:lnTo>
                      <a:pt x="490728" y="265176"/>
                    </a:lnTo>
                    <a:lnTo>
                      <a:pt x="490728" y="280416"/>
                    </a:lnTo>
                    <a:lnTo>
                      <a:pt x="509016" y="280416"/>
                    </a:lnTo>
                    <a:lnTo>
                      <a:pt x="509016" y="265176"/>
                    </a:lnTo>
                    <a:close/>
                  </a:path>
                  <a:path w="2261870" h="683260">
                    <a:moveTo>
                      <a:pt x="542544" y="265176"/>
                    </a:moveTo>
                    <a:lnTo>
                      <a:pt x="527304" y="265176"/>
                    </a:lnTo>
                    <a:lnTo>
                      <a:pt x="527304" y="280416"/>
                    </a:lnTo>
                    <a:lnTo>
                      <a:pt x="542544" y="280416"/>
                    </a:lnTo>
                    <a:lnTo>
                      <a:pt x="542544" y="265176"/>
                    </a:lnTo>
                    <a:close/>
                  </a:path>
                  <a:path w="2261870" h="683260">
                    <a:moveTo>
                      <a:pt x="579120" y="265176"/>
                    </a:moveTo>
                    <a:lnTo>
                      <a:pt x="560832" y="265176"/>
                    </a:lnTo>
                    <a:lnTo>
                      <a:pt x="560832" y="280416"/>
                    </a:lnTo>
                    <a:lnTo>
                      <a:pt x="579120" y="280416"/>
                    </a:lnTo>
                    <a:lnTo>
                      <a:pt x="579120" y="265176"/>
                    </a:lnTo>
                    <a:close/>
                  </a:path>
                  <a:path w="2261870" h="683260">
                    <a:moveTo>
                      <a:pt x="612648" y="265176"/>
                    </a:moveTo>
                    <a:lnTo>
                      <a:pt x="597408" y="265176"/>
                    </a:lnTo>
                    <a:lnTo>
                      <a:pt x="597408" y="280416"/>
                    </a:lnTo>
                    <a:lnTo>
                      <a:pt x="612648" y="280416"/>
                    </a:lnTo>
                    <a:lnTo>
                      <a:pt x="612648" y="265176"/>
                    </a:lnTo>
                    <a:close/>
                  </a:path>
                  <a:path w="2261870" h="683260">
                    <a:moveTo>
                      <a:pt x="649224" y="265176"/>
                    </a:moveTo>
                    <a:lnTo>
                      <a:pt x="630936" y="265176"/>
                    </a:lnTo>
                    <a:lnTo>
                      <a:pt x="630936" y="280416"/>
                    </a:lnTo>
                    <a:lnTo>
                      <a:pt x="649224" y="280416"/>
                    </a:lnTo>
                    <a:lnTo>
                      <a:pt x="649224" y="265176"/>
                    </a:lnTo>
                    <a:close/>
                  </a:path>
                  <a:path w="2261870" h="683260">
                    <a:moveTo>
                      <a:pt x="682752" y="265176"/>
                    </a:moveTo>
                    <a:lnTo>
                      <a:pt x="667512" y="265176"/>
                    </a:lnTo>
                    <a:lnTo>
                      <a:pt x="667512" y="280416"/>
                    </a:lnTo>
                    <a:lnTo>
                      <a:pt x="682752" y="280416"/>
                    </a:lnTo>
                    <a:lnTo>
                      <a:pt x="682752" y="265176"/>
                    </a:lnTo>
                    <a:close/>
                  </a:path>
                  <a:path w="2261870" h="683260">
                    <a:moveTo>
                      <a:pt x="719328" y="265176"/>
                    </a:moveTo>
                    <a:lnTo>
                      <a:pt x="701040" y="265176"/>
                    </a:lnTo>
                    <a:lnTo>
                      <a:pt x="701040" y="280416"/>
                    </a:lnTo>
                    <a:lnTo>
                      <a:pt x="719328" y="280416"/>
                    </a:lnTo>
                    <a:lnTo>
                      <a:pt x="719328" y="265176"/>
                    </a:lnTo>
                    <a:close/>
                  </a:path>
                  <a:path w="2261870" h="683260">
                    <a:moveTo>
                      <a:pt x="752856" y="265176"/>
                    </a:moveTo>
                    <a:lnTo>
                      <a:pt x="737616" y="265176"/>
                    </a:lnTo>
                    <a:lnTo>
                      <a:pt x="737616" y="280416"/>
                    </a:lnTo>
                    <a:lnTo>
                      <a:pt x="752856" y="280416"/>
                    </a:lnTo>
                    <a:lnTo>
                      <a:pt x="752856" y="265176"/>
                    </a:lnTo>
                    <a:close/>
                  </a:path>
                  <a:path w="2261870" h="683260">
                    <a:moveTo>
                      <a:pt x="789432" y="265176"/>
                    </a:moveTo>
                    <a:lnTo>
                      <a:pt x="771144" y="265176"/>
                    </a:lnTo>
                    <a:lnTo>
                      <a:pt x="771144" y="280416"/>
                    </a:lnTo>
                    <a:lnTo>
                      <a:pt x="789432" y="280416"/>
                    </a:lnTo>
                    <a:lnTo>
                      <a:pt x="789432" y="265176"/>
                    </a:lnTo>
                    <a:close/>
                  </a:path>
                  <a:path w="2261870" h="683260">
                    <a:moveTo>
                      <a:pt x="822960" y="265176"/>
                    </a:moveTo>
                    <a:lnTo>
                      <a:pt x="807720" y="265176"/>
                    </a:lnTo>
                    <a:lnTo>
                      <a:pt x="807720" y="280416"/>
                    </a:lnTo>
                    <a:lnTo>
                      <a:pt x="822960" y="280416"/>
                    </a:lnTo>
                    <a:lnTo>
                      <a:pt x="822960" y="265176"/>
                    </a:lnTo>
                    <a:close/>
                  </a:path>
                  <a:path w="2261870" h="683260">
                    <a:moveTo>
                      <a:pt x="859536" y="265176"/>
                    </a:moveTo>
                    <a:lnTo>
                      <a:pt x="841248" y="265176"/>
                    </a:lnTo>
                    <a:lnTo>
                      <a:pt x="841248" y="280416"/>
                    </a:lnTo>
                    <a:lnTo>
                      <a:pt x="859536" y="280416"/>
                    </a:lnTo>
                    <a:lnTo>
                      <a:pt x="859536" y="265176"/>
                    </a:lnTo>
                    <a:close/>
                  </a:path>
                  <a:path w="2261870" h="683260">
                    <a:moveTo>
                      <a:pt x="893064" y="265176"/>
                    </a:moveTo>
                    <a:lnTo>
                      <a:pt x="877824" y="265176"/>
                    </a:lnTo>
                    <a:lnTo>
                      <a:pt x="877824" y="280416"/>
                    </a:lnTo>
                    <a:lnTo>
                      <a:pt x="893064" y="280416"/>
                    </a:lnTo>
                    <a:lnTo>
                      <a:pt x="893064" y="265176"/>
                    </a:lnTo>
                    <a:close/>
                  </a:path>
                  <a:path w="2261870" h="683260">
                    <a:moveTo>
                      <a:pt x="929640" y="265176"/>
                    </a:moveTo>
                    <a:lnTo>
                      <a:pt x="911352" y="265176"/>
                    </a:lnTo>
                    <a:lnTo>
                      <a:pt x="911352" y="280416"/>
                    </a:lnTo>
                    <a:lnTo>
                      <a:pt x="929640" y="280416"/>
                    </a:lnTo>
                    <a:lnTo>
                      <a:pt x="929640" y="265176"/>
                    </a:lnTo>
                    <a:close/>
                  </a:path>
                  <a:path w="2261870" h="683260">
                    <a:moveTo>
                      <a:pt x="963168" y="265176"/>
                    </a:moveTo>
                    <a:lnTo>
                      <a:pt x="947928" y="265176"/>
                    </a:lnTo>
                    <a:lnTo>
                      <a:pt x="947928" y="280416"/>
                    </a:lnTo>
                    <a:lnTo>
                      <a:pt x="963168" y="280416"/>
                    </a:lnTo>
                    <a:lnTo>
                      <a:pt x="963168" y="265176"/>
                    </a:lnTo>
                    <a:close/>
                  </a:path>
                  <a:path w="2261870" h="683260">
                    <a:moveTo>
                      <a:pt x="999744" y="265176"/>
                    </a:moveTo>
                    <a:lnTo>
                      <a:pt x="981456" y="265176"/>
                    </a:lnTo>
                    <a:lnTo>
                      <a:pt x="981456" y="280416"/>
                    </a:lnTo>
                    <a:lnTo>
                      <a:pt x="999744" y="280416"/>
                    </a:lnTo>
                    <a:lnTo>
                      <a:pt x="999744" y="265176"/>
                    </a:lnTo>
                    <a:close/>
                  </a:path>
                  <a:path w="2261870" h="683260">
                    <a:moveTo>
                      <a:pt x="1033272" y="265176"/>
                    </a:moveTo>
                    <a:lnTo>
                      <a:pt x="1018032" y="265176"/>
                    </a:lnTo>
                    <a:lnTo>
                      <a:pt x="1018032" y="280416"/>
                    </a:lnTo>
                    <a:lnTo>
                      <a:pt x="1033272" y="280416"/>
                    </a:lnTo>
                    <a:lnTo>
                      <a:pt x="1033272" y="265176"/>
                    </a:lnTo>
                    <a:close/>
                  </a:path>
                  <a:path w="2261870" h="683260">
                    <a:moveTo>
                      <a:pt x="1069848" y="265176"/>
                    </a:moveTo>
                    <a:lnTo>
                      <a:pt x="1051560" y="265176"/>
                    </a:lnTo>
                    <a:lnTo>
                      <a:pt x="1051560" y="280416"/>
                    </a:lnTo>
                    <a:lnTo>
                      <a:pt x="1069848" y="280416"/>
                    </a:lnTo>
                    <a:lnTo>
                      <a:pt x="1069848" y="265176"/>
                    </a:lnTo>
                    <a:close/>
                  </a:path>
                  <a:path w="2261870" h="683260">
                    <a:moveTo>
                      <a:pt x="1103376" y="265176"/>
                    </a:moveTo>
                    <a:lnTo>
                      <a:pt x="1088136" y="265176"/>
                    </a:lnTo>
                    <a:lnTo>
                      <a:pt x="1088136" y="280416"/>
                    </a:lnTo>
                    <a:lnTo>
                      <a:pt x="1103376" y="280416"/>
                    </a:lnTo>
                    <a:lnTo>
                      <a:pt x="1103376" y="265176"/>
                    </a:lnTo>
                    <a:close/>
                  </a:path>
                  <a:path w="2261870" h="683260">
                    <a:moveTo>
                      <a:pt x="1139952" y="265176"/>
                    </a:moveTo>
                    <a:lnTo>
                      <a:pt x="1121664" y="265176"/>
                    </a:lnTo>
                    <a:lnTo>
                      <a:pt x="1121664" y="280416"/>
                    </a:lnTo>
                    <a:lnTo>
                      <a:pt x="1139952" y="280416"/>
                    </a:lnTo>
                    <a:lnTo>
                      <a:pt x="1139952" y="265176"/>
                    </a:lnTo>
                    <a:close/>
                  </a:path>
                  <a:path w="2261870" h="683260">
                    <a:moveTo>
                      <a:pt x="1173480" y="265176"/>
                    </a:moveTo>
                    <a:lnTo>
                      <a:pt x="1158240" y="265176"/>
                    </a:lnTo>
                    <a:lnTo>
                      <a:pt x="1158240" y="280416"/>
                    </a:lnTo>
                    <a:lnTo>
                      <a:pt x="1173480" y="280416"/>
                    </a:lnTo>
                    <a:lnTo>
                      <a:pt x="1173480" y="265176"/>
                    </a:lnTo>
                    <a:close/>
                  </a:path>
                  <a:path w="2261870" h="683260">
                    <a:moveTo>
                      <a:pt x="1210056" y="265176"/>
                    </a:moveTo>
                    <a:lnTo>
                      <a:pt x="1191768" y="265176"/>
                    </a:lnTo>
                    <a:lnTo>
                      <a:pt x="1191768" y="280416"/>
                    </a:lnTo>
                    <a:lnTo>
                      <a:pt x="1210056" y="280416"/>
                    </a:lnTo>
                    <a:lnTo>
                      <a:pt x="1210056" y="265176"/>
                    </a:lnTo>
                    <a:close/>
                  </a:path>
                  <a:path w="2261870" h="683260">
                    <a:moveTo>
                      <a:pt x="1243584" y="265176"/>
                    </a:moveTo>
                    <a:lnTo>
                      <a:pt x="1228344" y="265176"/>
                    </a:lnTo>
                    <a:lnTo>
                      <a:pt x="1228344" y="280416"/>
                    </a:lnTo>
                    <a:lnTo>
                      <a:pt x="1243584" y="280416"/>
                    </a:lnTo>
                    <a:lnTo>
                      <a:pt x="1243584" y="265176"/>
                    </a:lnTo>
                    <a:close/>
                  </a:path>
                  <a:path w="2261870" h="683260">
                    <a:moveTo>
                      <a:pt x="1280160" y="265176"/>
                    </a:moveTo>
                    <a:lnTo>
                      <a:pt x="1261872" y="265176"/>
                    </a:lnTo>
                    <a:lnTo>
                      <a:pt x="1261872" y="280416"/>
                    </a:lnTo>
                    <a:lnTo>
                      <a:pt x="1280160" y="280416"/>
                    </a:lnTo>
                    <a:lnTo>
                      <a:pt x="1280160" y="265176"/>
                    </a:lnTo>
                    <a:close/>
                  </a:path>
                  <a:path w="2261870" h="683260">
                    <a:moveTo>
                      <a:pt x="1313688" y="265176"/>
                    </a:moveTo>
                    <a:lnTo>
                      <a:pt x="1298448" y="265176"/>
                    </a:lnTo>
                    <a:lnTo>
                      <a:pt x="1298448" y="280416"/>
                    </a:lnTo>
                    <a:lnTo>
                      <a:pt x="1313688" y="280416"/>
                    </a:lnTo>
                    <a:lnTo>
                      <a:pt x="1313688" y="265176"/>
                    </a:lnTo>
                    <a:close/>
                  </a:path>
                  <a:path w="2261870" h="683260">
                    <a:moveTo>
                      <a:pt x="1350264" y="265176"/>
                    </a:moveTo>
                    <a:lnTo>
                      <a:pt x="1331976" y="265176"/>
                    </a:lnTo>
                    <a:lnTo>
                      <a:pt x="1331976" y="280416"/>
                    </a:lnTo>
                    <a:lnTo>
                      <a:pt x="1350264" y="280416"/>
                    </a:lnTo>
                    <a:lnTo>
                      <a:pt x="1350264" y="265176"/>
                    </a:lnTo>
                    <a:close/>
                  </a:path>
                  <a:path w="2261870" h="683260">
                    <a:moveTo>
                      <a:pt x="1383792" y="265176"/>
                    </a:moveTo>
                    <a:lnTo>
                      <a:pt x="1368552" y="265176"/>
                    </a:lnTo>
                    <a:lnTo>
                      <a:pt x="1368552" y="280416"/>
                    </a:lnTo>
                    <a:lnTo>
                      <a:pt x="1383792" y="280416"/>
                    </a:lnTo>
                    <a:lnTo>
                      <a:pt x="1383792" y="265176"/>
                    </a:lnTo>
                    <a:close/>
                  </a:path>
                  <a:path w="2261870" h="683260">
                    <a:moveTo>
                      <a:pt x="1420368" y="265176"/>
                    </a:moveTo>
                    <a:lnTo>
                      <a:pt x="1402080" y="265176"/>
                    </a:lnTo>
                    <a:lnTo>
                      <a:pt x="1402080" y="280416"/>
                    </a:lnTo>
                    <a:lnTo>
                      <a:pt x="1420368" y="280416"/>
                    </a:lnTo>
                    <a:lnTo>
                      <a:pt x="1420368" y="265176"/>
                    </a:lnTo>
                    <a:close/>
                  </a:path>
                  <a:path w="2261870" h="683260">
                    <a:moveTo>
                      <a:pt x="1453896" y="265176"/>
                    </a:moveTo>
                    <a:lnTo>
                      <a:pt x="1438656" y="265176"/>
                    </a:lnTo>
                    <a:lnTo>
                      <a:pt x="1438656" y="280416"/>
                    </a:lnTo>
                    <a:lnTo>
                      <a:pt x="1453896" y="280416"/>
                    </a:lnTo>
                    <a:lnTo>
                      <a:pt x="1453896" y="265176"/>
                    </a:lnTo>
                    <a:close/>
                  </a:path>
                  <a:path w="2261870" h="683260">
                    <a:moveTo>
                      <a:pt x="1490472" y="265176"/>
                    </a:moveTo>
                    <a:lnTo>
                      <a:pt x="1472184" y="265176"/>
                    </a:lnTo>
                    <a:lnTo>
                      <a:pt x="1472184" y="280416"/>
                    </a:lnTo>
                    <a:lnTo>
                      <a:pt x="1490472" y="280416"/>
                    </a:lnTo>
                    <a:lnTo>
                      <a:pt x="1490472" y="265176"/>
                    </a:lnTo>
                    <a:close/>
                  </a:path>
                  <a:path w="2261870" h="683260">
                    <a:moveTo>
                      <a:pt x="1524000" y="265176"/>
                    </a:moveTo>
                    <a:lnTo>
                      <a:pt x="1508760" y="265176"/>
                    </a:lnTo>
                    <a:lnTo>
                      <a:pt x="1508760" y="280416"/>
                    </a:lnTo>
                    <a:lnTo>
                      <a:pt x="1524000" y="280416"/>
                    </a:lnTo>
                    <a:lnTo>
                      <a:pt x="1524000" y="265176"/>
                    </a:lnTo>
                    <a:close/>
                  </a:path>
                  <a:path w="2261870" h="683260">
                    <a:moveTo>
                      <a:pt x="1560576" y="265176"/>
                    </a:moveTo>
                    <a:lnTo>
                      <a:pt x="1542288" y="265176"/>
                    </a:lnTo>
                    <a:lnTo>
                      <a:pt x="1542288" y="280416"/>
                    </a:lnTo>
                    <a:lnTo>
                      <a:pt x="1560576" y="280416"/>
                    </a:lnTo>
                    <a:lnTo>
                      <a:pt x="1560576" y="265176"/>
                    </a:lnTo>
                    <a:close/>
                  </a:path>
                  <a:path w="2261870" h="683260">
                    <a:moveTo>
                      <a:pt x="1594104" y="265176"/>
                    </a:moveTo>
                    <a:lnTo>
                      <a:pt x="1578864" y="265176"/>
                    </a:lnTo>
                    <a:lnTo>
                      <a:pt x="1578864" y="280416"/>
                    </a:lnTo>
                    <a:lnTo>
                      <a:pt x="1594104" y="280416"/>
                    </a:lnTo>
                    <a:lnTo>
                      <a:pt x="1594104" y="265176"/>
                    </a:lnTo>
                    <a:close/>
                  </a:path>
                  <a:path w="2261870" h="683260">
                    <a:moveTo>
                      <a:pt x="1630680" y="265176"/>
                    </a:moveTo>
                    <a:lnTo>
                      <a:pt x="1612392" y="265176"/>
                    </a:lnTo>
                    <a:lnTo>
                      <a:pt x="1612392" y="280416"/>
                    </a:lnTo>
                    <a:lnTo>
                      <a:pt x="1630680" y="280416"/>
                    </a:lnTo>
                    <a:lnTo>
                      <a:pt x="1630680" y="265176"/>
                    </a:lnTo>
                    <a:close/>
                  </a:path>
                  <a:path w="2261870" h="683260">
                    <a:moveTo>
                      <a:pt x="1664208" y="265176"/>
                    </a:moveTo>
                    <a:lnTo>
                      <a:pt x="1648968" y="265176"/>
                    </a:lnTo>
                    <a:lnTo>
                      <a:pt x="1648968" y="280416"/>
                    </a:lnTo>
                    <a:lnTo>
                      <a:pt x="1664208" y="280416"/>
                    </a:lnTo>
                    <a:lnTo>
                      <a:pt x="1664208" y="265176"/>
                    </a:lnTo>
                    <a:close/>
                  </a:path>
                  <a:path w="2261870" h="683260">
                    <a:moveTo>
                      <a:pt x="1700784" y="265176"/>
                    </a:moveTo>
                    <a:lnTo>
                      <a:pt x="1682496" y="265176"/>
                    </a:lnTo>
                    <a:lnTo>
                      <a:pt x="1682496" y="280416"/>
                    </a:lnTo>
                    <a:lnTo>
                      <a:pt x="1700784" y="280416"/>
                    </a:lnTo>
                    <a:lnTo>
                      <a:pt x="1700784" y="265176"/>
                    </a:lnTo>
                    <a:close/>
                  </a:path>
                  <a:path w="2261870" h="683260">
                    <a:moveTo>
                      <a:pt x="1734312" y="265176"/>
                    </a:moveTo>
                    <a:lnTo>
                      <a:pt x="1719072" y="265176"/>
                    </a:lnTo>
                    <a:lnTo>
                      <a:pt x="1719072" y="280416"/>
                    </a:lnTo>
                    <a:lnTo>
                      <a:pt x="1734312" y="280416"/>
                    </a:lnTo>
                    <a:lnTo>
                      <a:pt x="1734312" y="265176"/>
                    </a:lnTo>
                    <a:close/>
                  </a:path>
                  <a:path w="2261870" h="683260">
                    <a:moveTo>
                      <a:pt x="1770888" y="265176"/>
                    </a:moveTo>
                    <a:lnTo>
                      <a:pt x="1752600" y="265176"/>
                    </a:lnTo>
                    <a:lnTo>
                      <a:pt x="1752600" y="280416"/>
                    </a:lnTo>
                    <a:lnTo>
                      <a:pt x="1770888" y="280416"/>
                    </a:lnTo>
                    <a:lnTo>
                      <a:pt x="1770888" y="265176"/>
                    </a:lnTo>
                    <a:close/>
                  </a:path>
                  <a:path w="2261870" h="683260">
                    <a:moveTo>
                      <a:pt x="1804416" y="265176"/>
                    </a:moveTo>
                    <a:lnTo>
                      <a:pt x="1789176" y="265176"/>
                    </a:lnTo>
                    <a:lnTo>
                      <a:pt x="1789176" y="280416"/>
                    </a:lnTo>
                    <a:lnTo>
                      <a:pt x="1804416" y="280416"/>
                    </a:lnTo>
                    <a:lnTo>
                      <a:pt x="1804416" y="265176"/>
                    </a:lnTo>
                    <a:close/>
                  </a:path>
                  <a:path w="2261870" h="683260">
                    <a:moveTo>
                      <a:pt x="1840992" y="265176"/>
                    </a:moveTo>
                    <a:lnTo>
                      <a:pt x="1822704" y="265176"/>
                    </a:lnTo>
                    <a:lnTo>
                      <a:pt x="1822704" y="280416"/>
                    </a:lnTo>
                    <a:lnTo>
                      <a:pt x="1840992" y="280416"/>
                    </a:lnTo>
                    <a:lnTo>
                      <a:pt x="1840992" y="265176"/>
                    </a:lnTo>
                    <a:close/>
                  </a:path>
                  <a:path w="2261870" h="683260">
                    <a:moveTo>
                      <a:pt x="1874520" y="265176"/>
                    </a:moveTo>
                    <a:lnTo>
                      <a:pt x="1859280" y="265176"/>
                    </a:lnTo>
                    <a:lnTo>
                      <a:pt x="1859280" y="280416"/>
                    </a:lnTo>
                    <a:lnTo>
                      <a:pt x="1874520" y="280416"/>
                    </a:lnTo>
                    <a:lnTo>
                      <a:pt x="1874520" y="265176"/>
                    </a:lnTo>
                    <a:close/>
                  </a:path>
                  <a:path w="2261870" h="683260">
                    <a:moveTo>
                      <a:pt x="1911096" y="265176"/>
                    </a:moveTo>
                    <a:lnTo>
                      <a:pt x="1892808" y="265176"/>
                    </a:lnTo>
                    <a:lnTo>
                      <a:pt x="1892808" y="280416"/>
                    </a:lnTo>
                    <a:lnTo>
                      <a:pt x="1911096" y="280416"/>
                    </a:lnTo>
                    <a:lnTo>
                      <a:pt x="1911096" y="265176"/>
                    </a:lnTo>
                    <a:close/>
                  </a:path>
                  <a:path w="2261870" h="683260">
                    <a:moveTo>
                      <a:pt x="1944624" y="265176"/>
                    </a:moveTo>
                    <a:lnTo>
                      <a:pt x="1929384" y="265176"/>
                    </a:lnTo>
                    <a:lnTo>
                      <a:pt x="1929384" y="280416"/>
                    </a:lnTo>
                    <a:lnTo>
                      <a:pt x="1944624" y="280416"/>
                    </a:lnTo>
                    <a:lnTo>
                      <a:pt x="1944624" y="265176"/>
                    </a:lnTo>
                    <a:close/>
                  </a:path>
                  <a:path w="2261870" h="683260">
                    <a:moveTo>
                      <a:pt x="1981200" y="265176"/>
                    </a:moveTo>
                    <a:lnTo>
                      <a:pt x="1962912" y="265176"/>
                    </a:lnTo>
                    <a:lnTo>
                      <a:pt x="1962912" y="280416"/>
                    </a:lnTo>
                    <a:lnTo>
                      <a:pt x="1981200" y="280416"/>
                    </a:lnTo>
                    <a:lnTo>
                      <a:pt x="1981200" y="265176"/>
                    </a:lnTo>
                    <a:close/>
                  </a:path>
                  <a:path w="2261870" h="683260">
                    <a:moveTo>
                      <a:pt x="2014728" y="265176"/>
                    </a:moveTo>
                    <a:lnTo>
                      <a:pt x="1999488" y="265176"/>
                    </a:lnTo>
                    <a:lnTo>
                      <a:pt x="1999488" y="280416"/>
                    </a:lnTo>
                    <a:lnTo>
                      <a:pt x="2014728" y="280416"/>
                    </a:lnTo>
                    <a:lnTo>
                      <a:pt x="2014728" y="265176"/>
                    </a:lnTo>
                    <a:close/>
                  </a:path>
                  <a:path w="2261870" h="683260">
                    <a:moveTo>
                      <a:pt x="2051304" y="265176"/>
                    </a:moveTo>
                    <a:lnTo>
                      <a:pt x="2033016" y="265176"/>
                    </a:lnTo>
                    <a:lnTo>
                      <a:pt x="2033016" y="280416"/>
                    </a:lnTo>
                    <a:lnTo>
                      <a:pt x="2051304" y="280416"/>
                    </a:lnTo>
                    <a:lnTo>
                      <a:pt x="2051304" y="265176"/>
                    </a:lnTo>
                    <a:close/>
                  </a:path>
                  <a:path w="2261870" h="683260">
                    <a:moveTo>
                      <a:pt x="2084832" y="265176"/>
                    </a:moveTo>
                    <a:lnTo>
                      <a:pt x="2069592" y="265176"/>
                    </a:lnTo>
                    <a:lnTo>
                      <a:pt x="2069592" y="280416"/>
                    </a:lnTo>
                    <a:lnTo>
                      <a:pt x="2084832" y="280416"/>
                    </a:lnTo>
                    <a:lnTo>
                      <a:pt x="2084832" y="265176"/>
                    </a:lnTo>
                    <a:close/>
                  </a:path>
                  <a:path w="2261870" h="683260">
                    <a:moveTo>
                      <a:pt x="2121408" y="265176"/>
                    </a:moveTo>
                    <a:lnTo>
                      <a:pt x="2103107" y="265176"/>
                    </a:lnTo>
                    <a:lnTo>
                      <a:pt x="2103107" y="280416"/>
                    </a:lnTo>
                    <a:lnTo>
                      <a:pt x="2121408" y="280416"/>
                    </a:lnTo>
                    <a:lnTo>
                      <a:pt x="2121408" y="265176"/>
                    </a:lnTo>
                    <a:close/>
                  </a:path>
                  <a:path w="2261870" h="683260">
                    <a:moveTo>
                      <a:pt x="2154936" y="265176"/>
                    </a:moveTo>
                    <a:lnTo>
                      <a:pt x="2139696" y="265176"/>
                    </a:lnTo>
                    <a:lnTo>
                      <a:pt x="2139696" y="280416"/>
                    </a:lnTo>
                    <a:lnTo>
                      <a:pt x="2154936" y="280416"/>
                    </a:lnTo>
                    <a:lnTo>
                      <a:pt x="2154936" y="265176"/>
                    </a:lnTo>
                    <a:close/>
                  </a:path>
                  <a:path w="2261870" h="683260">
                    <a:moveTo>
                      <a:pt x="2191512" y="265176"/>
                    </a:moveTo>
                    <a:lnTo>
                      <a:pt x="2173224" y="265176"/>
                    </a:lnTo>
                    <a:lnTo>
                      <a:pt x="2173224" y="280416"/>
                    </a:lnTo>
                    <a:lnTo>
                      <a:pt x="2191512" y="280416"/>
                    </a:lnTo>
                    <a:lnTo>
                      <a:pt x="2191512" y="265176"/>
                    </a:lnTo>
                    <a:close/>
                  </a:path>
                  <a:path w="2261870" h="683260">
                    <a:moveTo>
                      <a:pt x="2225040" y="265176"/>
                    </a:moveTo>
                    <a:lnTo>
                      <a:pt x="2206752" y="265176"/>
                    </a:lnTo>
                    <a:lnTo>
                      <a:pt x="2206752" y="280416"/>
                    </a:lnTo>
                    <a:lnTo>
                      <a:pt x="2225040" y="280416"/>
                    </a:lnTo>
                    <a:lnTo>
                      <a:pt x="2225040" y="265176"/>
                    </a:lnTo>
                    <a:close/>
                  </a:path>
                  <a:path w="2261870" h="683260">
                    <a:moveTo>
                      <a:pt x="2261616" y="265176"/>
                    </a:moveTo>
                    <a:lnTo>
                      <a:pt x="2243328" y="265176"/>
                    </a:lnTo>
                    <a:lnTo>
                      <a:pt x="2243328" y="280416"/>
                    </a:lnTo>
                    <a:lnTo>
                      <a:pt x="2261616" y="280416"/>
                    </a:lnTo>
                    <a:lnTo>
                      <a:pt x="2261616" y="26517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3E3E36B6-9560-E0AE-D2A4-BFA0F00D0D71}"/>
                </a:ext>
              </a:extLst>
            </p:cNvPr>
            <p:cNvSpPr txBox="1"/>
            <p:nvPr/>
          </p:nvSpPr>
          <p:spPr>
            <a:xfrm>
              <a:off x="4035303" y="1264714"/>
              <a:ext cx="502284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3300" b="1" spc="15" baseline="15151" dirty="0">
                  <a:latin typeface="Arial"/>
                  <a:cs typeface="Arial"/>
                </a:rPr>
                <a:t>i</a:t>
              </a:r>
              <a:r>
                <a:rPr sz="1950" b="1" spc="10" baseline="-25000" dirty="0">
                  <a:latin typeface="Arial"/>
                  <a:cs typeface="Arial"/>
                </a:rPr>
                <a:t>DS</a:t>
              </a:r>
              <a:endParaRPr sz="1950" baseline="-25000" dirty="0">
                <a:latin typeface="Arial"/>
                <a:cs typeface="Arial"/>
              </a:endParaRPr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83312911-F1DE-5EE5-CD7B-285D915F61EE}"/>
                </a:ext>
              </a:extLst>
            </p:cNvPr>
            <p:cNvSpPr txBox="1"/>
            <p:nvPr/>
          </p:nvSpPr>
          <p:spPr>
            <a:xfrm>
              <a:off x="4902843" y="3660255"/>
              <a:ext cx="3475990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63500">
                <a:lnSpc>
                  <a:spcPct val="100000"/>
                </a:lnSpc>
                <a:spcBef>
                  <a:spcPts val="105"/>
                </a:spcBef>
                <a:tabLst>
                  <a:tab pos="1980564" algn="l"/>
                  <a:tab pos="2925445" algn="l"/>
                </a:tabLst>
              </a:pPr>
              <a:r>
                <a:rPr sz="3300" b="1" baseline="15151" dirty="0">
                  <a:latin typeface="Arial"/>
                  <a:cs typeface="Arial"/>
                </a:rPr>
                <a:t>v</a:t>
              </a:r>
              <a:r>
                <a:rPr sz="1950" b="1" baseline="-25000" dirty="0">
                  <a:latin typeface="Arial"/>
                  <a:cs typeface="Arial"/>
                </a:rPr>
                <a:t>DS1</a:t>
              </a:r>
              <a:r>
                <a:rPr sz="1950" b="1" spc="95" dirty="0">
                  <a:latin typeface="Arial"/>
                  <a:cs typeface="Arial"/>
                </a:rPr>
                <a:t> </a:t>
              </a:r>
              <a:r>
                <a:rPr sz="3300" b="1" baseline="15151" dirty="0">
                  <a:latin typeface="Arial"/>
                  <a:cs typeface="Arial"/>
                </a:rPr>
                <a:t>=</a:t>
              </a:r>
              <a:r>
                <a:rPr sz="3300" b="1" spc="-7" baseline="15151" dirty="0">
                  <a:latin typeface="Arial"/>
                  <a:cs typeface="Arial"/>
                </a:rPr>
                <a:t> </a:t>
              </a:r>
              <a:r>
                <a:rPr sz="3300" b="1" baseline="15151" dirty="0">
                  <a:latin typeface="Arial"/>
                  <a:cs typeface="Arial"/>
                </a:rPr>
                <a:t>v</a:t>
              </a:r>
              <a:r>
                <a:rPr sz="1950" b="1" baseline="-25000" dirty="0">
                  <a:latin typeface="Arial"/>
                  <a:cs typeface="Arial"/>
                </a:rPr>
                <a:t>GS1</a:t>
              </a:r>
              <a:r>
                <a:rPr sz="1950" b="1" dirty="0">
                  <a:latin typeface="Arial"/>
                  <a:cs typeface="Arial"/>
                </a:rPr>
                <a:t>	</a:t>
              </a:r>
              <a:r>
                <a:rPr sz="3300" b="1" baseline="15151" dirty="0">
                  <a:latin typeface="Arial"/>
                  <a:cs typeface="Arial"/>
                </a:rPr>
                <a:t>v</a:t>
              </a:r>
              <a:r>
                <a:rPr sz="1950" b="1" baseline="-25000" dirty="0">
                  <a:latin typeface="Arial"/>
                  <a:cs typeface="Arial"/>
                </a:rPr>
                <a:t>DS2</a:t>
              </a:r>
              <a:r>
                <a:rPr sz="1950" b="1" dirty="0">
                  <a:latin typeface="Arial"/>
                  <a:cs typeface="Arial"/>
                </a:rPr>
                <a:t>	</a:t>
              </a:r>
              <a:r>
                <a:rPr sz="3300" b="1" spc="-7" baseline="15151" dirty="0">
                  <a:latin typeface="Arial"/>
                  <a:cs typeface="Arial"/>
                </a:rPr>
                <a:t>v</a:t>
              </a:r>
              <a:r>
                <a:rPr sz="1950" b="1" spc="-5" baseline="-25000" dirty="0">
                  <a:latin typeface="Arial"/>
                  <a:cs typeface="Arial"/>
                </a:rPr>
                <a:t>DS</a:t>
              </a:r>
              <a:endParaRPr sz="1950" baseline="-25000" dirty="0">
                <a:latin typeface="Arial"/>
                <a:cs typeface="Arial"/>
              </a:endParaRPr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47713DC0-67E9-9C95-D947-AD69CA6B43BD}"/>
                </a:ext>
              </a:extLst>
            </p:cNvPr>
            <p:cNvSpPr txBox="1"/>
            <p:nvPr/>
          </p:nvSpPr>
          <p:spPr>
            <a:xfrm>
              <a:off x="7451986" y="1907655"/>
              <a:ext cx="590550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3300" b="1" baseline="15151" dirty="0">
                  <a:latin typeface="Arial"/>
                  <a:cs typeface="Arial"/>
                </a:rPr>
                <a:t>v</a:t>
              </a:r>
              <a:r>
                <a:rPr sz="1950" b="1" baseline="-25000" dirty="0">
                  <a:latin typeface="Arial"/>
                  <a:cs typeface="Arial"/>
                </a:rPr>
                <a:t>GS</a:t>
              </a:r>
              <a:endParaRPr sz="1950" baseline="-25000" dirty="0">
                <a:latin typeface="Arial"/>
                <a:cs typeface="Arial"/>
              </a:endParaRPr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5C101437-7276-30CA-7C20-39EA8873E0DB}"/>
                </a:ext>
              </a:extLst>
            </p:cNvPr>
            <p:cNvSpPr txBox="1"/>
            <p:nvPr/>
          </p:nvSpPr>
          <p:spPr>
            <a:xfrm>
              <a:off x="4788034" y="1355967"/>
              <a:ext cx="717550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3300" b="1" spc="-195" baseline="15151" dirty="0">
                  <a:latin typeface="Verdana"/>
                  <a:cs typeface="Verdana"/>
                </a:rPr>
                <a:t>Δ</a:t>
              </a:r>
              <a:r>
                <a:rPr sz="3300" b="1" spc="-195" baseline="15151" dirty="0">
                  <a:latin typeface="Arial"/>
                  <a:cs typeface="Arial"/>
                </a:rPr>
                <a:t>i</a:t>
              </a:r>
              <a:r>
                <a:rPr sz="1950" b="1" spc="-130" dirty="0">
                  <a:latin typeface="Arial"/>
                  <a:cs typeface="Arial"/>
                </a:rPr>
                <a:t>out</a:t>
              </a:r>
              <a:endParaRPr sz="1950">
                <a:latin typeface="Arial"/>
                <a:cs typeface="Arial"/>
              </a:endParaRPr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2E91B3CB-031A-8964-4A31-9634C36CDA93}"/>
                </a:ext>
              </a:extLst>
            </p:cNvPr>
            <p:cNvSpPr/>
            <p:nvPr/>
          </p:nvSpPr>
          <p:spPr>
            <a:xfrm>
              <a:off x="4820038" y="4806810"/>
              <a:ext cx="688975" cy="0"/>
            </a:xfrm>
            <a:custGeom>
              <a:avLst/>
              <a:gdLst/>
              <a:ahLst/>
              <a:cxnLst/>
              <a:rect l="l" t="t" r="r" b="b"/>
              <a:pathLst>
                <a:path w="688975">
                  <a:moveTo>
                    <a:pt x="0" y="0"/>
                  </a:moveTo>
                  <a:lnTo>
                    <a:pt x="688848" y="0"/>
                  </a:lnTo>
                </a:path>
              </a:pathLst>
            </a:custGeom>
            <a:ln w="335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4AE4771B-FBA3-CDBE-2F5E-AAA9B5F8F029}"/>
                </a:ext>
              </a:extLst>
            </p:cNvPr>
            <p:cNvSpPr txBox="1"/>
            <p:nvPr/>
          </p:nvSpPr>
          <p:spPr>
            <a:xfrm>
              <a:off x="4788034" y="4461879"/>
              <a:ext cx="717550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3300" b="1" spc="-195" baseline="15151" dirty="0">
                  <a:latin typeface="Verdana"/>
                  <a:cs typeface="Verdana"/>
                </a:rPr>
                <a:t>Δ</a:t>
              </a:r>
              <a:r>
                <a:rPr sz="3300" b="1" spc="-195" baseline="15151" dirty="0">
                  <a:latin typeface="Arial"/>
                  <a:cs typeface="Arial"/>
                </a:rPr>
                <a:t>i</a:t>
              </a:r>
              <a:r>
                <a:rPr sz="1950" b="1" spc="-130" dirty="0">
                  <a:latin typeface="Arial"/>
                  <a:cs typeface="Arial"/>
                </a:rPr>
                <a:t>out</a:t>
              </a:r>
              <a:endParaRPr sz="1950">
                <a:latin typeface="Arial"/>
                <a:cs typeface="Arial"/>
              </a:endParaRPr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0B35BF08-5EA2-3301-F0FA-61A615E8272A}"/>
                </a:ext>
              </a:extLst>
            </p:cNvPr>
            <p:cNvSpPr txBox="1"/>
            <p:nvPr/>
          </p:nvSpPr>
          <p:spPr>
            <a:xfrm>
              <a:off x="4894714" y="4897744"/>
              <a:ext cx="544195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3300" b="1" spc="7" baseline="15151" dirty="0">
                  <a:latin typeface="Arial"/>
                  <a:cs typeface="Arial"/>
                </a:rPr>
                <a:t>i</a:t>
              </a:r>
              <a:r>
                <a:rPr sz="1950" b="1" spc="5" dirty="0">
                  <a:latin typeface="Arial"/>
                  <a:cs typeface="Arial"/>
                </a:rPr>
                <a:t>out</a:t>
              </a:r>
              <a:endParaRPr sz="1950">
                <a:latin typeface="Arial"/>
                <a:cs typeface="Arial"/>
              </a:endParaRPr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B35FCAEA-113D-1891-56AD-3A789DF3AD18}"/>
                </a:ext>
              </a:extLst>
            </p:cNvPr>
            <p:cNvSpPr/>
            <p:nvPr/>
          </p:nvSpPr>
          <p:spPr>
            <a:xfrm>
              <a:off x="5996567" y="4761089"/>
              <a:ext cx="1298575" cy="0"/>
            </a:xfrm>
            <a:custGeom>
              <a:avLst/>
              <a:gdLst/>
              <a:ahLst/>
              <a:cxnLst/>
              <a:rect l="l" t="t" r="r" b="b"/>
              <a:pathLst>
                <a:path w="1298575">
                  <a:moveTo>
                    <a:pt x="0" y="0"/>
                  </a:moveTo>
                  <a:lnTo>
                    <a:pt x="1298447" y="0"/>
                  </a:lnTo>
                </a:path>
              </a:pathLst>
            </a:custGeom>
            <a:ln w="335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488919CC-F5C9-A144-A86C-43A9AD4175CB}"/>
                </a:ext>
              </a:extLst>
            </p:cNvPr>
            <p:cNvSpPr txBox="1"/>
            <p:nvPr/>
          </p:nvSpPr>
          <p:spPr>
            <a:xfrm>
              <a:off x="5641475" y="4382631"/>
              <a:ext cx="1792605" cy="56007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63855">
                <a:lnSpc>
                  <a:spcPts val="2100"/>
                </a:lnSpc>
                <a:spcBef>
                  <a:spcPts val="105"/>
                </a:spcBef>
              </a:pPr>
              <a:r>
                <a:rPr sz="3300" b="1" spc="7" baseline="12626" dirty="0">
                  <a:latin typeface="Arial"/>
                  <a:cs typeface="Arial"/>
                </a:rPr>
                <a:t>v</a:t>
              </a:r>
              <a:r>
                <a:rPr sz="1700" b="1" spc="5" dirty="0">
                  <a:latin typeface="Arial"/>
                  <a:cs typeface="Arial"/>
                </a:rPr>
                <a:t>DS2</a:t>
              </a:r>
              <a:r>
                <a:rPr sz="1700" b="1" spc="-25" dirty="0">
                  <a:latin typeface="Arial"/>
                  <a:cs typeface="Arial"/>
                </a:rPr>
                <a:t> </a:t>
              </a:r>
              <a:r>
                <a:rPr sz="3300" b="1" baseline="12626" dirty="0">
                  <a:latin typeface="Arial"/>
                  <a:cs typeface="Arial"/>
                </a:rPr>
                <a:t>-</a:t>
              </a:r>
              <a:r>
                <a:rPr sz="3300" b="1" spc="-60" baseline="12626" dirty="0">
                  <a:latin typeface="Arial"/>
                  <a:cs typeface="Arial"/>
                </a:rPr>
                <a:t> </a:t>
              </a:r>
              <a:r>
                <a:rPr sz="3300" b="1" spc="7" baseline="12626" dirty="0">
                  <a:latin typeface="Arial"/>
                  <a:cs typeface="Arial"/>
                </a:rPr>
                <a:t>v</a:t>
              </a:r>
              <a:r>
                <a:rPr sz="1700" b="1" spc="5" dirty="0">
                  <a:latin typeface="Arial"/>
                  <a:cs typeface="Arial"/>
                </a:rPr>
                <a:t>DS1</a:t>
              </a:r>
              <a:endParaRPr sz="1700">
                <a:latin typeface="Arial"/>
                <a:cs typeface="Arial"/>
              </a:endParaRPr>
            </a:p>
            <a:p>
              <a:pPr marL="38100">
                <a:lnSpc>
                  <a:spcPts val="2100"/>
                </a:lnSpc>
              </a:pPr>
              <a:r>
                <a:rPr sz="2200" b="1" dirty="0">
                  <a:latin typeface="Arial"/>
                  <a:cs typeface="Arial"/>
                </a:rPr>
                <a:t>=</a:t>
              </a:r>
              <a:endParaRPr sz="2200">
                <a:latin typeface="Arial"/>
                <a:cs typeface="Arial"/>
              </a:endParaRPr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30E14BE9-975F-E012-45DA-2626F97B936B}"/>
                </a:ext>
              </a:extLst>
            </p:cNvPr>
            <p:cNvSpPr txBox="1"/>
            <p:nvPr/>
          </p:nvSpPr>
          <p:spPr>
            <a:xfrm>
              <a:off x="6330323" y="4791063"/>
              <a:ext cx="739775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2200" b="1" dirty="0">
                  <a:latin typeface="Arial"/>
                  <a:cs typeface="Arial"/>
                </a:rPr>
                <a:t>V</a:t>
              </a:r>
              <a:r>
                <a:rPr sz="2925" b="1" baseline="-17094" dirty="0">
                  <a:latin typeface="Arial"/>
                  <a:cs typeface="Arial"/>
                </a:rPr>
                <a:t>E</a:t>
              </a:r>
              <a:r>
                <a:rPr sz="2200" b="1" dirty="0">
                  <a:latin typeface="Arial"/>
                  <a:cs typeface="Arial"/>
                </a:rPr>
                <a:t>L</a:t>
              </a:r>
              <a:r>
                <a:rPr sz="2925" b="1" baseline="-17094" dirty="0">
                  <a:latin typeface="Arial"/>
                  <a:cs typeface="Arial"/>
                </a:rPr>
                <a:t>2</a:t>
              </a:r>
              <a:endParaRPr sz="2925" baseline="-17094">
                <a:latin typeface="Arial"/>
                <a:cs typeface="Arial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AE14962-BAF4-8C3C-7C1F-C34B12EDC046}"/>
              </a:ext>
            </a:extLst>
          </p:cNvPr>
          <p:cNvGrpSpPr/>
          <p:nvPr/>
        </p:nvGrpSpPr>
        <p:grpSpPr>
          <a:xfrm>
            <a:off x="0" y="849384"/>
            <a:ext cx="3900196" cy="4442823"/>
            <a:chOff x="0" y="763659"/>
            <a:chExt cx="3900196" cy="4442823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D1E8BAE-DCFD-EF66-45B4-898B55244711}"/>
                </a:ext>
              </a:extLst>
            </p:cNvPr>
            <p:cNvSpPr/>
            <p:nvPr/>
          </p:nvSpPr>
          <p:spPr>
            <a:xfrm>
              <a:off x="0" y="763659"/>
              <a:ext cx="3900196" cy="4442823"/>
            </a:xfrm>
            <a:prstGeom prst="rect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4" name="object 2">
              <a:extLst>
                <a:ext uri="{FF2B5EF4-FFF2-40B4-BE49-F238E27FC236}">
                  <a16:creationId xmlns:a16="http://schemas.microsoft.com/office/drawing/2014/main" id="{420CCA83-C61B-74DE-4079-299821633F1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25" y="910583"/>
              <a:ext cx="3816966" cy="3245192"/>
            </a:xfrm>
            <a:prstGeom prst="rect">
              <a:avLst/>
            </a:prstGeom>
          </p:spPr>
        </p:pic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65886749-5E7D-08EC-72DD-88B806C9DA8F}"/>
                </a:ext>
              </a:extLst>
            </p:cNvPr>
            <p:cNvSpPr txBox="1"/>
            <p:nvPr/>
          </p:nvSpPr>
          <p:spPr>
            <a:xfrm>
              <a:off x="1093393" y="4599410"/>
              <a:ext cx="1567180" cy="417195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14"/>
                </a:spcBef>
              </a:pPr>
              <a:r>
                <a:rPr sz="3825" b="1" spc="7" baseline="15250" dirty="0">
                  <a:latin typeface="Arial"/>
                  <a:cs typeface="Arial"/>
                </a:rPr>
                <a:t>i</a:t>
              </a:r>
              <a:r>
                <a:rPr sz="1950" b="1" spc="5" dirty="0">
                  <a:latin typeface="Arial"/>
                  <a:cs typeface="Arial"/>
                </a:rPr>
                <a:t>out</a:t>
              </a:r>
              <a:r>
                <a:rPr sz="1950" b="1" spc="120" dirty="0">
                  <a:latin typeface="Arial"/>
                  <a:cs typeface="Arial"/>
                </a:rPr>
                <a:t> </a:t>
              </a:r>
              <a:r>
                <a:rPr sz="3825" b="1" spc="15" baseline="15250" dirty="0">
                  <a:latin typeface="Arial"/>
                  <a:cs typeface="Arial"/>
                </a:rPr>
                <a:t>=</a:t>
              </a:r>
              <a:r>
                <a:rPr sz="3825" b="1" baseline="15250" dirty="0">
                  <a:latin typeface="Arial"/>
                  <a:cs typeface="Arial"/>
                </a:rPr>
                <a:t> </a:t>
              </a:r>
              <a:r>
                <a:rPr sz="3825" b="1" spc="15" baseline="15250" dirty="0">
                  <a:latin typeface="Arial"/>
                  <a:cs typeface="Arial"/>
                </a:rPr>
                <a:t>B</a:t>
              </a:r>
              <a:r>
                <a:rPr sz="3825" b="1" spc="-30" baseline="15250" dirty="0">
                  <a:latin typeface="Arial"/>
                  <a:cs typeface="Arial"/>
                </a:rPr>
                <a:t> </a:t>
              </a:r>
              <a:r>
                <a:rPr sz="3825" b="1" spc="7" baseline="15250" dirty="0">
                  <a:latin typeface="Arial"/>
                  <a:cs typeface="Arial"/>
                </a:rPr>
                <a:t>i</a:t>
              </a:r>
              <a:r>
                <a:rPr sz="1950" b="1" spc="5" dirty="0">
                  <a:latin typeface="Arial"/>
                  <a:cs typeface="Arial"/>
                </a:rPr>
                <a:t>in</a:t>
              </a:r>
              <a:endParaRPr sz="1950" dirty="0">
                <a:latin typeface="Arial"/>
                <a:cs typeface="Arial"/>
              </a:endParaRPr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542A8D99-590B-420D-2E7F-C9BD82C21F91}"/>
                </a:ext>
              </a:extLst>
            </p:cNvPr>
            <p:cNvSpPr txBox="1"/>
            <p:nvPr/>
          </p:nvSpPr>
          <p:spPr>
            <a:xfrm>
              <a:off x="1818774" y="3480423"/>
              <a:ext cx="633095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200" b="1" dirty="0">
                  <a:solidFill>
                    <a:srgbClr val="00C700"/>
                  </a:solidFill>
                  <a:latin typeface="Arial"/>
                  <a:cs typeface="Arial"/>
                </a:rPr>
                <a:t>1</a:t>
              </a:r>
              <a:r>
                <a:rPr sz="2200" b="1" spc="-40" dirty="0">
                  <a:solidFill>
                    <a:srgbClr val="00C700"/>
                  </a:solidFill>
                  <a:latin typeface="Arial"/>
                  <a:cs typeface="Arial"/>
                </a:rPr>
                <a:t> </a:t>
              </a:r>
              <a:r>
                <a:rPr sz="2200" b="1" dirty="0">
                  <a:solidFill>
                    <a:srgbClr val="00C700"/>
                  </a:solidFill>
                  <a:latin typeface="Arial"/>
                  <a:cs typeface="Arial"/>
                </a:rPr>
                <a:t>:</a:t>
              </a:r>
              <a:r>
                <a:rPr sz="2200" b="1" spc="-50" dirty="0">
                  <a:solidFill>
                    <a:srgbClr val="00C700"/>
                  </a:solidFill>
                  <a:latin typeface="Arial"/>
                  <a:cs typeface="Arial"/>
                </a:rPr>
                <a:t> </a:t>
              </a:r>
              <a:r>
                <a:rPr sz="2200" b="1" spc="5" dirty="0">
                  <a:solidFill>
                    <a:srgbClr val="00C700"/>
                  </a:solidFill>
                  <a:latin typeface="Arial"/>
                  <a:cs typeface="Arial"/>
                </a:rPr>
                <a:t>B</a:t>
              </a:r>
              <a:endParaRPr sz="2200">
                <a:latin typeface="Arial"/>
                <a:cs typeface="Arial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12E9189-6217-DC6C-28EB-0098A5A16F26}"/>
              </a:ext>
            </a:extLst>
          </p:cNvPr>
          <p:cNvGrpSpPr/>
          <p:nvPr/>
        </p:nvGrpSpPr>
        <p:grpSpPr>
          <a:xfrm>
            <a:off x="8776963" y="2505503"/>
            <a:ext cx="4516882" cy="748923"/>
            <a:chOff x="8319763" y="2328221"/>
            <a:chExt cx="4516882" cy="748923"/>
          </a:xfrm>
        </p:grpSpPr>
        <p:sp>
          <p:nvSpPr>
            <p:cNvPr id="34" name="object 12">
              <a:extLst>
                <a:ext uri="{FF2B5EF4-FFF2-40B4-BE49-F238E27FC236}">
                  <a16:creationId xmlns:a16="http://schemas.microsoft.com/office/drawing/2014/main" id="{89E104C1-73EF-FA1E-FEA1-21CA6DA72D5F}"/>
                </a:ext>
              </a:extLst>
            </p:cNvPr>
            <p:cNvSpPr txBox="1"/>
            <p:nvPr/>
          </p:nvSpPr>
          <p:spPr>
            <a:xfrm>
              <a:off x="8789155" y="2328221"/>
              <a:ext cx="4047490" cy="7489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2350" dirty="0">
                  <a:latin typeface="Symbol"/>
                  <a:cs typeface="Symbol"/>
                </a:rPr>
                <a:t></a:t>
              </a:r>
              <a:r>
                <a:rPr sz="2350" spc="-150" dirty="0">
                  <a:latin typeface="Times New Roman"/>
                  <a:cs typeface="Times New Roman"/>
                </a:rPr>
                <a:t> </a:t>
              </a:r>
              <a:r>
                <a:rPr sz="2350" i="1" spc="30" dirty="0">
                  <a:latin typeface="Arial"/>
                  <a:cs typeface="Arial"/>
                </a:rPr>
                <a:t>C</a:t>
              </a:r>
              <a:r>
                <a:rPr sz="2025" i="1" spc="15" baseline="-24691" dirty="0">
                  <a:latin typeface="Arial"/>
                  <a:cs typeface="Arial"/>
                </a:rPr>
                <a:t>g</a:t>
              </a:r>
              <a:r>
                <a:rPr sz="2025" i="1" spc="67" baseline="-24691" dirty="0">
                  <a:latin typeface="Arial"/>
                  <a:cs typeface="Arial"/>
                </a:rPr>
                <a:t>s</a:t>
              </a:r>
              <a:r>
                <a:rPr sz="2025" spc="15" baseline="-24691" dirty="0">
                  <a:latin typeface="Arial MT"/>
                  <a:cs typeface="Arial MT"/>
                </a:rPr>
                <a:t>1</a:t>
              </a:r>
              <a:r>
                <a:rPr sz="2025" spc="232" baseline="-24691" dirty="0">
                  <a:latin typeface="Arial MT"/>
                  <a:cs typeface="Arial MT"/>
                </a:rPr>
                <a:t> </a:t>
              </a:r>
              <a:r>
                <a:rPr sz="2350" dirty="0">
                  <a:latin typeface="Symbol"/>
                  <a:cs typeface="Symbol"/>
                </a:rPr>
                <a:t></a:t>
              </a:r>
              <a:r>
                <a:rPr sz="2350" spc="-270" dirty="0">
                  <a:latin typeface="Times New Roman"/>
                  <a:cs typeface="Times New Roman"/>
                </a:rPr>
                <a:t> </a:t>
              </a:r>
              <a:r>
                <a:rPr sz="2350" i="1" spc="5" dirty="0">
                  <a:latin typeface="Arial"/>
                  <a:cs typeface="Arial"/>
                </a:rPr>
                <a:t>C</a:t>
              </a:r>
              <a:r>
                <a:rPr sz="2025" i="1" spc="15" baseline="-24691" dirty="0">
                  <a:latin typeface="Arial"/>
                  <a:cs typeface="Arial"/>
                </a:rPr>
                <a:t>d</a:t>
              </a:r>
              <a:r>
                <a:rPr sz="2025" i="1" spc="97" baseline="-24691" dirty="0">
                  <a:latin typeface="Arial"/>
                  <a:cs typeface="Arial"/>
                </a:rPr>
                <a:t>s</a:t>
              </a:r>
              <a:r>
                <a:rPr sz="2025" spc="15" baseline="-24691" dirty="0">
                  <a:latin typeface="Arial MT"/>
                  <a:cs typeface="Arial MT"/>
                </a:rPr>
                <a:t>1</a:t>
              </a:r>
              <a:r>
                <a:rPr sz="2025" spc="195" baseline="-24691" dirty="0">
                  <a:latin typeface="Arial MT"/>
                  <a:cs typeface="Arial MT"/>
                </a:rPr>
                <a:t> </a:t>
              </a:r>
              <a:r>
                <a:rPr sz="2350" dirty="0">
                  <a:latin typeface="Symbol"/>
                  <a:cs typeface="Symbol"/>
                </a:rPr>
                <a:t></a:t>
              </a:r>
              <a:r>
                <a:rPr sz="2350" spc="-250" dirty="0">
                  <a:latin typeface="Times New Roman"/>
                  <a:cs typeface="Times New Roman"/>
                </a:rPr>
                <a:t> </a:t>
              </a:r>
              <a:r>
                <a:rPr sz="2350" i="1" spc="30" dirty="0">
                  <a:latin typeface="Arial"/>
                  <a:cs typeface="Arial"/>
                </a:rPr>
                <a:t>C</a:t>
              </a:r>
              <a:r>
                <a:rPr sz="2025" i="1" spc="15" baseline="-24691" dirty="0">
                  <a:latin typeface="Arial"/>
                  <a:cs typeface="Arial"/>
                </a:rPr>
                <a:t>gs</a:t>
              </a:r>
              <a:r>
                <a:rPr sz="2025" i="1" spc="-367" baseline="-24691" dirty="0">
                  <a:latin typeface="Arial"/>
                  <a:cs typeface="Arial"/>
                </a:rPr>
                <a:t> </a:t>
              </a:r>
              <a:r>
                <a:rPr sz="2025" spc="15" baseline="-24691" dirty="0">
                  <a:latin typeface="Arial MT"/>
                  <a:cs typeface="Arial MT"/>
                </a:rPr>
                <a:t>2</a:t>
              </a:r>
              <a:r>
                <a:rPr sz="2025" baseline="-24691" dirty="0">
                  <a:latin typeface="Arial MT"/>
                  <a:cs typeface="Arial MT"/>
                </a:rPr>
                <a:t> </a:t>
              </a:r>
              <a:r>
                <a:rPr sz="2025" spc="142" baseline="-24691" dirty="0">
                  <a:latin typeface="Arial MT"/>
                  <a:cs typeface="Arial MT"/>
                </a:rPr>
                <a:t> </a:t>
              </a:r>
              <a:endParaRPr lang="en-US" sz="2025" spc="142" baseline="-24691" dirty="0">
                <a:latin typeface="Arial MT"/>
                <a:cs typeface="Arial MT"/>
              </a:endParaRPr>
            </a:p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2350" dirty="0">
                  <a:latin typeface="Symbol"/>
                  <a:cs typeface="Symbol"/>
                </a:rPr>
                <a:t></a:t>
              </a:r>
              <a:r>
                <a:rPr sz="2350" spc="-80" dirty="0">
                  <a:latin typeface="Times New Roman"/>
                  <a:cs typeface="Times New Roman"/>
                </a:rPr>
                <a:t> </a:t>
              </a:r>
              <a:r>
                <a:rPr sz="2350" spc="80" dirty="0">
                  <a:latin typeface="Arial MT"/>
                  <a:cs typeface="Arial MT"/>
                </a:rPr>
                <a:t>(</a:t>
              </a:r>
              <a:r>
                <a:rPr sz="2350" dirty="0">
                  <a:latin typeface="Arial MT"/>
                  <a:cs typeface="Arial MT"/>
                </a:rPr>
                <a:t>2</a:t>
              </a:r>
              <a:r>
                <a:rPr sz="2350" spc="-235" dirty="0">
                  <a:latin typeface="Arial MT"/>
                  <a:cs typeface="Arial MT"/>
                </a:rPr>
                <a:t> </a:t>
              </a:r>
              <a:r>
                <a:rPr sz="2350" dirty="0">
                  <a:latin typeface="Symbol"/>
                  <a:cs typeface="Symbol"/>
                </a:rPr>
                <a:t></a:t>
              </a:r>
              <a:r>
                <a:rPr sz="2350" spc="-150" dirty="0">
                  <a:latin typeface="Times New Roman"/>
                  <a:cs typeface="Times New Roman"/>
                </a:rPr>
                <a:t> </a:t>
              </a:r>
              <a:r>
                <a:rPr sz="2350" i="1" spc="110" dirty="0">
                  <a:latin typeface="Arial"/>
                  <a:cs typeface="Arial"/>
                </a:rPr>
                <a:t>B</a:t>
              </a:r>
              <a:r>
                <a:rPr sz="2350" spc="-185" dirty="0">
                  <a:latin typeface="Arial MT"/>
                  <a:cs typeface="Arial MT"/>
                </a:rPr>
                <a:t>)</a:t>
              </a:r>
              <a:r>
                <a:rPr sz="2350" i="1" spc="30" dirty="0">
                  <a:latin typeface="Arial"/>
                  <a:cs typeface="Arial"/>
                </a:rPr>
                <a:t>C</a:t>
              </a:r>
              <a:r>
                <a:rPr sz="2025" i="1" spc="15" baseline="-24691" dirty="0">
                  <a:latin typeface="Arial"/>
                  <a:cs typeface="Arial"/>
                </a:rPr>
                <a:t>g</a:t>
              </a:r>
              <a:r>
                <a:rPr sz="2025" i="1" spc="67" baseline="-24691" dirty="0">
                  <a:latin typeface="Arial"/>
                  <a:cs typeface="Arial"/>
                </a:rPr>
                <a:t>s</a:t>
              </a:r>
              <a:r>
                <a:rPr sz="2025" spc="15" baseline="-24691" dirty="0">
                  <a:latin typeface="Arial MT"/>
                  <a:cs typeface="Arial MT"/>
                </a:rPr>
                <a:t>1</a:t>
              </a:r>
              <a:endParaRPr sz="2025" baseline="-24691" dirty="0">
                <a:latin typeface="Arial MT"/>
                <a:cs typeface="Arial MT"/>
              </a:endParaRPr>
            </a:p>
          </p:txBody>
        </p:sp>
        <p:sp>
          <p:nvSpPr>
            <p:cNvPr id="35" name="object 13">
              <a:extLst>
                <a:ext uri="{FF2B5EF4-FFF2-40B4-BE49-F238E27FC236}">
                  <a16:creationId xmlns:a16="http://schemas.microsoft.com/office/drawing/2014/main" id="{03CDF224-548D-C7E5-6D9B-AEA15B8941DD}"/>
                </a:ext>
              </a:extLst>
            </p:cNvPr>
            <p:cNvSpPr txBox="1"/>
            <p:nvPr/>
          </p:nvSpPr>
          <p:spPr>
            <a:xfrm>
              <a:off x="8319763" y="2401373"/>
              <a:ext cx="432434" cy="3841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3525" i="1" spc="22" baseline="14184" dirty="0">
                  <a:latin typeface="Arial"/>
                  <a:cs typeface="Arial"/>
                </a:rPr>
                <a:t>C</a:t>
              </a:r>
              <a:r>
                <a:rPr sz="1350" i="1" spc="15" dirty="0">
                  <a:latin typeface="Arial"/>
                  <a:cs typeface="Arial"/>
                </a:rPr>
                <a:t>in</a:t>
              </a:r>
              <a:endParaRPr sz="1350">
                <a:latin typeface="Arial"/>
                <a:cs typeface="Arial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6830EC2-EB68-7A97-109E-45C5C3E4CD48}"/>
              </a:ext>
            </a:extLst>
          </p:cNvPr>
          <p:cNvGrpSpPr/>
          <p:nvPr/>
        </p:nvGrpSpPr>
        <p:grpSpPr>
          <a:xfrm>
            <a:off x="8424922" y="809846"/>
            <a:ext cx="3660709" cy="4442823"/>
            <a:chOff x="8371582" y="756506"/>
            <a:chExt cx="3660709" cy="4442823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345C4C9-86C4-B608-83C8-C25217DD6442}"/>
                </a:ext>
              </a:extLst>
            </p:cNvPr>
            <p:cNvSpPr/>
            <p:nvPr/>
          </p:nvSpPr>
          <p:spPr>
            <a:xfrm>
              <a:off x="8371582" y="756506"/>
              <a:ext cx="3660709" cy="4442823"/>
            </a:xfrm>
            <a:prstGeom prst="rect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0F4AA2E-DCE9-51F8-3457-F356961D67B1}"/>
                </a:ext>
              </a:extLst>
            </p:cNvPr>
            <p:cNvGrpSpPr/>
            <p:nvPr/>
          </p:nvGrpSpPr>
          <p:grpSpPr>
            <a:xfrm>
              <a:off x="8496164" y="4027884"/>
              <a:ext cx="3488943" cy="846876"/>
              <a:chOff x="8528355" y="3378785"/>
              <a:chExt cx="3488943" cy="846876"/>
            </a:xfrm>
          </p:grpSpPr>
          <p:sp>
            <p:nvSpPr>
              <p:cNvPr id="29" name="object 7">
                <a:extLst>
                  <a:ext uri="{FF2B5EF4-FFF2-40B4-BE49-F238E27FC236}">
                    <a16:creationId xmlns:a16="http://schemas.microsoft.com/office/drawing/2014/main" id="{31D25182-1C2D-5D4F-FD17-C8FBCD816927}"/>
                  </a:ext>
                </a:extLst>
              </p:cNvPr>
              <p:cNvSpPr/>
              <p:nvPr/>
            </p:nvSpPr>
            <p:spPr>
              <a:xfrm>
                <a:off x="9274670" y="3795091"/>
                <a:ext cx="17303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30375">
                    <a:moveTo>
                      <a:pt x="0" y="0"/>
                    </a:moveTo>
                    <a:lnTo>
                      <a:pt x="1729930" y="0"/>
                    </a:lnTo>
                  </a:path>
                </a:pathLst>
              </a:custGeom>
              <a:ln w="1245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8">
                <a:extLst>
                  <a:ext uri="{FF2B5EF4-FFF2-40B4-BE49-F238E27FC236}">
                    <a16:creationId xmlns:a16="http://schemas.microsoft.com/office/drawing/2014/main" id="{8F168A4A-A1FE-8710-862A-341B486B7658}"/>
                  </a:ext>
                </a:extLst>
              </p:cNvPr>
              <p:cNvSpPr/>
              <p:nvPr/>
            </p:nvSpPr>
            <p:spPr>
              <a:xfrm>
                <a:off x="11341023" y="3795091"/>
                <a:ext cx="67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6275">
                    <a:moveTo>
                      <a:pt x="0" y="0"/>
                    </a:moveTo>
                    <a:lnTo>
                      <a:pt x="676084" y="0"/>
                    </a:lnTo>
                  </a:path>
                </a:pathLst>
              </a:custGeom>
              <a:ln w="1245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9">
                <a:extLst>
                  <a:ext uri="{FF2B5EF4-FFF2-40B4-BE49-F238E27FC236}">
                    <a16:creationId xmlns:a16="http://schemas.microsoft.com/office/drawing/2014/main" id="{224BE0CE-9320-C2EC-7DC0-236995F97A7D}"/>
                  </a:ext>
                </a:extLst>
              </p:cNvPr>
              <p:cNvSpPr txBox="1"/>
              <p:nvPr/>
            </p:nvSpPr>
            <p:spPr>
              <a:xfrm>
                <a:off x="11344707" y="3793127"/>
                <a:ext cx="663575" cy="38417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350" dirty="0">
                    <a:latin typeface="Arial MT"/>
                    <a:cs typeface="Arial MT"/>
                  </a:rPr>
                  <a:t>2</a:t>
                </a:r>
                <a:r>
                  <a:rPr sz="2350" spc="-235" dirty="0">
                    <a:latin typeface="Arial MT"/>
                    <a:cs typeface="Arial MT"/>
                  </a:rPr>
                  <a:t> </a:t>
                </a:r>
                <a:r>
                  <a:rPr sz="2350" dirty="0">
                    <a:latin typeface="Symbol"/>
                    <a:cs typeface="Symbol"/>
                  </a:rPr>
                  <a:t></a:t>
                </a:r>
                <a:r>
                  <a:rPr sz="2350" spc="-150" dirty="0">
                    <a:latin typeface="Times New Roman"/>
                    <a:cs typeface="Times New Roman"/>
                  </a:rPr>
                  <a:t> </a:t>
                </a:r>
                <a:r>
                  <a:rPr sz="2350" i="1" dirty="0">
                    <a:latin typeface="Arial"/>
                    <a:cs typeface="Arial"/>
                  </a:rPr>
                  <a:t>B</a:t>
                </a:r>
                <a:endParaRPr sz="2350">
                  <a:latin typeface="Arial"/>
                  <a:cs typeface="Arial"/>
                </a:endParaRPr>
              </a:p>
            </p:txBody>
          </p:sp>
          <p:sp>
            <p:nvSpPr>
              <p:cNvPr id="32" name="object 10">
                <a:extLst>
                  <a:ext uri="{FF2B5EF4-FFF2-40B4-BE49-F238E27FC236}">
                    <a16:creationId xmlns:a16="http://schemas.microsoft.com/office/drawing/2014/main" id="{795A4B91-F050-0F74-7D20-0EEEF276255A}"/>
                  </a:ext>
                </a:extLst>
              </p:cNvPr>
              <p:cNvSpPr txBox="1"/>
              <p:nvPr/>
            </p:nvSpPr>
            <p:spPr>
              <a:xfrm>
                <a:off x="11504861" y="3378785"/>
                <a:ext cx="250190" cy="38417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350" i="1" spc="-60" dirty="0">
                    <a:latin typeface="Arial"/>
                    <a:cs typeface="Arial"/>
                  </a:rPr>
                  <a:t>f</a:t>
                </a:r>
                <a:r>
                  <a:rPr sz="2025" i="1" spc="-89" baseline="-24691" dirty="0">
                    <a:latin typeface="Arial"/>
                    <a:cs typeface="Arial"/>
                  </a:rPr>
                  <a:t>T</a:t>
                </a:r>
                <a:endParaRPr sz="2025" baseline="-24691">
                  <a:latin typeface="Arial"/>
                  <a:cs typeface="Arial"/>
                </a:endParaRPr>
              </a:p>
            </p:txBody>
          </p:sp>
          <p:sp>
            <p:nvSpPr>
              <p:cNvPr id="33" name="object 11">
                <a:extLst>
                  <a:ext uri="{FF2B5EF4-FFF2-40B4-BE49-F238E27FC236}">
                    <a16:creationId xmlns:a16="http://schemas.microsoft.com/office/drawing/2014/main" id="{987AFB28-CE85-8F25-1EE5-368405357476}"/>
                  </a:ext>
                </a:extLst>
              </p:cNvPr>
              <p:cNvSpPr txBox="1"/>
              <p:nvPr/>
            </p:nvSpPr>
            <p:spPr>
              <a:xfrm>
                <a:off x="8528355" y="3558431"/>
                <a:ext cx="674370" cy="38417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  <a:tabLst>
                    <a:tab pos="497205" algn="l"/>
                  </a:tabLst>
                </a:pPr>
                <a:r>
                  <a:rPr sz="2350" i="1" dirty="0">
                    <a:latin typeface="Arial"/>
                    <a:cs typeface="Arial"/>
                  </a:rPr>
                  <a:t>f	</a:t>
                </a:r>
                <a:r>
                  <a:rPr sz="2350" dirty="0">
                    <a:latin typeface="Symbol"/>
                    <a:cs typeface="Symbol"/>
                  </a:rPr>
                  <a:t></a:t>
                </a:r>
                <a:endParaRPr sz="2350">
                  <a:latin typeface="Symbol"/>
                  <a:cs typeface="Symbol"/>
                </a:endParaRPr>
              </a:p>
            </p:txBody>
          </p:sp>
          <p:sp>
            <p:nvSpPr>
              <p:cNvPr id="37" name="object 15">
                <a:extLst>
                  <a:ext uri="{FF2B5EF4-FFF2-40B4-BE49-F238E27FC236}">
                    <a16:creationId xmlns:a16="http://schemas.microsoft.com/office/drawing/2014/main" id="{9D2F1D57-1650-7D0E-C032-52C23C075D45}"/>
                  </a:ext>
                </a:extLst>
              </p:cNvPr>
              <p:cNvSpPr txBox="1"/>
              <p:nvPr/>
            </p:nvSpPr>
            <p:spPr>
              <a:xfrm>
                <a:off x="10683291" y="3990711"/>
                <a:ext cx="311785" cy="234950"/>
              </a:xfrm>
              <a:prstGeom prst="rect">
                <a:avLst/>
              </a:prstGeom>
            </p:spPr>
            <p:txBody>
              <a:bodyPr vert="horz" wrap="square" lIns="0" tIns="1524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0"/>
                  </a:spcBef>
                </a:pPr>
                <a:r>
                  <a:rPr sz="1350" i="1" spc="10" dirty="0">
                    <a:latin typeface="Arial"/>
                    <a:cs typeface="Arial"/>
                  </a:rPr>
                  <a:t>g</a:t>
                </a:r>
                <a:r>
                  <a:rPr sz="1350" i="1" spc="45" dirty="0">
                    <a:latin typeface="Arial"/>
                    <a:cs typeface="Arial"/>
                  </a:rPr>
                  <a:t>s</a:t>
                </a:r>
                <a:r>
                  <a:rPr sz="1350" spc="10" dirty="0">
                    <a:latin typeface="Arial MT"/>
                    <a:cs typeface="Arial MT"/>
                  </a:rPr>
                  <a:t>1</a:t>
                </a:r>
                <a:endParaRPr sz="1350">
                  <a:latin typeface="Arial MT"/>
                  <a:cs typeface="Arial MT"/>
                </a:endParaRPr>
              </a:p>
            </p:txBody>
          </p:sp>
          <p:sp>
            <p:nvSpPr>
              <p:cNvPr id="38" name="object 16">
                <a:extLst>
                  <a:ext uri="{FF2B5EF4-FFF2-40B4-BE49-F238E27FC236}">
                    <a16:creationId xmlns:a16="http://schemas.microsoft.com/office/drawing/2014/main" id="{26676183-033D-9A0F-258D-AEC8C1EB4F59}"/>
                  </a:ext>
                </a:extLst>
              </p:cNvPr>
              <p:cNvSpPr txBox="1"/>
              <p:nvPr/>
            </p:nvSpPr>
            <p:spPr>
              <a:xfrm>
                <a:off x="9252762" y="3445655"/>
                <a:ext cx="1477645" cy="73342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671830">
                  <a:lnSpc>
                    <a:spcPts val="2755"/>
                  </a:lnSpc>
                  <a:spcBef>
                    <a:spcPts val="100"/>
                  </a:spcBef>
                </a:pPr>
                <a:r>
                  <a:rPr sz="3525" i="1" spc="82" baseline="14184" dirty="0">
                    <a:latin typeface="Arial"/>
                    <a:cs typeface="Arial"/>
                  </a:rPr>
                  <a:t>g</a:t>
                </a:r>
                <a:r>
                  <a:rPr sz="1350" i="1" spc="55" dirty="0">
                    <a:latin typeface="Arial"/>
                    <a:cs typeface="Arial"/>
                  </a:rPr>
                  <a:t>m</a:t>
                </a:r>
                <a:r>
                  <a:rPr sz="1350" spc="55" dirty="0">
                    <a:latin typeface="Arial MT"/>
                    <a:cs typeface="Arial MT"/>
                  </a:rPr>
                  <a:t>1</a:t>
                </a:r>
                <a:endParaRPr sz="1350" dirty="0">
                  <a:latin typeface="Arial MT"/>
                  <a:cs typeface="Arial MT"/>
                </a:endParaRPr>
              </a:p>
              <a:p>
                <a:pPr marL="38100">
                  <a:lnSpc>
                    <a:spcPts val="2815"/>
                  </a:lnSpc>
                </a:pPr>
                <a:r>
                  <a:rPr sz="2350" spc="-135" dirty="0">
                    <a:latin typeface="Arial MT"/>
                    <a:cs typeface="Arial MT"/>
                  </a:rPr>
                  <a:t>2</a:t>
                </a:r>
                <a:r>
                  <a:rPr sz="2400" i="1" spc="-710" dirty="0">
                    <a:latin typeface="Verdana"/>
                    <a:cs typeface="Verdana"/>
                  </a:rPr>
                  <a:t>π</a:t>
                </a:r>
                <a:r>
                  <a:rPr sz="2400" i="1" spc="-555" dirty="0">
                    <a:latin typeface="Verdana"/>
                    <a:cs typeface="Verdana"/>
                  </a:rPr>
                  <a:t> </a:t>
                </a:r>
                <a:r>
                  <a:rPr sz="2350" spc="55" dirty="0">
                    <a:latin typeface="Arial MT"/>
                    <a:cs typeface="Arial MT"/>
                  </a:rPr>
                  <a:t>(</a:t>
                </a:r>
                <a:r>
                  <a:rPr sz="2350" dirty="0">
                    <a:latin typeface="Arial MT"/>
                    <a:cs typeface="Arial MT"/>
                  </a:rPr>
                  <a:t>2</a:t>
                </a:r>
                <a:r>
                  <a:rPr sz="2350" spc="-235" dirty="0">
                    <a:latin typeface="Arial MT"/>
                    <a:cs typeface="Arial MT"/>
                  </a:rPr>
                  <a:t> </a:t>
                </a:r>
                <a:r>
                  <a:rPr sz="2350" dirty="0">
                    <a:latin typeface="Symbol"/>
                    <a:cs typeface="Symbol"/>
                  </a:rPr>
                  <a:t></a:t>
                </a:r>
                <a:r>
                  <a:rPr sz="2350" spc="-150" dirty="0">
                    <a:latin typeface="Times New Roman"/>
                    <a:cs typeface="Times New Roman"/>
                  </a:rPr>
                  <a:t> </a:t>
                </a:r>
                <a:r>
                  <a:rPr sz="2350" i="1" spc="135" dirty="0">
                    <a:latin typeface="Arial"/>
                    <a:cs typeface="Arial"/>
                  </a:rPr>
                  <a:t>B</a:t>
                </a:r>
                <a:r>
                  <a:rPr sz="2350" spc="-210" dirty="0">
                    <a:latin typeface="Arial MT"/>
                    <a:cs typeface="Arial MT"/>
                  </a:rPr>
                  <a:t>)</a:t>
                </a:r>
                <a:r>
                  <a:rPr sz="2350" i="1" dirty="0">
                    <a:latin typeface="Arial"/>
                    <a:cs typeface="Arial"/>
                  </a:rPr>
                  <a:t>C</a:t>
                </a:r>
                <a:endParaRPr sz="2350" dirty="0">
                  <a:latin typeface="Arial"/>
                  <a:cs typeface="Arial"/>
                </a:endParaRPr>
              </a:p>
            </p:txBody>
          </p:sp>
          <p:sp>
            <p:nvSpPr>
              <p:cNvPr id="39" name="object 17">
                <a:extLst>
                  <a:ext uri="{FF2B5EF4-FFF2-40B4-BE49-F238E27FC236}">
                    <a16:creationId xmlns:a16="http://schemas.microsoft.com/office/drawing/2014/main" id="{6BE971F9-8610-A71A-6218-E453C8F1A702}"/>
                  </a:ext>
                </a:extLst>
              </p:cNvPr>
              <p:cNvSpPr txBox="1"/>
              <p:nvPr/>
            </p:nvSpPr>
            <p:spPr>
              <a:xfrm>
                <a:off x="8619794" y="3759063"/>
                <a:ext cx="305435" cy="234950"/>
              </a:xfrm>
              <a:prstGeom prst="rect">
                <a:avLst/>
              </a:prstGeom>
            </p:spPr>
            <p:txBody>
              <a:bodyPr vert="horz" wrap="square" lIns="0" tIns="1524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0"/>
                  </a:spcBef>
                </a:pPr>
                <a:r>
                  <a:rPr sz="1350" i="1" spc="15" dirty="0">
                    <a:latin typeface="Arial"/>
                    <a:cs typeface="Arial"/>
                  </a:rPr>
                  <a:t>p</a:t>
                </a:r>
                <a:r>
                  <a:rPr sz="1350" spc="-20" dirty="0">
                    <a:latin typeface="Arial MT"/>
                    <a:cs typeface="Arial MT"/>
                  </a:rPr>
                  <a:t>,</a:t>
                </a:r>
                <a:r>
                  <a:rPr sz="1350" i="1" spc="5" dirty="0">
                    <a:latin typeface="Arial"/>
                    <a:cs typeface="Arial"/>
                  </a:rPr>
                  <a:t>i</a:t>
                </a:r>
                <a:r>
                  <a:rPr sz="1350" i="1" spc="10" dirty="0">
                    <a:latin typeface="Arial"/>
                    <a:cs typeface="Arial"/>
                  </a:rPr>
                  <a:t>n</a:t>
                </a:r>
                <a:endParaRPr sz="1350">
                  <a:latin typeface="Arial"/>
                  <a:cs typeface="Arial"/>
                </a:endParaRPr>
              </a:p>
            </p:txBody>
          </p:sp>
          <p:sp>
            <p:nvSpPr>
              <p:cNvPr id="43" name="object 21">
                <a:extLst>
                  <a:ext uri="{FF2B5EF4-FFF2-40B4-BE49-F238E27FC236}">
                    <a16:creationId xmlns:a16="http://schemas.microsoft.com/office/drawing/2014/main" id="{3E14ECFD-4EB4-EFE4-2A04-5BDB8F96B353}"/>
                  </a:ext>
                </a:extLst>
              </p:cNvPr>
              <p:cNvSpPr txBox="1"/>
              <p:nvPr/>
            </p:nvSpPr>
            <p:spPr>
              <a:xfrm>
                <a:off x="11079531" y="3558431"/>
                <a:ext cx="189865" cy="38417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350" dirty="0">
                    <a:latin typeface="Symbol"/>
                    <a:cs typeface="Symbol"/>
                  </a:rPr>
                  <a:t>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735144E-8F50-9A65-96C9-C5898867CF8E}"/>
                </a:ext>
              </a:extLst>
            </p:cNvPr>
            <p:cNvGrpSpPr/>
            <p:nvPr/>
          </p:nvGrpSpPr>
          <p:grpSpPr>
            <a:xfrm>
              <a:off x="9093324" y="1256694"/>
              <a:ext cx="1191958" cy="856206"/>
              <a:chOff x="8360404" y="1447349"/>
              <a:chExt cx="1191958" cy="856206"/>
            </a:xfrm>
          </p:grpSpPr>
          <p:sp>
            <p:nvSpPr>
              <p:cNvPr id="28" name="object 6">
                <a:extLst>
                  <a:ext uri="{FF2B5EF4-FFF2-40B4-BE49-F238E27FC236}">
                    <a16:creationId xmlns:a16="http://schemas.microsoft.com/office/drawing/2014/main" id="{13B09F21-9A95-4D16-585A-1084B3459BC8}"/>
                  </a:ext>
                </a:extLst>
              </p:cNvPr>
              <p:cNvSpPr/>
              <p:nvPr/>
            </p:nvSpPr>
            <p:spPr>
              <a:xfrm>
                <a:off x="9088812" y="1873557"/>
                <a:ext cx="463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63550">
                    <a:moveTo>
                      <a:pt x="0" y="0"/>
                    </a:moveTo>
                    <a:lnTo>
                      <a:pt x="463486" y="0"/>
                    </a:lnTo>
                  </a:path>
                </a:pathLst>
              </a:custGeom>
              <a:ln w="1245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14">
                <a:extLst>
                  <a:ext uri="{FF2B5EF4-FFF2-40B4-BE49-F238E27FC236}">
                    <a16:creationId xmlns:a16="http://schemas.microsoft.com/office/drawing/2014/main" id="{0A8DEE2F-E25E-FB4D-8131-CCE32BF370C5}"/>
                  </a:ext>
                </a:extLst>
              </p:cNvPr>
              <p:cNvSpPr txBox="1"/>
              <p:nvPr/>
            </p:nvSpPr>
            <p:spPr>
              <a:xfrm>
                <a:off x="9091924" y="1871021"/>
                <a:ext cx="191770" cy="38417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350" i="1" dirty="0">
                    <a:latin typeface="Arial"/>
                    <a:cs typeface="Arial"/>
                  </a:rPr>
                  <a:t>g</a:t>
                </a:r>
                <a:endParaRPr sz="2350">
                  <a:latin typeface="Arial"/>
                  <a:cs typeface="Arial"/>
                </a:endParaRPr>
              </a:p>
            </p:txBody>
          </p:sp>
          <p:sp>
            <p:nvSpPr>
              <p:cNvPr id="40" name="object 18">
                <a:extLst>
                  <a:ext uri="{FF2B5EF4-FFF2-40B4-BE49-F238E27FC236}">
                    <a16:creationId xmlns:a16="http://schemas.microsoft.com/office/drawing/2014/main" id="{AD230032-DBB0-34E2-88BE-E1C48F246A38}"/>
                  </a:ext>
                </a:extLst>
              </p:cNvPr>
              <p:cNvSpPr txBox="1"/>
              <p:nvPr/>
            </p:nvSpPr>
            <p:spPr>
              <a:xfrm>
                <a:off x="9274804" y="2068605"/>
                <a:ext cx="268605" cy="234950"/>
              </a:xfrm>
              <a:prstGeom prst="rect">
                <a:avLst/>
              </a:prstGeom>
            </p:spPr>
            <p:txBody>
              <a:bodyPr vert="horz" wrap="square" lIns="0" tIns="1524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0"/>
                  </a:spcBef>
                </a:pPr>
                <a:r>
                  <a:rPr sz="1350" i="1" spc="20" dirty="0">
                    <a:latin typeface="Arial"/>
                    <a:cs typeface="Arial"/>
                  </a:rPr>
                  <a:t>m</a:t>
                </a:r>
                <a:r>
                  <a:rPr sz="1350" spc="10" dirty="0">
                    <a:latin typeface="Arial MT"/>
                    <a:cs typeface="Arial MT"/>
                  </a:rPr>
                  <a:t>1</a:t>
                </a:r>
                <a:endParaRPr sz="1350">
                  <a:latin typeface="Arial MT"/>
                  <a:cs typeface="Arial MT"/>
                </a:endParaRPr>
              </a:p>
            </p:txBody>
          </p:sp>
          <p:sp>
            <p:nvSpPr>
              <p:cNvPr id="41" name="object 19">
                <a:extLst>
                  <a:ext uri="{FF2B5EF4-FFF2-40B4-BE49-F238E27FC236}">
                    <a16:creationId xmlns:a16="http://schemas.microsoft.com/office/drawing/2014/main" id="{D8AE9373-5F67-534C-5500-55F08F1AC8DA}"/>
                  </a:ext>
                </a:extLst>
              </p:cNvPr>
              <p:cNvSpPr txBox="1"/>
              <p:nvPr/>
            </p:nvSpPr>
            <p:spPr>
              <a:xfrm>
                <a:off x="8579860" y="1836957"/>
                <a:ext cx="161925" cy="234950"/>
              </a:xfrm>
              <a:prstGeom prst="rect">
                <a:avLst/>
              </a:prstGeom>
            </p:spPr>
            <p:txBody>
              <a:bodyPr vert="horz" wrap="square" lIns="0" tIns="1524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0"/>
                  </a:spcBef>
                </a:pPr>
                <a:r>
                  <a:rPr sz="1350" i="1" spc="5" dirty="0">
                    <a:latin typeface="Arial"/>
                    <a:cs typeface="Arial"/>
                  </a:rPr>
                  <a:t>i</a:t>
                </a:r>
                <a:r>
                  <a:rPr sz="1350" i="1" spc="10" dirty="0">
                    <a:latin typeface="Arial"/>
                    <a:cs typeface="Arial"/>
                  </a:rPr>
                  <a:t>n</a:t>
                </a:r>
                <a:endParaRPr sz="1350">
                  <a:latin typeface="Arial"/>
                  <a:cs typeface="Arial"/>
                </a:endParaRPr>
              </a:p>
            </p:txBody>
          </p:sp>
          <p:sp>
            <p:nvSpPr>
              <p:cNvPr id="42" name="object 20">
                <a:extLst>
                  <a:ext uri="{FF2B5EF4-FFF2-40B4-BE49-F238E27FC236}">
                    <a16:creationId xmlns:a16="http://schemas.microsoft.com/office/drawing/2014/main" id="{88986687-A27F-8C0D-AE09-23BB4AFE9195}"/>
                  </a:ext>
                </a:extLst>
              </p:cNvPr>
              <p:cNvSpPr txBox="1"/>
              <p:nvPr/>
            </p:nvSpPr>
            <p:spPr>
              <a:xfrm>
                <a:off x="8360404" y="1636325"/>
                <a:ext cx="659130" cy="38417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  <a:tabLst>
                    <a:tab pos="481965" algn="l"/>
                  </a:tabLst>
                </a:pPr>
                <a:r>
                  <a:rPr sz="2350" i="1" dirty="0">
                    <a:latin typeface="Arial"/>
                    <a:cs typeface="Arial"/>
                  </a:rPr>
                  <a:t>R	</a:t>
                </a:r>
                <a:r>
                  <a:rPr sz="2350" dirty="0">
                    <a:latin typeface="Symbol"/>
                    <a:cs typeface="Symbol"/>
                  </a:rPr>
                  <a:t></a:t>
                </a:r>
                <a:endParaRPr sz="2350">
                  <a:latin typeface="Symbol"/>
                  <a:cs typeface="Symbol"/>
                </a:endParaRPr>
              </a:p>
            </p:txBody>
          </p:sp>
          <p:sp>
            <p:nvSpPr>
              <p:cNvPr id="44" name="object 22">
                <a:extLst>
                  <a:ext uri="{FF2B5EF4-FFF2-40B4-BE49-F238E27FC236}">
                    <a16:creationId xmlns:a16="http://schemas.microsoft.com/office/drawing/2014/main" id="{E2CE094B-FACA-F98C-30C4-7F27538E3784}"/>
                  </a:ext>
                </a:extLst>
              </p:cNvPr>
              <p:cNvSpPr txBox="1"/>
              <p:nvPr/>
            </p:nvSpPr>
            <p:spPr>
              <a:xfrm>
                <a:off x="9235180" y="1447349"/>
                <a:ext cx="191770" cy="38417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350" dirty="0">
                    <a:latin typeface="Arial MT"/>
                    <a:cs typeface="Arial MT"/>
                  </a:rPr>
                  <a:t>1</a:t>
                </a:r>
                <a:endParaRPr sz="2350">
                  <a:latin typeface="Arial MT"/>
                  <a:cs typeface="Arial MT"/>
                </a:endParaRPr>
              </a:p>
            </p:txBody>
          </p:sp>
        </p:grpSp>
      </p:grpSp>
      <p:sp>
        <p:nvSpPr>
          <p:cNvPr id="50" name="Google Shape;94;p16">
            <a:extLst>
              <a:ext uri="{FF2B5EF4-FFF2-40B4-BE49-F238E27FC236}">
                <a16:creationId xmlns:a16="http://schemas.microsoft.com/office/drawing/2014/main" id="{E8802A99-4BC9-17E3-959C-B1C97DD3EE4F}"/>
              </a:ext>
            </a:extLst>
          </p:cNvPr>
          <p:cNvSpPr/>
          <p:nvPr/>
        </p:nvSpPr>
        <p:spPr>
          <a:xfrm>
            <a:off x="119059" y="150913"/>
            <a:ext cx="6650575" cy="463811"/>
          </a:xfrm>
          <a:prstGeom prst="trapezoid">
            <a:avLst>
              <a:gd name="adj" fmla="val 0"/>
            </a:avLst>
          </a:prstGeom>
        </p:spPr>
        <p:txBody>
          <a:bodyPr spcFirstLastPara="1" vert="horz" lIns="91440" tIns="45720" rIns="91440" bIns="4572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02060"/>
                </a:solidFill>
                <a:ea typeface="+mj-ea"/>
                <a:cs typeface="Arial" panose="020B0604020202020204" pitchFamily="34" charset="0"/>
                <a:sym typeface="Lato Black"/>
              </a:rPr>
              <a:t>Current mirror</a:t>
            </a:r>
          </a:p>
        </p:txBody>
      </p:sp>
    </p:spTree>
    <p:extLst>
      <p:ext uri="{BB962C8B-B14F-4D97-AF65-F5344CB8AC3E}">
        <p14:creationId xmlns:p14="http://schemas.microsoft.com/office/powerpoint/2010/main" val="221574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0E991A4-5E6D-EAAE-79E6-A69D99107220}"/>
              </a:ext>
            </a:extLst>
          </p:cNvPr>
          <p:cNvSpPr/>
          <p:nvPr/>
        </p:nvSpPr>
        <p:spPr>
          <a:xfrm>
            <a:off x="0" y="-45396"/>
            <a:ext cx="12192000" cy="6903396"/>
          </a:xfrm>
          <a:prstGeom prst="rect">
            <a:avLst/>
          </a:prstGeom>
          <a:solidFill>
            <a:srgbClr val="D9D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40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E814C01-25BE-D6B4-52CA-0C4F98E1C42F}"/>
              </a:ext>
            </a:extLst>
          </p:cNvPr>
          <p:cNvSpPr/>
          <p:nvPr/>
        </p:nvSpPr>
        <p:spPr>
          <a:xfrm>
            <a:off x="0" y="0"/>
            <a:ext cx="12192000" cy="578498"/>
          </a:xfrm>
          <a:prstGeom prst="round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>
              <a:solidFill>
                <a:srgbClr val="00206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FD600EA-BDE3-D54B-2B30-8298A14BFDFC}"/>
              </a:ext>
            </a:extLst>
          </p:cNvPr>
          <p:cNvSpPr/>
          <p:nvPr/>
        </p:nvSpPr>
        <p:spPr>
          <a:xfrm>
            <a:off x="4874156" y="3591974"/>
            <a:ext cx="6882882" cy="3085323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3B54AC-A749-CDF7-F888-BAB770505525}"/>
              </a:ext>
            </a:extLst>
          </p:cNvPr>
          <p:cNvGrpSpPr/>
          <p:nvPr/>
        </p:nvGrpSpPr>
        <p:grpSpPr>
          <a:xfrm>
            <a:off x="563414" y="664184"/>
            <a:ext cx="6074228" cy="2845837"/>
            <a:chOff x="205274" y="671804"/>
            <a:chExt cx="6074228" cy="284583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D86DC60-FFB7-64B7-A3A2-78B04CF51F35}"/>
                </a:ext>
              </a:extLst>
            </p:cNvPr>
            <p:cNvSpPr/>
            <p:nvPr/>
          </p:nvSpPr>
          <p:spPr>
            <a:xfrm>
              <a:off x="205274" y="671804"/>
              <a:ext cx="6074228" cy="2845837"/>
            </a:xfrm>
            <a:prstGeom prst="rect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BE" dirty="0"/>
            </a:p>
          </p:txBody>
        </p:sp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9470FC57-3643-1F38-9A06-61EE7A2B44E2}"/>
                </a:ext>
              </a:extLst>
            </p:cNvPr>
            <p:cNvPicPr/>
            <p:nvPr/>
          </p:nvPicPr>
          <p:blipFill rotWithShape="1">
            <a:blip r:embed="rId2" cstate="print"/>
            <a:srcRect l="2707" t="5235" r="3847" b="3934"/>
            <a:stretch/>
          </p:blipFill>
          <p:spPr>
            <a:xfrm>
              <a:off x="391887" y="755779"/>
              <a:ext cx="5495730" cy="2705878"/>
            </a:xfrm>
            <a:prstGeom prst="rect">
              <a:avLst/>
            </a:prstGeom>
          </p:spPr>
        </p:pic>
      </p:grpSp>
      <p:sp>
        <p:nvSpPr>
          <p:cNvPr id="5" name="object 3">
            <a:extLst>
              <a:ext uri="{FF2B5EF4-FFF2-40B4-BE49-F238E27FC236}">
                <a16:creationId xmlns:a16="http://schemas.microsoft.com/office/drawing/2014/main" id="{F8F32013-93C2-307B-0125-8FABAAE22F3C}"/>
              </a:ext>
            </a:extLst>
          </p:cNvPr>
          <p:cNvSpPr txBox="1"/>
          <p:nvPr/>
        </p:nvSpPr>
        <p:spPr>
          <a:xfrm>
            <a:off x="4913884" y="4478053"/>
            <a:ext cx="1626235" cy="93980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880"/>
              </a:spcBef>
            </a:pPr>
            <a:r>
              <a:rPr sz="3525" i="1" spc="52" baseline="14184" dirty="0">
                <a:latin typeface="Arial"/>
                <a:cs typeface="Arial"/>
              </a:rPr>
              <a:t>i</a:t>
            </a:r>
            <a:r>
              <a:rPr sz="1350" i="1" spc="35" dirty="0">
                <a:latin typeface="Arial"/>
                <a:cs typeface="Arial"/>
              </a:rPr>
              <a:t>out</a:t>
            </a:r>
            <a:r>
              <a:rPr sz="1350" i="1" spc="160" dirty="0">
                <a:latin typeface="Arial"/>
                <a:cs typeface="Arial"/>
              </a:rPr>
              <a:t> </a:t>
            </a:r>
            <a:r>
              <a:rPr sz="3525" spc="-7" baseline="14184" dirty="0">
                <a:latin typeface="Symbol"/>
                <a:cs typeface="Symbol"/>
              </a:rPr>
              <a:t></a:t>
            </a:r>
            <a:r>
              <a:rPr sz="3525" spc="-67" baseline="14184" dirty="0">
                <a:latin typeface="Times New Roman"/>
                <a:cs typeface="Times New Roman"/>
              </a:rPr>
              <a:t> </a:t>
            </a:r>
            <a:r>
              <a:rPr sz="3525" i="1" spc="30" baseline="14184" dirty="0">
                <a:latin typeface="Arial"/>
                <a:cs typeface="Arial"/>
              </a:rPr>
              <a:t>g</a:t>
            </a:r>
            <a:r>
              <a:rPr sz="1350" i="1" spc="20" dirty="0">
                <a:latin typeface="Arial"/>
                <a:cs typeface="Arial"/>
              </a:rPr>
              <a:t>m</a:t>
            </a:r>
            <a:r>
              <a:rPr sz="1350" spc="20" dirty="0">
                <a:latin typeface="Arial MT"/>
                <a:cs typeface="Arial MT"/>
              </a:rPr>
              <a:t>1</a:t>
            </a:r>
            <a:r>
              <a:rPr sz="3525" i="1" spc="30" baseline="14184" dirty="0">
                <a:latin typeface="Arial"/>
                <a:cs typeface="Arial"/>
              </a:rPr>
              <a:t>v</a:t>
            </a:r>
            <a:r>
              <a:rPr sz="1350" i="1" spc="20" dirty="0">
                <a:latin typeface="Arial"/>
                <a:cs typeface="Arial"/>
              </a:rPr>
              <a:t>in</a:t>
            </a:r>
            <a:endParaRPr sz="1350" dirty="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780"/>
              </a:spcBef>
            </a:pPr>
            <a:r>
              <a:rPr sz="3525" i="1" spc="209" baseline="14184" dirty="0">
                <a:latin typeface="Arial"/>
                <a:cs typeface="Arial"/>
              </a:rPr>
              <a:t>v</a:t>
            </a:r>
            <a:r>
              <a:rPr sz="1350" i="1" spc="10" dirty="0">
                <a:latin typeface="Arial"/>
                <a:cs typeface="Arial"/>
              </a:rPr>
              <a:t>ou</a:t>
            </a:r>
            <a:r>
              <a:rPr sz="1350" i="1" dirty="0">
                <a:latin typeface="Arial"/>
                <a:cs typeface="Arial"/>
              </a:rPr>
              <a:t>t  </a:t>
            </a:r>
            <a:r>
              <a:rPr sz="1350" i="1" spc="-140" dirty="0">
                <a:latin typeface="Arial"/>
                <a:cs typeface="Arial"/>
              </a:rPr>
              <a:t> </a:t>
            </a:r>
            <a:r>
              <a:rPr sz="3525" spc="-7" baseline="14184" dirty="0">
                <a:latin typeface="Symbol"/>
                <a:cs typeface="Symbol"/>
              </a:rPr>
              <a:t></a:t>
            </a:r>
            <a:r>
              <a:rPr sz="3525" spc="-75" baseline="14184" dirty="0">
                <a:latin typeface="Times New Roman"/>
                <a:cs typeface="Times New Roman"/>
              </a:rPr>
              <a:t> </a:t>
            </a:r>
            <a:r>
              <a:rPr sz="3525" i="1" spc="-37" baseline="14184" dirty="0">
                <a:latin typeface="Arial"/>
                <a:cs typeface="Arial"/>
              </a:rPr>
              <a:t>R</a:t>
            </a:r>
            <a:r>
              <a:rPr sz="1350" i="1" spc="10" dirty="0">
                <a:latin typeface="Arial"/>
                <a:cs typeface="Arial"/>
              </a:rPr>
              <a:t>ou</a:t>
            </a:r>
            <a:r>
              <a:rPr sz="1350" i="1" dirty="0">
                <a:latin typeface="Arial"/>
                <a:cs typeface="Arial"/>
              </a:rPr>
              <a:t>t</a:t>
            </a:r>
            <a:r>
              <a:rPr sz="1350" i="1" spc="-180" dirty="0">
                <a:latin typeface="Arial"/>
                <a:cs typeface="Arial"/>
              </a:rPr>
              <a:t> </a:t>
            </a:r>
            <a:r>
              <a:rPr sz="3525" i="1" spc="179" baseline="14184" dirty="0">
                <a:latin typeface="Arial"/>
                <a:cs typeface="Arial"/>
              </a:rPr>
              <a:t>i</a:t>
            </a:r>
            <a:r>
              <a:rPr sz="1350" i="1" spc="10" dirty="0">
                <a:latin typeface="Arial"/>
                <a:cs typeface="Arial"/>
              </a:rPr>
              <a:t>ou</a:t>
            </a:r>
            <a:r>
              <a:rPr sz="1350" i="1" dirty="0">
                <a:latin typeface="Arial"/>
                <a:cs typeface="Arial"/>
              </a:rPr>
              <a:t>t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8BF60E23-FA57-7CB3-1270-DB9681E24C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23028" y="4015924"/>
            <a:ext cx="2141854" cy="508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3525" spc="-37" baseline="14184" dirty="0"/>
              <a:t>R</a:t>
            </a:r>
            <a:r>
              <a:rPr sz="1350" spc="10" dirty="0"/>
              <a:t>ou</a:t>
            </a:r>
            <a:r>
              <a:rPr sz="1350" dirty="0"/>
              <a:t>t  </a:t>
            </a:r>
            <a:r>
              <a:rPr sz="1350" spc="-160" dirty="0"/>
              <a:t> </a:t>
            </a:r>
            <a:r>
              <a:rPr sz="3525" i="0" spc="-7" baseline="14184" dirty="0">
                <a:latin typeface="Symbol"/>
                <a:cs typeface="Symbol"/>
              </a:rPr>
              <a:t></a:t>
            </a:r>
            <a:r>
              <a:rPr sz="3525" i="0" spc="-7" baseline="14184" dirty="0">
                <a:latin typeface="Times New Roman"/>
                <a:cs typeface="Times New Roman"/>
              </a:rPr>
              <a:t> </a:t>
            </a:r>
            <a:r>
              <a:rPr sz="3525" spc="-67" baseline="14184" dirty="0"/>
              <a:t>r</a:t>
            </a:r>
            <a:r>
              <a:rPr sz="1350" spc="35" dirty="0"/>
              <a:t>o</a:t>
            </a:r>
            <a:r>
              <a:rPr sz="1350" i="0" spc="60" dirty="0">
                <a:latin typeface="Arial MT"/>
                <a:cs typeface="Arial MT"/>
              </a:rPr>
              <a:t>1</a:t>
            </a:r>
            <a:r>
              <a:rPr sz="4725" i="0" spc="-569" baseline="10582" dirty="0">
                <a:latin typeface="Symbol"/>
                <a:cs typeface="Symbol"/>
              </a:rPr>
              <a:t></a:t>
            </a:r>
            <a:r>
              <a:rPr sz="3525" spc="187" baseline="14184" dirty="0"/>
              <a:t>g</a:t>
            </a:r>
            <a:r>
              <a:rPr sz="1350" spc="120" dirty="0"/>
              <a:t>m</a:t>
            </a:r>
            <a:r>
              <a:rPr sz="1350" i="0" spc="60" dirty="0">
                <a:latin typeface="Arial MT"/>
                <a:cs typeface="Arial MT"/>
              </a:rPr>
              <a:t>2</a:t>
            </a:r>
            <a:r>
              <a:rPr sz="3525" spc="-30" baseline="14184" dirty="0"/>
              <a:t>r</a:t>
            </a:r>
            <a:r>
              <a:rPr sz="1350" spc="105" dirty="0"/>
              <a:t>o</a:t>
            </a:r>
            <a:r>
              <a:rPr sz="1350" i="0" spc="5" dirty="0">
                <a:latin typeface="Arial MT"/>
                <a:cs typeface="Arial MT"/>
              </a:rPr>
              <a:t>2</a:t>
            </a:r>
            <a:r>
              <a:rPr sz="1350" i="0" spc="-35" dirty="0">
                <a:latin typeface="Arial MT"/>
                <a:cs typeface="Arial MT"/>
              </a:rPr>
              <a:t> </a:t>
            </a:r>
            <a:r>
              <a:rPr sz="4725" i="0" spc="-427" baseline="10582" dirty="0">
                <a:latin typeface="Symbol"/>
                <a:cs typeface="Symbol"/>
              </a:rPr>
              <a:t></a:t>
            </a:r>
            <a:endParaRPr sz="4725" baseline="10582" dirty="0">
              <a:latin typeface="Symbol"/>
              <a:cs typeface="Symbol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26052537-29C6-B2AE-D87F-D6E7C7D48C3C}"/>
              </a:ext>
            </a:extLst>
          </p:cNvPr>
          <p:cNvSpPr/>
          <p:nvPr/>
        </p:nvSpPr>
        <p:spPr>
          <a:xfrm>
            <a:off x="8701595" y="4390326"/>
            <a:ext cx="475615" cy="0"/>
          </a:xfrm>
          <a:custGeom>
            <a:avLst/>
            <a:gdLst/>
            <a:ahLst/>
            <a:cxnLst/>
            <a:rect l="l" t="t" r="r" b="b"/>
            <a:pathLst>
              <a:path w="475614">
                <a:moveTo>
                  <a:pt x="0" y="0"/>
                </a:moveTo>
                <a:lnTo>
                  <a:pt x="475488" y="0"/>
                </a:lnTo>
              </a:path>
            </a:pathLst>
          </a:custGeom>
          <a:ln w="12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D2C698CC-5C5D-2D10-33B8-D1B9AAED1245}"/>
              </a:ext>
            </a:extLst>
          </p:cNvPr>
          <p:cNvSpPr/>
          <p:nvPr/>
        </p:nvSpPr>
        <p:spPr>
          <a:xfrm>
            <a:off x="8795893" y="5264721"/>
            <a:ext cx="1147445" cy="0"/>
          </a:xfrm>
          <a:custGeom>
            <a:avLst/>
            <a:gdLst/>
            <a:ahLst/>
            <a:cxnLst/>
            <a:rect l="l" t="t" r="r" b="b"/>
            <a:pathLst>
              <a:path w="1147445">
                <a:moveTo>
                  <a:pt x="0" y="0"/>
                </a:moveTo>
                <a:lnTo>
                  <a:pt x="1147190" y="0"/>
                </a:lnTo>
              </a:path>
            </a:pathLst>
          </a:custGeom>
          <a:ln w="12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1D366E9-FB1C-9F9B-B76F-0B710E0785B0}"/>
              </a:ext>
            </a:extLst>
          </p:cNvPr>
          <p:cNvSpPr/>
          <p:nvPr/>
        </p:nvSpPr>
        <p:spPr>
          <a:xfrm>
            <a:off x="9014015" y="6141402"/>
            <a:ext cx="681355" cy="0"/>
          </a:xfrm>
          <a:custGeom>
            <a:avLst/>
            <a:gdLst/>
            <a:ahLst/>
            <a:cxnLst/>
            <a:rect l="l" t="t" r="r" b="b"/>
            <a:pathLst>
              <a:path w="681354">
                <a:moveTo>
                  <a:pt x="0" y="0"/>
                </a:moveTo>
                <a:lnTo>
                  <a:pt x="681037" y="0"/>
                </a:lnTo>
              </a:path>
            </a:pathLst>
          </a:custGeom>
          <a:ln w="12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AA6885DF-BEA3-8367-22C8-6BCFF7903719}"/>
              </a:ext>
            </a:extLst>
          </p:cNvPr>
          <p:cNvSpPr txBox="1"/>
          <p:nvPr/>
        </p:nvSpPr>
        <p:spPr>
          <a:xfrm>
            <a:off x="8921495" y="4586630"/>
            <a:ext cx="16129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i="1" spc="5" dirty="0">
                <a:latin typeface="Arial"/>
                <a:cs typeface="Arial"/>
              </a:rPr>
              <a:t>in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87E306DB-C231-7769-E304-3CDC9BC30812}"/>
              </a:ext>
            </a:extLst>
          </p:cNvPr>
          <p:cNvSpPr txBox="1"/>
          <p:nvPr/>
        </p:nvSpPr>
        <p:spPr>
          <a:xfrm>
            <a:off x="8747759" y="4386624"/>
            <a:ext cx="173990" cy="3822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300" i="1" spc="15" dirty="0">
                <a:latin typeface="Arial"/>
                <a:cs typeface="Arial"/>
              </a:rPr>
              <a:t>v</a:t>
            </a:r>
            <a:endParaRPr sz="2300">
              <a:latin typeface="Arial"/>
              <a:cs typeface="Arial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45AAFCD0-ECE5-E20F-C368-BE59ADAE6847}"/>
              </a:ext>
            </a:extLst>
          </p:cNvPr>
          <p:cNvSpPr txBox="1"/>
          <p:nvPr/>
        </p:nvSpPr>
        <p:spPr>
          <a:xfrm>
            <a:off x="7949183" y="4154976"/>
            <a:ext cx="224154" cy="3822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300" i="1" spc="25" dirty="0">
                <a:latin typeface="Arial"/>
                <a:cs typeface="Arial"/>
              </a:rPr>
              <a:t>A</a:t>
            </a:r>
            <a:endParaRPr sz="2300">
              <a:latin typeface="Arial"/>
              <a:cs typeface="Arial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2D998389-48C7-52A7-D882-B6EA7C0852E9}"/>
              </a:ext>
            </a:extLst>
          </p:cNvPr>
          <p:cNvSpPr txBox="1"/>
          <p:nvPr/>
        </p:nvSpPr>
        <p:spPr>
          <a:xfrm>
            <a:off x="8774176" y="5250922"/>
            <a:ext cx="1160145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300" spc="-90" dirty="0">
                <a:latin typeface="Arial MT"/>
                <a:cs typeface="Arial MT"/>
              </a:rPr>
              <a:t>2</a:t>
            </a:r>
            <a:r>
              <a:rPr sz="2400" i="1" spc="-90" dirty="0">
                <a:latin typeface="Verdana"/>
                <a:cs typeface="Verdana"/>
              </a:rPr>
              <a:t>π</a:t>
            </a:r>
            <a:r>
              <a:rPr sz="2300" i="1" spc="-90" dirty="0">
                <a:latin typeface="Arial"/>
                <a:cs typeface="Arial"/>
              </a:rPr>
              <a:t>R</a:t>
            </a:r>
            <a:r>
              <a:rPr sz="2025" i="1" spc="-135" baseline="-24691" dirty="0">
                <a:latin typeface="Arial"/>
                <a:cs typeface="Arial"/>
              </a:rPr>
              <a:t>out</a:t>
            </a:r>
            <a:r>
              <a:rPr sz="2300" i="1" spc="-90" dirty="0">
                <a:latin typeface="Arial"/>
                <a:cs typeface="Arial"/>
              </a:rPr>
              <a:t>C</a:t>
            </a:r>
            <a:r>
              <a:rPr sz="2025" i="1" spc="-135" baseline="-24691" dirty="0">
                <a:latin typeface="Arial"/>
                <a:cs typeface="Arial"/>
              </a:rPr>
              <a:t>L</a:t>
            </a:r>
            <a:endParaRPr sz="2025" baseline="-24691">
              <a:latin typeface="Arial"/>
              <a:cs typeface="Arial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B4289703-570D-6A23-B51C-355C4E3F7C45}"/>
              </a:ext>
            </a:extLst>
          </p:cNvPr>
          <p:cNvSpPr txBox="1"/>
          <p:nvPr/>
        </p:nvSpPr>
        <p:spPr>
          <a:xfrm>
            <a:off x="8990583" y="5791752"/>
            <a:ext cx="694055" cy="73215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50495">
              <a:lnSpc>
                <a:spcPts val="2700"/>
              </a:lnSpc>
              <a:spcBef>
                <a:spcPts val="140"/>
              </a:spcBef>
            </a:pPr>
            <a:r>
              <a:rPr sz="3450" i="1" spc="82" baseline="14492" dirty="0">
                <a:latin typeface="Arial"/>
                <a:cs typeface="Arial"/>
              </a:rPr>
              <a:t>g</a:t>
            </a:r>
            <a:r>
              <a:rPr sz="1350" i="1" spc="55" dirty="0">
                <a:latin typeface="Arial"/>
                <a:cs typeface="Arial"/>
              </a:rPr>
              <a:t>m</a:t>
            </a:r>
            <a:r>
              <a:rPr sz="1350" spc="55" dirty="0">
                <a:latin typeface="Arial MT"/>
                <a:cs typeface="Arial MT"/>
              </a:rPr>
              <a:t>1</a:t>
            </a:r>
            <a:endParaRPr sz="1350">
              <a:latin typeface="Arial MT"/>
              <a:cs typeface="Arial MT"/>
            </a:endParaRPr>
          </a:p>
          <a:p>
            <a:pPr marL="38100">
              <a:lnSpc>
                <a:spcPts val="2820"/>
              </a:lnSpc>
            </a:pPr>
            <a:r>
              <a:rPr sz="2300" spc="-210" dirty="0">
                <a:latin typeface="Arial MT"/>
                <a:cs typeface="Arial MT"/>
              </a:rPr>
              <a:t>2</a:t>
            </a:r>
            <a:r>
              <a:rPr sz="2400" i="1" spc="-210" dirty="0">
                <a:latin typeface="Verdana"/>
                <a:cs typeface="Verdana"/>
              </a:rPr>
              <a:t>π</a:t>
            </a:r>
            <a:r>
              <a:rPr sz="2300" i="1" spc="-210" dirty="0">
                <a:latin typeface="Arial"/>
                <a:cs typeface="Arial"/>
              </a:rPr>
              <a:t>C</a:t>
            </a:r>
            <a:r>
              <a:rPr sz="2025" i="1" spc="-315" baseline="-24691" dirty="0">
                <a:latin typeface="Arial"/>
                <a:cs typeface="Arial"/>
              </a:rPr>
              <a:t>L</a:t>
            </a:r>
            <a:endParaRPr sz="2025" baseline="-24691">
              <a:latin typeface="Arial"/>
              <a:cs typeface="Arial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6C651AE6-F87E-E832-F2C4-13E60D78F61C}"/>
              </a:ext>
            </a:extLst>
          </p:cNvPr>
          <p:cNvSpPr txBox="1"/>
          <p:nvPr/>
        </p:nvSpPr>
        <p:spPr>
          <a:xfrm>
            <a:off x="10808208" y="4351934"/>
            <a:ext cx="59436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i="1" spc="120" dirty="0">
                <a:latin typeface="Arial"/>
                <a:cs typeface="Arial"/>
              </a:rPr>
              <a:t>m</a:t>
            </a:r>
            <a:r>
              <a:rPr sz="1350" spc="5" dirty="0">
                <a:latin typeface="Arial MT"/>
                <a:cs typeface="Arial MT"/>
              </a:rPr>
              <a:t>2</a:t>
            </a:r>
            <a:r>
              <a:rPr sz="1350" dirty="0">
                <a:latin typeface="Arial MT"/>
                <a:cs typeface="Arial MT"/>
              </a:rPr>
              <a:t> </a:t>
            </a:r>
            <a:r>
              <a:rPr sz="1350" spc="75" dirty="0">
                <a:latin typeface="Arial MT"/>
                <a:cs typeface="Arial MT"/>
              </a:rPr>
              <a:t> </a:t>
            </a:r>
            <a:r>
              <a:rPr sz="1350" i="1" spc="5" dirty="0">
                <a:latin typeface="Arial"/>
                <a:cs typeface="Arial"/>
              </a:rPr>
              <a:t>o</a:t>
            </a:r>
            <a:r>
              <a:rPr sz="1350" i="1" spc="-250" dirty="0">
                <a:latin typeface="Arial"/>
                <a:cs typeface="Arial"/>
              </a:rPr>
              <a:t> </a:t>
            </a:r>
            <a:r>
              <a:rPr sz="1350" spc="5" dirty="0">
                <a:latin typeface="Arial MT"/>
                <a:cs typeface="Arial MT"/>
              </a:rPr>
              <a:t>2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1047F26B-3460-7214-E253-388C0A5B75F1}"/>
              </a:ext>
            </a:extLst>
          </p:cNvPr>
          <p:cNvSpPr txBox="1"/>
          <p:nvPr/>
        </p:nvSpPr>
        <p:spPr>
          <a:xfrm>
            <a:off x="9927336" y="4351934"/>
            <a:ext cx="545465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i="1" spc="15" dirty="0">
                <a:latin typeface="Arial"/>
                <a:cs typeface="Arial"/>
              </a:rPr>
              <a:t>m</a:t>
            </a:r>
            <a:r>
              <a:rPr sz="1350" spc="15" dirty="0">
                <a:latin typeface="Arial MT"/>
                <a:cs typeface="Arial MT"/>
              </a:rPr>
              <a:t>1</a:t>
            </a:r>
            <a:r>
              <a:rPr sz="1350" spc="195" dirty="0">
                <a:latin typeface="Arial MT"/>
                <a:cs typeface="Arial MT"/>
              </a:rPr>
              <a:t> </a:t>
            </a:r>
            <a:r>
              <a:rPr sz="1350" i="1" spc="10" dirty="0">
                <a:latin typeface="Arial"/>
                <a:cs typeface="Arial"/>
              </a:rPr>
              <a:t>o</a:t>
            </a:r>
            <a:r>
              <a:rPr sz="1350" spc="10" dirty="0">
                <a:latin typeface="Arial MT"/>
                <a:cs typeface="Arial MT"/>
              </a:rPr>
              <a:t>1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73B9C0EE-1175-3E81-0461-E9B39415C65A}"/>
              </a:ext>
            </a:extLst>
          </p:cNvPr>
          <p:cNvSpPr txBox="1"/>
          <p:nvPr/>
        </p:nvSpPr>
        <p:spPr>
          <a:xfrm>
            <a:off x="8125968" y="4351934"/>
            <a:ext cx="23495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i="1" spc="5" dirty="0">
                <a:latin typeface="Arial"/>
                <a:cs typeface="Arial"/>
              </a:rPr>
              <a:t>v</a:t>
            </a:r>
            <a:r>
              <a:rPr sz="1350" i="1" spc="-170" dirty="0">
                <a:latin typeface="Arial"/>
                <a:cs typeface="Arial"/>
              </a:rPr>
              <a:t> </a:t>
            </a:r>
            <a:r>
              <a:rPr sz="1350" spc="5" dirty="0">
                <a:latin typeface="Arial MT"/>
                <a:cs typeface="Arial MT"/>
              </a:rPr>
              <a:t>0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7E079304-3717-F957-F5D7-77EA7B045257}"/>
              </a:ext>
            </a:extLst>
          </p:cNvPr>
          <p:cNvSpPr txBox="1"/>
          <p:nvPr/>
        </p:nvSpPr>
        <p:spPr>
          <a:xfrm>
            <a:off x="7915656" y="5904528"/>
            <a:ext cx="1029969" cy="3822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853440" algn="l"/>
              </a:tabLst>
            </a:pPr>
            <a:r>
              <a:rPr sz="2300" i="1" spc="30" dirty="0">
                <a:latin typeface="Arial"/>
                <a:cs typeface="Arial"/>
              </a:rPr>
              <a:t>GBW	</a:t>
            </a:r>
            <a:r>
              <a:rPr sz="2300" spc="20" dirty="0">
                <a:latin typeface="Symbol"/>
                <a:cs typeface="Symbol"/>
              </a:rPr>
              <a:t>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0E1C39E6-F307-E045-C2A2-25EF12DDB69C}"/>
              </a:ext>
            </a:extLst>
          </p:cNvPr>
          <p:cNvSpPr txBox="1"/>
          <p:nvPr/>
        </p:nvSpPr>
        <p:spPr>
          <a:xfrm>
            <a:off x="7930895" y="5029752"/>
            <a:ext cx="795020" cy="3822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619125" algn="l"/>
              </a:tabLst>
            </a:pPr>
            <a:r>
              <a:rPr sz="2300" i="1" spc="30" dirty="0">
                <a:latin typeface="Arial"/>
                <a:cs typeface="Arial"/>
              </a:rPr>
              <a:t>BW	</a:t>
            </a:r>
            <a:r>
              <a:rPr sz="2300" spc="20" dirty="0">
                <a:latin typeface="Symbol"/>
                <a:cs typeface="Symbol"/>
              </a:rPr>
              <a:t>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9B4FE961-0489-E731-4920-CDA3F6A114A3}"/>
              </a:ext>
            </a:extLst>
          </p:cNvPr>
          <p:cNvSpPr txBox="1"/>
          <p:nvPr/>
        </p:nvSpPr>
        <p:spPr>
          <a:xfrm>
            <a:off x="9253727" y="4049740"/>
            <a:ext cx="2287270" cy="1173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914400" algn="l"/>
                <a:tab pos="1225550" algn="l"/>
                <a:tab pos="1831975" algn="l"/>
                <a:tab pos="2176145" algn="l"/>
              </a:tabLst>
            </a:pPr>
            <a:r>
              <a:rPr sz="2300" spc="20" dirty="0">
                <a:latin typeface="Symbol"/>
                <a:cs typeface="Symbol"/>
              </a:rPr>
              <a:t>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spc="30" dirty="0">
                <a:latin typeface="Symbol"/>
                <a:cs typeface="Symbol"/>
              </a:rPr>
              <a:t></a:t>
            </a:r>
            <a:r>
              <a:rPr sz="3150" spc="-380" dirty="0">
                <a:latin typeface="Symbol"/>
                <a:cs typeface="Symbol"/>
              </a:rPr>
              <a:t></a:t>
            </a:r>
            <a:r>
              <a:rPr sz="2300" i="1" spc="20" dirty="0">
                <a:latin typeface="Arial"/>
                <a:cs typeface="Arial"/>
              </a:rPr>
              <a:t>g</a:t>
            </a:r>
            <a:r>
              <a:rPr sz="2300" i="1" dirty="0">
                <a:latin typeface="Arial"/>
                <a:cs typeface="Arial"/>
              </a:rPr>
              <a:t>	</a:t>
            </a:r>
            <a:r>
              <a:rPr sz="2300" i="1" spc="10" dirty="0">
                <a:latin typeface="Arial"/>
                <a:cs typeface="Arial"/>
              </a:rPr>
              <a:t>r</a:t>
            </a:r>
            <a:r>
              <a:rPr sz="2300" i="1" dirty="0">
                <a:latin typeface="Arial"/>
                <a:cs typeface="Arial"/>
              </a:rPr>
              <a:t>	</a:t>
            </a:r>
            <a:r>
              <a:rPr sz="3150" spc="-455" dirty="0">
                <a:latin typeface="Symbol"/>
                <a:cs typeface="Symbol"/>
              </a:rPr>
              <a:t></a:t>
            </a:r>
            <a:r>
              <a:rPr sz="3150" spc="-380" dirty="0">
                <a:latin typeface="Symbol"/>
                <a:cs typeface="Symbol"/>
              </a:rPr>
              <a:t></a:t>
            </a:r>
            <a:r>
              <a:rPr sz="2300" i="1" spc="20" dirty="0">
                <a:latin typeface="Arial"/>
                <a:cs typeface="Arial"/>
              </a:rPr>
              <a:t>g</a:t>
            </a:r>
            <a:r>
              <a:rPr sz="2300" i="1" dirty="0">
                <a:latin typeface="Arial"/>
                <a:cs typeface="Arial"/>
              </a:rPr>
              <a:t>	</a:t>
            </a:r>
            <a:r>
              <a:rPr sz="2300" i="1" spc="10" dirty="0">
                <a:latin typeface="Arial"/>
                <a:cs typeface="Arial"/>
              </a:rPr>
              <a:t>r</a:t>
            </a:r>
            <a:r>
              <a:rPr sz="2300" i="1" dirty="0">
                <a:latin typeface="Arial"/>
                <a:cs typeface="Arial"/>
              </a:rPr>
              <a:t>	</a:t>
            </a:r>
            <a:r>
              <a:rPr sz="3150" spc="-285" dirty="0">
                <a:latin typeface="Symbol"/>
                <a:cs typeface="Symbol"/>
              </a:rPr>
              <a:t></a:t>
            </a:r>
            <a:endParaRPr sz="3150">
              <a:latin typeface="Symbol"/>
              <a:cs typeface="Symbol"/>
            </a:endParaRPr>
          </a:p>
          <a:p>
            <a:pPr marL="42545">
              <a:lnSpc>
                <a:spcPct val="100000"/>
              </a:lnSpc>
              <a:spcBef>
                <a:spcPts val="2470"/>
              </a:spcBef>
            </a:pPr>
            <a:r>
              <a:rPr sz="2300" spc="20" dirty="0">
                <a:latin typeface="Arial MT"/>
                <a:cs typeface="Arial MT"/>
              </a:rPr>
              <a:t>1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100F9137-2033-B4AC-9912-1C4235FEFC40}"/>
              </a:ext>
            </a:extLst>
          </p:cNvPr>
          <p:cNvSpPr txBox="1"/>
          <p:nvPr/>
        </p:nvSpPr>
        <p:spPr>
          <a:xfrm>
            <a:off x="8417559" y="4042200"/>
            <a:ext cx="737235" cy="3822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3450" spc="30" baseline="-21739" dirty="0">
                <a:latin typeface="Symbol"/>
                <a:cs typeface="Symbol"/>
              </a:rPr>
              <a:t></a:t>
            </a:r>
            <a:r>
              <a:rPr sz="3450" spc="22" baseline="-21739" dirty="0">
                <a:latin typeface="Times New Roman"/>
                <a:cs typeface="Times New Roman"/>
              </a:rPr>
              <a:t> </a:t>
            </a:r>
            <a:r>
              <a:rPr sz="3450" i="1" spc="82" baseline="14492" dirty="0">
                <a:latin typeface="Arial"/>
                <a:cs typeface="Arial"/>
              </a:rPr>
              <a:t>v</a:t>
            </a:r>
            <a:r>
              <a:rPr sz="1350" i="1" spc="55" dirty="0">
                <a:latin typeface="Arial"/>
                <a:cs typeface="Arial"/>
              </a:rPr>
              <a:t>out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25F8E9-D9E1-58D3-C610-DF67EA91AAAC}"/>
              </a:ext>
            </a:extLst>
          </p:cNvPr>
          <p:cNvGrpSpPr/>
          <p:nvPr/>
        </p:nvGrpSpPr>
        <p:grpSpPr>
          <a:xfrm>
            <a:off x="546152" y="3576734"/>
            <a:ext cx="3079102" cy="3281266"/>
            <a:chOff x="942392" y="3576734"/>
            <a:chExt cx="3079102" cy="328126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8119D78-929E-2612-E58A-7E5EBE009937}"/>
                </a:ext>
              </a:extLst>
            </p:cNvPr>
            <p:cNvSpPr/>
            <p:nvPr/>
          </p:nvSpPr>
          <p:spPr>
            <a:xfrm>
              <a:off x="942392" y="3576734"/>
              <a:ext cx="3079102" cy="3281266"/>
            </a:xfrm>
            <a:prstGeom prst="rect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22" name="object 20">
              <a:extLst>
                <a:ext uri="{FF2B5EF4-FFF2-40B4-BE49-F238E27FC236}">
                  <a16:creationId xmlns:a16="http://schemas.microsoft.com/office/drawing/2014/main" id="{B63B0EC1-F0C5-B367-FDF6-884D8D95082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5865" y="3607837"/>
              <a:ext cx="2640622" cy="3169361"/>
            </a:xfrm>
            <a:prstGeom prst="rect">
              <a:avLst/>
            </a:prstGeom>
          </p:spPr>
        </p:pic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4BD101CA-4376-956D-5071-83CFFE22DB90}"/>
                </a:ext>
              </a:extLst>
            </p:cNvPr>
            <p:cNvSpPr txBox="1"/>
            <p:nvPr/>
          </p:nvSpPr>
          <p:spPr>
            <a:xfrm>
              <a:off x="2554732" y="5011928"/>
              <a:ext cx="284480" cy="248920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1450" b="1" spc="10" dirty="0">
                  <a:latin typeface="Arial"/>
                  <a:cs typeface="Arial"/>
                </a:rPr>
                <a:t>M</a:t>
              </a:r>
              <a:r>
                <a:rPr sz="1450" b="1" spc="5" dirty="0">
                  <a:latin typeface="Arial"/>
                  <a:cs typeface="Arial"/>
                </a:rPr>
                <a:t>2</a:t>
              </a:r>
              <a:endParaRPr sz="1450" dirty="0">
                <a:latin typeface="Arial"/>
                <a:cs typeface="Arial"/>
              </a:endParaRPr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FB9992DF-68FD-1678-4248-403E6B63484E}"/>
                </a:ext>
              </a:extLst>
            </p:cNvPr>
            <p:cNvSpPr txBox="1"/>
            <p:nvPr/>
          </p:nvSpPr>
          <p:spPr>
            <a:xfrm>
              <a:off x="2585212" y="5598159"/>
              <a:ext cx="284480" cy="248920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1450" b="1" spc="10" dirty="0">
                  <a:latin typeface="Arial"/>
                  <a:cs typeface="Arial"/>
                </a:rPr>
                <a:t>M</a:t>
              </a:r>
              <a:r>
                <a:rPr sz="1450" b="1" spc="5" dirty="0">
                  <a:latin typeface="Arial"/>
                  <a:cs typeface="Arial"/>
                </a:rPr>
                <a:t>1</a:t>
              </a:r>
              <a:endParaRPr sz="1450" dirty="0">
                <a:latin typeface="Arial"/>
                <a:cs typeface="Arial"/>
              </a:endParaRPr>
            </a:p>
          </p:txBody>
        </p:sp>
      </p:grpSp>
      <p:sp>
        <p:nvSpPr>
          <p:cNvPr id="25" name="Google Shape;94;p16">
            <a:extLst>
              <a:ext uri="{FF2B5EF4-FFF2-40B4-BE49-F238E27FC236}">
                <a16:creationId xmlns:a16="http://schemas.microsoft.com/office/drawing/2014/main" id="{05C53057-AC12-2B24-8B11-A9DC27DAB892}"/>
              </a:ext>
            </a:extLst>
          </p:cNvPr>
          <p:cNvSpPr/>
          <p:nvPr/>
        </p:nvSpPr>
        <p:spPr>
          <a:xfrm>
            <a:off x="119059" y="150913"/>
            <a:ext cx="6650575" cy="463811"/>
          </a:xfrm>
          <a:prstGeom prst="trapezoid">
            <a:avLst>
              <a:gd name="adj" fmla="val 0"/>
            </a:avLst>
          </a:prstGeom>
        </p:spPr>
        <p:txBody>
          <a:bodyPr spcFirstLastPara="1" vert="horz" lIns="91440" tIns="45720" rIns="91440" bIns="4572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02060"/>
                </a:solidFill>
                <a:ea typeface="+mj-ea"/>
                <a:cs typeface="Arial" panose="020B0604020202020204" pitchFamily="34" charset="0"/>
                <a:sym typeface="Lato Black"/>
              </a:rPr>
              <a:t>Current mirror/</a:t>
            </a:r>
            <a:r>
              <a:rPr lang="en-US" sz="3200" b="1" dirty="0" err="1">
                <a:solidFill>
                  <a:srgbClr val="002060"/>
                </a:solidFill>
                <a:ea typeface="+mj-ea"/>
                <a:cs typeface="Arial" panose="020B0604020202020204" pitchFamily="34" charset="0"/>
                <a:sym typeface="Lato Black"/>
              </a:rPr>
              <a:t>Cascode</a:t>
            </a:r>
            <a:r>
              <a:rPr lang="en-US" sz="3200" b="1" dirty="0">
                <a:solidFill>
                  <a:srgbClr val="002060"/>
                </a:solidFill>
                <a:ea typeface="+mj-ea"/>
                <a:cs typeface="Arial" panose="020B0604020202020204" pitchFamily="34" charset="0"/>
                <a:sym typeface="Lato Black"/>
              </a:rPr>
              <a:t> Design</a:t>
            </a:r>
          </a:p>
        </p:txBody>
      </p:sp>
    </p:spTree>
    <p:extLst>
      <p:ext uri="{BB962C8B-B14F-4D97-AF65-F5344CB8AC3E}">
        <p14:creationId xmlns:p14="http://schemas.microsoft.com/office/powerpoint/2010/main" val="1513814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5" grpId="0"/>
      <p:bldP spid="6" grpId="0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2A6CF63-28EB-4BF3-6157-EE811D98CA5D}"/>
              </a:ext>
            </a:extLst>
          </p:cNvPr>
          <p:cNvSpPr/>
          <p:nvPr/>
        </p:nvSpPr>
        <p:spPr>
          <a:xfrm>
            <a:off x="0" y="-45396"/>
            <a:ext cx="12192000" cy="6903396"/>
          </a:xfrm>
          <a:prstGeom prst="rect">
            <a:avLst/>
          </a:prstGeom>
          <a:solidFill>
            <a:srgbClr val="D9D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40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B9E5F2-11B5-CD12-FFC7-80363D6B2C95}"/>
              </a:ext>
            </a:extLst>
          </p:cNvPr>
          <p:cNvSpPr/>
          <p:nvPr/>
        </p:nvSpPr>
        <p:spPr>
          <a:xfrm>
            <a:off x="0" y="0"/>
            <a:ext cx="12192000" cy="578498"/>
          </a:xfrm>
          <a:prstGeom prst="round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>
              <a:solidFill>
                <a:srgbClr val="00206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ECDED6-B799-7E1D-DD48-F2D9B38DE5BD}"/>
              </a:ext>
            </a:extLst>
          </p:cNvPr>
          <p:cNvSpPr/>
          <p:nvPr/>
        </p:nvSpPr>
        <p:spPr>
          <a:xfrm>
            <a:off x="7524749" y="5124450"/>
            <a:ext cx="4543426" cy="1733550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A44EE6-4E87-783D-F8D0-87E0A3BBBBBE}"/>
              </a:ext>
            </a:extLst>
          </p:cNvPr>
          <p:cNvSpPr/>
          <p:nvPr/>
        </p:nvSpPr>
        <p:spPr>
          <a:xfrm>
            <a:off x="7524749" y="747809"/>
            <a:ext cx="3467101" cy="3938492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1D4B47-C085-162C-8944-71FD42B87438}"/>
              </a:ext>
            </a:extLst>
          </p:cNvPr>
          <p:cNvSpPr/>
          <p:nvPr/>
        </p:nvSpPr>
        <p:spPr>
          <a:xfrm>
            <a:off x="694742" y="728758"/>
            <a:ext cx="4391608" cy="4319491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DBB8DC-E7A3-27DF-418B-B6904F0846A7}"/>
              </a:ext>
            </a:extLst>
          </p:cNvPr>
          <p:cNvSpPr/>
          <p:nvPr/>
        </p:nvSpPr>
        <p:spPr>
          <a:xfrm>
            <a:off x="0" y="5114925"/>
            <a:ext cx="7372350" cy="174307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52EFE37-B499-7BE6-D2A3-1C68BDE42E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725" y="800099"/>
            <a:ext cx="4098122" cy="4093083"/>
          </a:xfrm>
          <a:prstGeom prst="rect">
            <a:avLst/>
          </a:prstGeom>
        </p:spPr>
      </p:pic>
      <p:sp>
        <p:nvSpPr>
          <p:cNvPr id="9" name="object 4">
            <a:extLst>
              <a:ext uri="{FF2B5EF4-FFF2-40B4-BE49-F238E27FC236}">
                <a16:creationId xmlns:a16="http://schemas.microsoft.com/office/drawing/2014/main" id="{153DFAF6-E690-AFF8-0F19-52EB636647AF}"/>
              </a:ext>
            </a:extLst>
          </p:cNvPr>
          <p:cNvSpPr txBox="1">
            <a:spLocks/>
          </p:cNvSpPr>
          <p:nvPr/>
        </p:nvSpPr>
        <p:spPr>
          <a:xfrm>
            <a:off x="-4213860" y="5119254"/>
            <a:ext cx="11689080" cy="173874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42155" marR="243840">
              <a:lnSpc>
                <a:spcPct val="100899"/>
              </a:lnSpc>
              <a:spcBef>
                <a:spcPts val="85"/>
              </a:spcBef>
            </a:pPr>
            <a:r>
              <a:rPr lang="en-US" spc="-5" dirty="0"/>
              <a:t>V</a:t>
            </a:r>
            <a:r>
              <a:rPr lang="en-US" spc="-5" baseline="-25000" dirty="0"/>
              <a:t>DS1</a:t>
            </a:r>
            <a:r>
              <a:rPr lang="en-US" spc="10" dirty="0"/>
              <a:t> </a:t>
            </a:r>
            <a:r>
              <a:rPr lang="en-US" dirty="0"/>
              <a:t>=</a:t>
            </a:r>
            <a:r>
              <a:rPr lang="en-US" spc="-10" dirty="0"/>
              <a:t> </a:t>
            </a:r>
            <a:r>
              <a:rPr lang="en-US" spc="-5" dirty="0"/>
              <a:t>V</a:t>
            </a:r>
            <a:r>
              <a:rPr lang="en-US" spc="-5" baseline="-25000" dirty="0"/>
              <a:t>DS2</a:t>
            </a:r>
            <a:r>
              <a:rPr lang="en-US" spc="15" dirty="0"/>
              <a:t> </a:t>
            </a:r>
            <a:r>
              <a:rPr lang="en-US" spc="5" dirty="0">
                <a:latin typeface="Wingdings"/>
                <a:cs typeface="Wingdings"/>
              </a:rPr>
              <a:t></a:t>
            </a:r>
            <a:r>
              <a:rPr lang="en-US" spc="55" dirty="0">
                <a:latin typeface="Times New Roman"/>
                <a:cs typeface="Times New Roman"/>
              </a:rPr>
              <a:t> </a:t>
            </a:r>
            <a:r>
              <a:rPr lang="en-US" spc="10" dirty="0"/>
              <a:t>lower</a:t>
            </a:r>
            <a:r>
              <a:rPr lang="en-US" spc="-65" dirty="0"/>
              <a:t> </a:t>
            </a:r>
            <a:r>
              <a:rPr lang="en-US" dirty="0"/>
              <a:t>error</a:t>
            </a:r>
            <a:r>
              <a:rPr lang="en-US" spc="5" dirty="0"/>
              <a:t> in </a:t>
            </a:r>
            <a:r>
              <a:rPr lang="en-US" spc="-595" dirty="0"/>
              <a:t> </a:t>
            </a:r>
            <a:r>
              <a:rPr lang="en-US" dirty="0"/>
              <a:t>current</a:t>
            </a:r>
            <a:r>
              <a:rPr lang="en-US" spc="10" dirty="0"/>
              <a:t> </a:t>
            </a:r>
            <a:r>
              <a:rPr lang="en-US" dirty="0"/>
              <a:t>ratio</a:t>
            </a:r>
          </a:p>
          <a:p>
            <a:pPr marL="4542155" marR="215265">
              <a:lnSpc>
                <a:spcPct val="200000"/>
              </a:lnSpc>
              <a:spcBef>
                <a:spcPts val="20"/>
              </a:spcBef>
            </a:pPr>
            <a:r>
              <a:rPr lang="en-US" spc="-5" dirty="0" err="1">
                <a:solidFill>
                  <a:srgbClr val="FF0000"/>
                </a:solidFill>
              </a:rPr>
              <a:t>V</a:t>
            </a:r>
            <a:r>
              <a:rPr lang="en-US" spc="-5" baseline="-25000" dirty="0" err="1">
                <a:solidFill>
                  <a:srgbClr val="FF0000"/>
                </a:solidFill>
              </a:rPr>
              <a:t>in,min</a:t>
            </a:r>
            <a:r>
              <a:rPr lang="en-US" spc="-50" baseline="-2500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spc="-1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GS1</a:t>
            </a:r>
            <a:r>
              <a:rPr lang="en-US" dirty="0">
                <a:solidFill>
                  <a:srgbClr val="FF0000"/>
                </a:solidFill>
              </a:rPr>
              <a:t>+V</a:t>
            </a:r>
            <a:r>
              <a:rPr lang="en-US" baseline="-25000" dirty="0">
                <a:solidFill>
                  <a:srgbClr val="FF0000"/>
                </a:solidFill>
              </a:rPr>
              <a:t>GS4</a:t>
            </a:r>
            <a:r>
              <a:rPr lang="en-US" spc="-1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spc="-2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high</a:t>
            </a:r>
            <a:r>
              <a:rPr lang="en-US" spc="-3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! </a:t>
            </a:r>
            <a:r>
              <a:rPr lang="en-US" spc="-595" dirty="0">
                <a:solidFill>
                  <a:srgbClr val="FF0000"/>
                </a:solidFill>
              </a:rPr>
              <a:t> </a:t>
            </a:r>
            <a:r>
              <a:rPr lang="en-US" spc="-35" dirty="0" err="1">
                <a:solidFill>
                  <a:srgbClr val="FF0000"/>
                </a:solidFill>
              </a:rPr>
              <a:t>V</a:t>
            </a:r>
            <a:r>
              <a:rPr lang="en-US" spc="-35" baseline="-25000" dirty="0" err="1">
                <a:solidFill>
                  <a:srgbClr val="FF0000"/>
                </a:solidFill>
              </a:rPr>
              <a:t>out</a:t>
            </a:r>
            <a:r>
              <a:rPr lang="en-US" spc="-35" baseline="-25000" dirty="0">
                <a:solidFill>
                  <a:srgbClr val="FF0000"/>
                </a:solidFill>
              </a:rPr>
              <a:t>,</a:t>
            </a:r>
            <a:r>
              <a:rPr lang="en-US" spc="-10" baseline="-25000" dirty="0">
                <a:solidFill>
                  <a:srgbClr val="FF0000"/>
                </a:solidFill>
              </a:rPr>
              <a:t> </a:t>
            </a:r>
            <a:r>
              <a:rPr lang="en-US" spc="5" baseline="-25000" dirty="0">
                <a:solidFill>
                  <a:srgbClr val="FF0000"/>
                </a:solidFill>
              </a:rPr>
              <a:t>min</a:t>
            </a:r>
            <a:r>
              <a:rPr lang="en-US" spc="-2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spc="-10" dirty="0">
                <a:solidFill>
                  <a:srgbClr val="FF0000"/>
                </a:solidFill>
              </a:rPr>
              <a:t> </a:t>
            </a:r>
            <a:r>
              <a:rPr lang="en-US" spc="-5" dirty="0">
                <a:solidFill>
                  <a:srgbClr val="FF0000"/>
                </a:solidFill>
              </a:rPr>
              <a:t>V</a:t>
            </a:r>
            <a:r>
              <a:rPr lang="en-US" spc="-5" baseline="-25000" dirty="0">
                <a:solidFill>
                  <a:srgbClr val="FF0000"/>
                </a:solidFill>
              </a:rPr>
              <a:t>DS2</a:t>
            </a:r>
            <a:r>
              <a:rPr lang="en-US" spc="-5" dirty="0">
                <a:solidFill>
                  <a:srgbClr val="FF0000"/>
                </a:solidFill>
              </a:rPr>
              <a:t>+</a:t>
            </a:r>
            <a:r>
              <a:rPr lang="en-US" spc="35" dirty="0">
                <a:solidFill>
                  <a:srgbClr val="FF0000"/>
                </a:solidFill>
              </a:rPr>
              <a:t> </a:t>
            </a:r>
            <a:r>
              <a:rPr lang="en-US" spc="-5" dirty="0">
                <a:solidFill>
                  <a:srgbClr val="FF0000"/>
                </a:solidFill>
              </a:rPr>
              <a:t>V</a:t>
            </a:r>
            <a:r>
              <a:rPr lang="en-US" spc="-5" baseline="-25000" dirty="0">
                <a:solidFill>
                  <a:srgbClr val="FF0000"/>
                </a:solidFill>
              </a:rPr>
              <a:t>DS4</a:t>
            </a:r>
          </a:p>
          <a:p>
            <a:pPr marL="5849620">
              <a:lnSpc>
                <a:spcPct val="100000"/>
              </a:lnSpc>
              <a:spcBef>
                <a:spcPts val="25"/>
              </a:spcBef>
            </a:pP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spc="-5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GS1</a:t>
            </a:r>
            <a:r>
              <a:rPr lang="en-US" dirty="0">
                <a:solidFill>
                  <a:srgbClr val="FF0000"/>
                </a:solidFill>
              </a:rPr>
              <a:t>+ </a:t>
            </a:r>
            <a:r>
              <a:rPr lang="en-US" spc="-5" dirty="0">
                <a:solidFill>
                  <a:srgbClr val="FF0000"/>
                </a:solidFill>
              </a:rPr>
              <a:t>V</a:t>
            </a:r>
            <a:r>
              <a:rPr lang="en-US" spc="-5" baseline="-25000" dirty="0">
                <a:solidFill>
                  <a:srgbClr val="FF0000"/>
                </a:solidFill>
              </a:rPr>
              <a:t>DS4</a:t>
            </a:r>
            <a:r>
              <a:rPr lang="en-US" spc="1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spc="-2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high!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9C10307-88F5-5F8B-11A2-C420FFB12999}"/>
              </a:ext>
            </a:extLst>
          </p:cNvPr>
          <p:cNvPicPr/>
          <p:nvPr/>
        </p:nvPicPr>
        <p:blipFill rotWithShape="1">
          <a:blip r:embed="rId3" cstate="print"/>
          <a:srcRect l="3449" t="3578" r="5764" b="3183"/>
          <a:stretch/>
        </p:blipFill>
        <p:spPr>
          <a:xfrm>
            <a:off x="7581900" y="981075"/>
            <a:ext cx="3276600" cy="3590925"/>
          </a:xfrm>
          <a:prstGeom prst="rect">
            <a:avLst/>
          </a:prstGeom>
        </p:spPr>
      </p:pic>
      <p:sp>
        <p:nvSpPr>
          <p:cNvPr id="11" name="object 4">
            <a:extLst>
              <a:ext uri="{FF2B5EF4-FFF2-40B4-BE49-F238E27FC236}">
                <a16:creationId xmlns:a16="http://schemas.microsoft.com/office/drawing/2014/main" id="{D898DA3F-D59F-44D3-FD05-CD09FF4A4724}"/>
              </a:ext>
            </a:extLst>
          </p:cNvPr>
          <p:cNvSpPr txBox="1"/>
          <p:nvPr/>
        </p:nvSpPr>
        <p:spPr>
          <a:xfrm>
            <a:off x="7841996" y="5225289"/>
            <a:ext cx="4038600" cy="1035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spc="-20" dirty="0">
                <a:solidFill>
                  <a:srgbClr val="00D500"/>
                </a:solidFill>
                <a:latin typeface="Arial"/>
                <a:cs typeface="Arial"/>
              </a:rPr>
              <a:t>Vout,min</a:t>
            </a:r>
            <a:r>
              <a:rPr sz="2200" b="1" spc="-50" dirty="0">
                <a:solidFill>
                  <a:srgbClr val="00D5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D500"/>
                </a:solidFill>
                <a:latin typeface="Arial"/>
                <a:cs typeface="Arial"/>
              </a:rPr>
              <a:t>=</a:t>
            </a:r>
            <a:r>
              <a:rPr sz="2200" b="1" spc="10" dirty="0">
                <a:solidFill>
                  <a:srgbClr val="00D500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00D500"/>
                </a:solidFill>
                <a:latin typeface="Arial"/>
                <a:cs typeface="Arial"/>
              </a:rPr>
              <a:t>VDS2+VDS4</a:t>
            </a:r>
            <a:r>
              <a:rPr sz="2200" b="1" spc="35" dirty="0">
                <a:solidFill>
                  <a:srgbClr val="00D5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D500"/>
                </a:solidFill>
                <a:latin typeface="Arial"/>
                <a:cs typeface="Arial"/>
              </a:rPr>
              <a:t>=</a:t>
            </a:r>
            <a:r>
              <a:rPr sz="2200" b="1" spc="-20" dirty="0">
                <a:solidFill>
                  <a:srgbClr val="00D500"/>
                </a:solidFill>
                <a:latin typeface="Arial"/>
                <a:cs typeface="Arial"/>
              </a:rPr>
              <a:t> </a:t>
            </a:r>
            <a:r>
              <a:rPr sz="2200" b="1" spc="15" dirty="0">
                <a:solidFill>
                  <a:srgbClr val="00D500"/>
                </a:solidFill>
                <a:latin typeface="Arial"/>
                <a:cs typeface="Arial"/>
              </a:rPr>
              <a:t>low!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solidFill>
                  <a:srgbClr val="00D500"/>
                </a:solidFill>
                <a:latin typeface="Arial"/>
                <a:cs typeface="Arial"/>
              </a:rPr>
              <a:t>Vin,min</a:t>
            </a:r>
            <a:r>
              <a:rPr sz="2200" b="1" spc="-55" dirty="0">
                <a:solidFill>
                  <a:srgbClr val="00D5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D500"/>
                </a:solidFill>
                <a:latin typeface="Arial"/>
                <a:cs typeface="Arial"/>
              </a:rPr>
              <a:t>=</a:t>
            </a:r>
            <a:r>
              <a:rPr sz="2200" b="1" spc="-15" dirty="0">
                <a:solidFill>
                  <a:srgbClr val="00D5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D500"/>
                </a:solidFill>
                <a:latin typeface="Arial"/>
                <a:cs typeface="Arial"/>
              </a:rPr>
              <a:t>VGS1</a:t>
            </a:r>
            <a:r>
              <a:rPr sz="2200" b="1" spc="-5" dirty="0">
                <a:solidFill>
                  <a:srgbClr val="00D5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D500"/>
                </a:solidFill>
                <a:latin typeface="Arial"/>
                <a:cs typeface="Arial"/>
              </a:rPr>
              <a:t>=</a:t>
            </a:r>
            <a:r>
              <a:rPr sz="2200" b="1" spc="-20" dirty="0">
                <a:solidFill>
                  <a:srgbClr val="00D500"/>
                </a:solidFill>
                <a:latin typeface="Arial"/>
                <a:cs typeface="Arial"/>
              </a:rPr>
              <a:t> </a:t>
            </a:r>
            <a:r>
              <a:rPr sz="2200" b="1" spc="15" dirty="0">
                <a:solidFill>
                  <a:srgbClr val="00D500"/>
                </a:solidFill>
                <a:latin typeface="Arial"/>
                <a:cs typeface="Arial"/>
              </a:rPr>
              <a:t>low!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Google Shape;94;p16">
            <a:extLst>
              <a:ext uri="{FF2B5EF4-FFF2-40B4-BE49-F238E27FC236}">
                <a16:creationId xmlns:a16="http://schemas.microsoft.com/office/drawing/2014/main" id="{13C98023-ACBF-DF57-33C1-9862D3D016F2}"/>
              </a:ext>
            </a:extLst>
          </p:cNvPr>
          <p:cNvSpPr/>
          <p:nvPr/>
        </p:nvSpPr>
        <p:spPr>
          <a:xfrm>
            <a:off x="119059" y="150913"/>
            <a:ext cx="8377241" cy="463811"/>
          </a:xfrm>
          <a:prstGeom prst="trapezoid">
            <a:avLst>
              <a:gd name="adj" fmla="val 0"/>
            </a:avLst>
          </a:prstGeom>
        </p:spPr>
        <p:txBody>
          <a:bodyPr spcFirstLastPara="1" vert="horz" lIns="91440" tIns="45720" rIns="91440" bIns="4572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Lato Black"/>
              </a:rPr>
              <a:t>Current mirror using </a:t>
            </a:r>
            <a:r>
              <a:rPr lang="en-US" sz="3200" b="1" dirty="0" err="1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Lato Black"/>
              </a:rPr>
              <a:t>Cascode</a:t>
            </a:r>
            <a:r>
              <a:rPr lang="en-US" sz="3200" b="1" dirty="0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Lato Black"/>
              </a:rPr>
              <a:t> Design</a:t>
            </a:r>
          </a:p>
        </p:txBody>
      </p:sp>
    </p:spTree>
    <p:extLst>
      <p:ext uri="{BB962C8B-B14F-4D97-AF65-F5344CB8AC3E}">
        <p14:creationId xmlns:p14="http://schemas.microsoft.com/office/powerpoint/2010/main" val="1410743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  <p:bldP spid="17" grpId="0" animBg="1"/>
      <p:bldP spid="18" grpId="0" animBg="1"/>
      <p:bldP spid="9" grpId="0" animBg="1"/>
      <p:bldP spid="11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BE" sz="1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 PL UMing HK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BE" sz="1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 PL UMing HK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1155</Words>
  <Application>Microsoft Office PowerPoint</Application>
  <PresentationFormat>Widescreen</PresentationFormat>
  <Paragraphs>390</Paragraphs>
  <Slides>21</Slides>
  <Notes>9</Notes>
  <HiddenSlides>5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21</vt:i4>
      </vt:variant>
    </vt:vector>
  </HeadingPairs>
  <TitlesOfParts>
    <vt:vector size="36" baseType="lpstr">
      <vt:lpstr>AR PL UMing HK</vt:lpstr>
      <vt:lpstr>Arial</vt:lpstr>
      <vt:lpstr>Arial MT</vt:lpstr>
      <vt:lpstr>Calibri</vt:lpstr>
      <vt:lpstr>Calibri Light</vt:lpstr>
      <vt:lpstr>Cambria Math</vt:lpstr>
      <vt:lpstr>Lato Black</vt:lpstr>
      <vt:lpstr>Lucida Sans</vt:lpstr>
      <vt:lpstr>Symbol</vt:lpstr>
      <vt:lpstr>Times New Roman</vt:lpstr>
      <vt:lpstr>Verdana</vt:lpstr>
      <vt:lpstr>Wingdings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Rout    ro1gm2ro2 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2</cp:revision>
  <dcterms:created xsi:type="dcterms:W3CDTF">2025-10-31T05:35:43Z</dcterms:created>
  <dcterms:modified xsi:type="dcterms:W3CDTF">2025-11-01T03:38:58Z</dcterms:modified>
</cp:coreProperties>
</file>